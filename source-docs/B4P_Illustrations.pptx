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91"/>
  </p:notesMasterIdLst>
  <p:sldIdLst>
    <p:sldId id="521" r:id="rId2"/>
    <p:sldId id="525" r:id="rId3"/>
    <p:sldId id="520" r:id="rId4"/>
    <p:sldId id="526" r:id="rId5"/>
    <p:sldId id="527" r:id="rId6"/>
    <p:sldId id="528" r:id="rId7"/>
    <p:sldId id="518" r:id="rId8"/>
    <p:sldId id="500" r:id="rId9"/>
    <p:sldId id="529" r:id="rId10"/>
    <p:sldId id="530" r:id="rId11"/>
    <p:sldId id="514" r:id="rId12"/>
    <p:sldId id="512" r:id="rId13"/>
    <p:sldId id="515" r:id="rId14"/>
    <p:sldId id="508" r:id="rId15"/>
    <p:sldId id="513" r:id="rId16"/>
    <p:sldId id="516" r:id="rId17"/>
    <p:sldId id="517" r:id="rId18"/>
    <p:sldId id="506" r:id="rId19"/>
    <p:sldId id="499" r:id="rId20"/>
    <p:sldId id="497" r:id="rId21"/>
    <p:sldId id="495" r:id="rId22"/>
    <p:sldId id="496" r:id="rId23"/>
    <p:sldId id="498" r:id="rId24"/>
    <p:sldId id="459" r:id="rId25"/>
    <p:sldId id="461" r:id="rId26"/>
    <p:sldId id="465" r:id="rId27"/>
    <p:sldId id="463" r:id="rId28"/>
    <p:sldId id="464" r:id="rId29"/>
    <p:sldId id="493" r:id="rId30"/>
    <p:sldId id="494" r:id="rId31"/>
    <p:sldId id="434" r:id="rId32"/>
    <p:sldId id="432" r:id="rId33"/>
    <p:sldId id="433" r:id="rId34"/>
    <p:sldId id="412" r:id="rId35"/>
    <p:sldId id="419" r:id="rId36"/>
    <p:sldId id="482" r:id="rId37"/>
    <p:sldId id="483" r:id="rId38"/>
    <p:sldId id="484" r:id="rId39"/>
    <p:sldId id="486" r:id="rId40"/>
    <p:sldId id="487" r:id="rId41"/>
    <p:sldId id="488" r:id="rId42"/>
    <p:sldId id="489" r:id="rId43"/>
    <p:sldId id="490" r:id="rId44"/>
    <p:sldId id="491" r:id="rId45"/>
    <p:sldId id="505" r:id="rId46"/>
    <p:sldId id="492" r:id="rId47"/>
    <p:sldId id="402" r:id="rId48"/>
    <p:sldId id="501" r:id="rId49"/>
    <p:sldId id="502" r:id="rId50"/>
    <p:sldId id="404" r:id="rId51"/>
    <p:sldId id="403" r:id="rId52"/>
    <p:sldId id="453" r:id="rId53"/>
    <p:sldId id="454" r:id="rId54"/>
    <p:sldId id="455" r:id="rId55"/>
    <p:sldId id="456" r:id="rId56"/>
    <p:sldId id="443" r:id="rId57"/>
    <p:sldId id="531" r:id="rId58"/>
    <p:sldId id="445" r:id="rId59"/>
    <p:sldId id="405" r:id="rId60"/>
    <p:sldId id="447" r:id="rId61"/>
    <p:sldId id="448" r:id="rId62"/>
    <p:sldId id="449" r:id="rId63"/>
    <p:sldId id="450" r:id="rId64"/>
    <p:sldId id="479" r:id="rId65"/>
    <p:sldId id="480" r:id="rId66"/>
    <p:sldId id="406" r:id="rId67"/>
    <p:sldId id="457" r:id="rId68"/>
    <p:sldId id="473" r:id="rId69"/>
    <p:sldId id="474" r:id="rId70"/>
    <p:sldId id="475" r:id="rId71"/>
    <p:sldId id="476" r:id="rId72"/>
    <p:sldId id="504" r:id="rId73"/>
    <p:sldId id="477" r:id="rId74"/>
    <p:sldId id="408" r:id="rId75"/>
    <p:sldId id="458" r:id="rId76"/>
    <p:sldId id="407" r:id="rId77"/>
    <p:sldId id="470" r:id="rId78"/>
    <p:sldId id="471" r:id="rId79"/>
    <p:sldId id="481" r:id="rId80"/>
    <p:sldId id="478" r:id="rId81"/>
    <p:sldId id="401" r:id="rId82"/>
    <p:sldId id="409" r:id="rId83"/>
    <p:sldId id="410" r:id="rId84"/>
    <p:sldId id="418" r:id="rId85"/>
    <p:sldId id="451" r:id="rId86"/>
    <p:sldId id="466" r:id="rId87"/>
    <p:sldId id="468" r:id="rId88"/>
    <p:sldId id="469" r:id="rId89"/>
    <p:sldId id="503" r:id="rId90"/>
  </p:sldIdLst>
  <p:sldSz cx="9144000" cy="6858000" type="screen4x3"/>
  <p:notesSz cx="6794500" cy="9931400"/>
  <p:custDataLst>
    <p:tags r:id="rId92"/>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p15:clr>
            <a:srgbClr val="A4A3A4"/>
          </p15:clr>
        </p15:guide>
        <p15:guide id="2" pos="2880">
          <p15:clr>
            <a:srgbClr val="A4A3A4"/>
          </p15:clr>
        </p15:guide>
      </p15:sldGuideLst>
    </p:ext>
    <p:ext uri="{2D200454-40CA-4A62-9FC3-DE9A4176ACB9}">
      <p15:notesGuideLst xmlns:p15="http://schemas.microsoft.com/office/powerpoint/2012/main">
        <p15:guide id="1" orient="horz" pos="3128">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99CCFF"/>
    <a:srgbClr val="C1E0FF"/>
    <a:srgbClr val="69B4FF"/>
    <a:srgbClr val="EAC1FF"/>
    <a:srgbClr val="6EE8C8"/>
    <a:srgbClr val="F5E1FF"/>
    <a:srgbClr val="FFFFFF"/>
    <a:srgbClr val="CCCCFF"/>
    <a:srgbClr val="B7B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FD0269-717F-4814-917C-D5AEDA666ECE}" v="32" dt="2025-09-20T12:57:08.17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61" autoAdjust="0"/>
    <p:restoredTop sz="96238" autoAdjust="0"/>
  </p:normalViewPr>
  <p:slideViewPr>
    <p:cSldViewPr showGuides="1">
      <p:cViewPr>
        <p:scale>
          <a:sx n="125" d="100"/>
          <a:sy n="125" d="100"/>
        </p:scale>
        <p:origin x="690" y="-456"/>
      </p:cViewPr>
      <p:guideLst>
        <p:guide orient="horz" pos="284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50" d="100"/>
        <a:sy n="150" d="100"/>
      </p:scale>
      <p:origin x="0" y="-11628"/>
    </p:cViewPr>
  </p:sorterViewPr>
  <p:notesViewPr>
    <p:cSldViewPr showGuides="1">
      <p:cViewPr varScale="1">
        <p:scale>
          <a:sx n="94" d="100"/>
          <a:sy n="94" d="100"/>
        </p:scale>
        <p:origin x="-3582" y="-108"/>
      </p:cViewPr>
      <p:guideLst>
        <p:guide orient="horz" pos="3128"/>
        <p:guide pos="2140"/>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gs" Target="tags/tag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ur bonsen georg" userId="5444515566c7376a" providerId="LiveId" clId="{18CD7E6B-2C8E-405B-A237-843B9FC9D457}"/>
    <pc:docChg chg="undo redo custSel addSld delSld modSld sldOrd">
      <pc:chgData name="zur bonsen georg" userId="5444515566c7376a" providerId="LiveId" clId="{18CD7E6B-2C8E-405B-A237-843B9FC9D457}" dt="2022-04-24T19:41:43.795" v="12845" actId="114"/>
      <pc:docMkLst>
        <pc:docMk/>
      </pc:docMkLst>
      <pc:sldChg chg="addSp delSp modSp mod">
        <pc:chgData name="zur bonsen georg" userId="5444515566c7376a" providerId="LiveId" clId="{18CD7E6B-2C8E-405B-A237-843B9FC9D457}" dt="2022-04-09T10:07:08.913" v="1397" actId="14100"/>
        <pc:sldMkLst>
          <pc:docMk/>
          <pc:sldMk cId="3131759380" sldId="398"/>
        </pc:sldMkLst>
      </pc:sldChg>
      <pc:sldChg chg="addSp modSp mod">
        <pc:chgData name="zur bonsen georg" userId="5444515566c7376a" providerId="LiveId" clId="{18CD7E6B-2C8E-405B-A237-843B9FC9D457}" dt="2022-03-27T20:08:20.222" v="75" actId="20577"/>
        <pc:sldMkLst>
          <pc:docMk/>
          <pc:sldMk cId="2182778507" sldId="506"/>
        </pc:sldMkLst>
      </pc:sldChg>
      <pc:sldChg chg="addSp delSp modSp add del mod ord">
        <pc:chgData name="zur bonsen georg" userId="5444515566c7376a" providerId="LiveId" clId="{18CD7E6B-2C8E-405B-A237-843B9FC9D457}" dt="2022-04-24T09:11:51.131" v="9842" actId="47"/>
        <pc:sldMkLst>
          <pc:docMk/>
          <pc:sldMk cId="3851131186" sldId="507"/>
        </pc:sldMkLst>
      </pc:sldChg>
      <pc:sldChg chg="addSp delSp modSp add mod">
        <pc:chgData name="zur bonsen georg" userId="5444515566c7376a" providerId="LiveId" clId="{18CD7E6B-2C8E-405B-A237-843B9FC9D457}" dt="2022-04-18T14:23:32.306" v="8482" actId="20577"/>
        <pc:sldMkLst>
          <pc:docMk/>
          <pc:sldMk cId="281680118" sldId="508"/>
        </pc:sldMkLst>
      </pc:sldChg>
      <pc:sldChg chg="addSp delSp modSp add del mod">
        <pc:chgData name="zur bonsen georg" userId="5444515566c7376a" providerId="LiveId" clId="{18CD7E6B-2C8E-405B-A237-843B9FC9D457}" dt="2022-04-18T13:07:10.732" v="7113" actId="47"/>
        <pc:sldMkLst>
          <pc:docMk/>
          <pc:sldMk cId="552021000" sldId="509"/>
        </pc:sldMkLst>
      </pc:sldChg>
      <pc:sldChg chg="addSp delSp modSp add del mod">
        <pc:chgData name="zur bonsen georg" userId="5444515566c7376a" providerId="LiveId" clId="{18CD7E6B-2C8E-405B-A237-843B9FC9D457}" dt="2022-04-18T13:07:24.864" v="7114" actId="47"/>
        <pc:sldMkLst>
          <pc:docMk/>
          <pc:sldMk cId="4220607238" sldId="510"/>
        </pc:sldMkLst>
      </pc:sldChg>
      <pc:sldChg chg="delSp modSp add del mod ord">
        <pc:chgData name="zur bonsen georg" userId="5444515566c7376a" providerId="LiveId" clId="{18CD7E6B-2C8E-405B-A237-843B9FC9D457}" dt="2022-04-18T07:17:09.448" v="6430" actId="47"/>
        <pc:sldMkLst>
          <pc:docMk/>
          <pc:sldMk cId="2121871362" sldId="511"/>
        </pc:sldMkLst>
      </pc:sldChg>
      <pc:sldChg chg="addSp delSp modSp add mod ord">
        <pc:chgData name="zur bonsen georg" userId="5444515566c7376a" providerId="LiveId" clId="{18CD7E6B-2C8E-405B-A237-843B9FC9D457}" dt="2022-04-24T09:05:55.246" v="9840" actId="20577"/>
        <pc:sldMkLst>
          <pc:docMk/>
          <pc:sldMk cId="2757764999" sldId="512"/>
        </pc:sldMkLst>
      </pc:sldChg>
      <pc:sldChg chg="delSp modSp add del mod">
        <pc:chgData name="zur bonsen georg" userId="5444515566c7376a" providerId="LiveId" clId="{18CD7E6B-2C8E-405B-A237-843B9FC9D457}" dt="2022-04-18T13:07:06.983" v="7112" actId="47"/>
        <pc:sldMkLst>
          <pc:docMk/>
          <pc:sldMk cId="1079540429" sldId="513"/>
        </pc:sldMkLst>
      </pc:sldChg>
      <pc:sldChg chg="addSp delSp modSp add mod">
        <pc:chgData name="zur bonsen georg" userId="5444515566c7376a" providerId="LiveId" clId="{18CD7E6B-2C8E-405B-A237-843B9FC9D457}" dt="2022-04-18T16:28:41.553" v="9589" actId="20577"/>
        <pc:sldMkLst>
          <pc:docMk/>
          <pc:sldMk cId="1841391240" sldId="513"/>
        </pc:sldMkLst>
      </pc:sldChg>
      <pc:sldChg chg="new del">
        <pc:chgData name="zur bonsen georg" userId="5444515566c7376a" providerId="LiveId" clId="{18CD7E6B-2C8E-405B-A237-843B9FC9D457}" dt="2022-04-18T13:07:49.373" v="7118" actId="680"/>
        <pc:sldMkLst>
          <pc:docMk/>
          <pc:sldMk cId="2560189662" sldId="513"/>
        </pc:sldMkLst>
      </pc:sldChg>
      <pc:sldChg chg="new del">
        <pc:chgData name="zur bonsen georg" userId="5444515566c7376a" providerId="LiveId" clId="{18CD7E6B-2C8E-405B-A237-843B9FC9D457}" dt="2022-04-18T13:09:11.717" v="7240" actId="680"/>
        <pc:sldMkLst>
          <pc:docMk/>
          <pc:sldMk cId="2808127128" sldId="513"/>
        </pc:sldMkLst>
      </pc:sldChg>
      <pc:sldChg chg="modSp add mod ord">
        <pc:chgData name="zur bonsen georg" userId="5444515566c7376a" providerId="LiveId" clId="{18CD7E6B-2C8E-405B-A237-843B9FC9D457}" dt="2022-04-24T09:02:48.420" v="9691"/>
        <pc:sldMkLst>
          <pc:docMk/>
          <pc:sldMk cId="1674087842" sldId="514"/>
        </pc:sldMkLst>
      </pc:sldChg>
      <pc:sldChg chg="add">
        <pc:chgData name="zur bonsen georg" userId="5444515566c7376a" providerId="LiveId" clId="{18CD7E6B-2C8E-405B-A237-843B9FC9D457}" dt="2022-04-24T09:11:49.033" v="9841" actId="2890"/>
        <pc:sldMkLst>
          <pc:docMk/>
          <pc:sldMk cId="1354036346" sldId="515"/>
        </pc:sldMkLst>
      </pc:sldChg>
      <pc:sldChg chg="addSp delSp modSp add mod">
        <pc:chgData name="zur bonsen georg" userId="5444515566c7376a" providerId="LiveId" clId="{18CD7E6B-2C8E-405B-A237-843B9FC9D457}" dt="2022-04-24T09:58:18.166" v="11149" actId="20577"/>
        <pc:sldMkLst>
          <pc:docMk/>
          <pc:sldMk cId="486507416" sldId="516"/>
        </pc:sldMkLst>
      </pc:sldChg>
      <pc:sldChg chg="addSp delSp modSp add mod">
        <pc:chgData name="zur bonsen georg" userId="5444515566c7376a" providerId="LiveId" clId="{18CD7E6B-2C8E-405B-A237-843B9FC9D457}" dt="2022-04-24T19:41:43.795" v="12845" actId="114"/>
        <pc:sldMkLst>
          <pc:docMk/>
          <pc:sldMk cId="3613540113" sldId="517"/>
        </pc:sldMkLst>
      </pc:sldChg>
    </pc:docChg>
  </pc:docChgLst>
  <pc:docChgLst>
    <pc:chgData name="zur bonsen georg" userId="5444515566c7376a" providerId="LiveId" clId="{EFCC24CE-90B1-41E9-9099-4E863A33B5B4}"/>
    <pc:docChg chg="undo custSel addSld modSld">
      <pc:chgData name="zur bonsen georg" userId="5444515566c7376a" providerId="LiveId" clId="{EFCC24CE-90B1-41E9-9099-4E863A33B5B4}" dt="2025-07-20T14:03:36.731" v="929" actId="20577"/>
      <pc:docMkLst>
        <pc:docMk/>
      </pc:docMkLst>
      <pc:sldChg chg="addSp delSp modSp add mod">
        <pc:chgData name="zur bonsen georg" userId="5444515566c7376a" providerId="LiveId" clId="{EFCC24CE-90B1-41E9-9099-4E863A33B5B4}" dt="2025-07-20T14:03:36.731" v="929" actId="20577"/>
        <pc:sldMkLst>
          <pc:docMk/>
          <pc:sldMk cId="3090648294" sldId="531"/>
        </pc:sldMkLst>
      </pc:sldChg>
    </pc:docChg>
  </pc:docChgLst>
  <pc:docChgLst>
    <pc:chgData name="zur bonsen georg" userId="5444515566c7376a" providerId="LiveId" clId="{EE8043E9-5C9D-48E2-83BC-322B6217B78C}"/>
    <pc:docChg chg="undo redo custSel addSld modSld">
      <pc:chgData name="zur bonsen georg" userId="5444515566c7376a" providerId="LiveId" clId="{EE8043E9-5C9D-48E2-83BC-322B6217B78C}" dt="2022-02-28T22:07:28.731" v="5765" actId="20577"/>
      <pc:docMkLst>
        <pc:docMk/>
      </pc:docMkLst>
      <pc:sldChg chg="addSp delSp modSp add mod">
        <pc:chgData name="zur bonsen georg" userId="5444515566c7376a" providerId="LiveId" clId="{EE8043E9-5C9D-48E2-83BC-322B6217B78C}" dt="2022-02-15T21:48:47.364" v="2199" actId="20577"/>
        <pc:sldMkLst>
          <pc:docMk/>
          <pc:sldMk cId="1633327501" sldId="505"/>
        </pc:sldMkLst>
      </pc:sldChg>
      <pc:sldChg chg="addSp delSp modSp add mod">
        <pc:chgData name="zur bonsen georg" userId="5444515566c7376a" providerId="LiveId" clId="{EE8043E9-5C9D-48E2-83BC-322B6217B78C}" dt="2022-02-28T22:07:28.731" v="5765" actId="20577"/>
        <pc:sldMkLst>
          <pc:docMk/>
          <pc:sldMk cId="2182778507" sldId="506"/>
        </pc:sldMkLst>
      </pc:sldChg>
    </pc:docChg>
  </pc:docChgLst>
  <pc:docChgLst>
    <pc:chgData name="zur bonsen georg" userId="5444515566c7376a" providerId="LiveId" clId="{FDDA43C8-544C-43C8-B7EC-BDEEF2A8748B}"/>
    <pc:docChg chg="undo custSel addSld modSld">
      <pc:chgData name="zur bonsen georg" userId="5444515566c7376a" providerId="LiveId" clId="{FDDA43C8-544C-43C8-B7EC-BDEEF2A8748B}" dt="2024-02-11T12:50:55.913" v="413" actId="2890"/>
      <pc:docMkLst>
        <pc:docMk/>
      </pc:docMkLst>
      <pc:sldChg chg="addSp delSp modSp mod">
        <pc:chgData name="zur bonsen georg" userId="5444515566c7376a" providerId="LiveId" clId="{FDDA43C8-544C-43C8-B7EC-BDEEF2A8748B}" dt="2024-02-11T10:45:01.044" v="42" actId="1037"/>
        <pc:sldMkLst>
          <pc:docMk/>
          <pc:sldMk cId="3131759380" sldId="398"/>
        </pc:sldMkLst>
      </pc:sldChg>
      <pc:sldChg chg="add">
        <pc:chgData name="zur bonsen georg" userId="5444515566c7376a" providerId="LiveId" clId="{FDDA43C8-544C-43C8-B7EC-BDEEF2A8748B}" dt="2024-02-11T10:42:33.548" v="0" actId="2890"/>
        <pc:sldMkLst>
          <pc:docMk/>
          <pc:sldMk cId="3593765422" sldId="518"/>
        </pc:sldMkLst>
      </pc:sldChg>
      <pc:sldChg chg="addSp delSp modSp add mod">
        <pc:chgData name="zur bonsen georg" userId="5444515566c7376a" providerId="LiveId" clId="{FDDA43C8-544C-43C8-B7EC-BDEEF2A8748B}" dt="2024-02-11T12:23:46.455" v="407" actId="207"/>
        <pc:sldMkLst>
          <pc:docMk/>
          <pc:sldMk cId="2734610136" sldId="519"/>
        </pc:sldMkLst>
      </pc:sldChg>
      <pc:sldChg chg="modSp add mod">
        <pc:chgData name="zur bonsen georg" userId="5444515566c7376a" providerId="LiveId" clId="{FDDA43C8-544C-43C8-B7EC-BDEEF2A8748B}" dt="2024-02-11T12:24:06.235" v="410" actId="207"/>
        <pc:sldMkLst>
          <pc:docMk/>
          <pc:sldMk cId="1350568882" sldId="520"/>
        </pc:sldMkLst>
      </pc:sldChg>
      <pc:sldChg chg="addSp delSp modSp add mod">
        <pc:chgData name="zur bonsen georg" userId="5444515566c7376a" providerId="LiveId" clId="{FDDA43C8-544C-43C8-B7EC-BDEEF2A8748B}" dt="2024-02-11T12:26:27.475" v="412" actId="2711"/>
        <pc:sldMkLst>
          <pc:docMk/>
          <pc:sldMk cId="1583574806" sldId="521"/>
        </pc:sldMkLst>
      </pc:sldChg>
      <pc:sldChg chg="add">
        <pc:chgData name="zur bonsen georg" userId="5444515566c7376a" providerId="LiveId" clId="{FDDA43C8-544C-43C8-B7EC-BDEEF2A8748B}" dt="2024-02-11T12:50:55.913" v="413" actId="2890"/>
        <pc:sldMkLst>
          <pc:docMk/>
          <pc:sldMk cId="2671652507" sldId="522"/>
        </pc:sldMkLst>
      </pc:sldChg>
    </pc:docChg>
  </pc:docChgLst>
  <pc:docChgLst>
    <pc:chgData name="zur bonsen georg" userId="5444515566c7376a" providerId="LiveId" clId="{CDF2F3ED-3521-49C2-BD31-25ACD95EACA1}"/>
    <pc:docChg chg="custSel addSld modSld">
      <pc:chgData name="zur bonsen georg" userId="5444515566c7376a" providerId="LiveId" clId="{CDF2F3ED-3521-49C2-BD31-25ACD95EACA1}" dt="2024-10-12T16:25:14.684" v="276" actId="1036"/>
      <pc:docMkLst>
        <pc:docMk/>
      </pc:docMkLst>
      <pc:sldChg chg="addSp delSp modSp add mod">
        <pc:chgData name="zur bonsen georg" userId="5444515566c7376a" providerId="LiveId" clId="{CDF2F3ED-3521-49C2-BD31-25ACD95EACA1}" dt="2024-10-12T16:19:52.602" v="246" actId="20577"/>
        <pc:sldMkLst>
          <pc:docMk/>
          <pc:sldMk cId="3466814160" sldId="529"/>
        </pc:sldMkLst>
      </pc:sldChg>
      <pc:sldChg chg="addSp delSp modSp add mod">
        <pc:chgData name="zur bonsen georg" userId="5444515566c7376a" providerId="LiveId" clId="{CDF2F3ED-3521-49C2-BD31-25ACD95EACA1}" dt="2024-10-12T16:25:14.684" v="276" actId="1036"/>
        <pc:sldMkLst>
          <pc:docMk/>
          <pc:sldMk cId="1345044953" sldId="530"/>
        </pc:sldMkLst>
      </pc:sldChg>
    </pc:docChg>
  </pc:docChgLst>
  <pc:docChgLst>
    <pc:chgData name="zur bonsen georg" userId="5444515566c7376a" providerId="LiveId" clId="{265F7B51-C619-4186-B34A-E16A31BDC778}"/>
    <pc:docChg chg="undo redo custSel addSld delSld modSld">
      <pc:chgData name="zur bonsen georg" userId="5444515566c7376a" providerId="LiveId" clId="{265F7B51-C619-4186-B34A-E16A31BDC778}" dt="2024-09-17T10:55:00.607" v="283" actId="20577"/>
      <pc:docMkLst>
        <pc:docMk/>
      </pc:docMkLst>
      <pc:sldChg chg="modSp mod">
        <pc:chgData name="zur bonsen georg" userId="5444515566c7376a" providerId="LiveId" clId="{265F7B51-C619-4186-B34A-E16A31BDC778}" dt="2024-09-16T09:56:33.079" v="232" actId="20577"/>
        <pc:sldMkLst>
          <pc:docMk/>
          <pc:sldMk cId="394376799" sldId="484"/>
        </pc:sldMkLst>
      </pc:sldChg>
      <pc:sldChg chg="modSp mod">
        <pc:chgData name="zur bonsen georg" userId="5444515566c7376a" providerId="LiveId" clId="{265F7B51-C619-4186-B34A-E16A31BDC778}" dt="2024-09-16T10:00:31.829" v="248" actId="20577"/>
        <pc:sldMkLst>
          <pc:docMk/>
          <pc:sldMk cId="438484619" sldId="486"/>
        </pc:sldMkLst>
      </pc:sldChg>
      <pc:sldChg chg="modSp mod">
        <pc:chgData name="zur bonsen georg" userId="5444515566c7376a" providerId="LiveId" clId="{265F7B51-C619-4186-B34A-E16A31BDC778}" dt="2024-09-16T09:58:38.366" v="241"/>
        <pc:sldMkLst>
          <pc:docMk/>
          <pc:sldMk cId="3681695832" sldId="487"/>
        </pc:sldMkLst>
      </pc:sldChg>
      <pc:sldChg chg="modSp mod">
        <pc:chgData name="zur bonsen georg" userId="5444515566c7376a" providerId="LiveId" clId="{265F7B51-C619-4186-B34A-E16A31BDC778}" dt="2024-09-16T10:04:16.152" v="263" actId="20577"/>
        <pc:sldMkLst>
          <pc:docMk/>
          <pc:sldMk cId="2329161533" sldId="491"/>
        </pc:sldMkLst>
      </pc:sldChg>
      <pc:sldChg chg="modSp mod">
        <pc:chgData name="zur bonsen georg" userId="5444515566c7376a" providerId="LiveId" clId="{265F7B51-C619-4186-B34A-E16A31BDC778}" dt="2024-09-17T10:55:00.607" v="283" actId="20577"/>
        <pc:sldMkLst>
          <pc:docMk/>
          <pc:sldMk cId="307380128" sldId="500"/>
        </pc:sldMkLst>
      </pc:sldChg>
      <pc:sldChg chg="modSp mod">
        <pc:chgData name="zur bonsen georg" userId="5444515566c7376a" providerId="LiveId" clId="{265F7B51-C619-4186-B34A-E16A31BDC778}" dt="2024-09-16T10:12:31.699" v="271" actId="20577"/>
        <pc:sldMkLst>
          <pc:docMk/>
          <pc:sldMk cId="1949928875" sldId="501"/>
        </pc:sldMkLst>
      </pc:sldChg>
      <pc:sldChg chg="modSp mod">
        <pc:chgData name="zur bonsen georg" userId="5444515566c7376a" providerId="LiveId" clId="{265F7B51-C619-4186-B34A-E16A31BDC778}" dt="2024-09-16T10:12:37.110" v="272" actId="6549"/>
        <pc:sldMkLst>
          <pc:docMk/>
          <pc:sldMk cId="1644476745" sldId="502"/>
        </pc:sldMkLst>
      </pc:sldChg>
      <pc:sldChg chg="modSp mod">
        <pc:chgData name="zur bonsen georg" userId="5444515566c7376a" providerId="LiveId" clId="{265F7B51-C619-4186-B34A-E16A31BDC778}" dt="2024-09-16T09:14:05.158" v="167" actId="20577"/>
        <pc:sldMkLst>
          <pc:docMk/>
          <pc:sldMk cId="2182778507" sldId="506"/>
        </pc:sldMkLst>
      </pc:sldChg>
      <pc:sldChg chg="addSp delSp modSp mod">
        <pc:chgData name="zur bonsen georg" userId="5444515566c7376a" providerId="LiveId" clId="{265F7B51-C619-4186-B34A-E16A31BDC778}" dt="2024-09-15T18:53:49.966" v="102" actId="1036"/>
        <pc:sldMkLst>
          <pc:docMk/>
          <pc:sldMk cId="2757764999" sldId="512"/>
        </pc:sldMkLst>
      </pc:sldChg>
      <pc:sldChg chg="modSp mod">
        <pc:chgData name="zur bonsen georg" userId="5444515566c7376a" providerId="LiveId" clId="{265F7B51-C619-4186-B34A-E16A31BDC778}" dt="2024-09-15T18:49:50.477" v="21" actId="20577"/>
        <pc:sldMkLst>
          <pc:docMk/>
          <pc:sldMk cId="1674087842" sldId="514"/>
        </pc:sldMkLst>
      </pc:sldChg>
      <pc:sldChg chg="modSp mod">
        <pc:chgData name="zur bonsen georg" userId="5444515566c7376a" providerId="LiveId" clId="{265F7B51-C619-4186-B34A-E16A31BDC778}" dt="2024-09-15T19:14:11.379" v="166" actId="20577"/>
        <pc:sldMkLst>
          <pc:docMk/>
          <pc:sldMk cId="3613540113" sldId="517"/>
        </pc:sldMkLst>
      </pc:sldChg>
      <pc:sldChg chg="modSp del mod">
        <pc:chgData name="zur bonsen georg" userId="5444515566c7376a" providerId="LiveId" clId="{265F7B51-C619-4186-B34A-E16A31BDC778}" dt="2024-09-15T06:15:02.121" v="2" actId="47"/>
        <pc:sldMkLst>
          <pc:docMk/>
          <pc:sldMk cId="2671652507" sldId="522"/>
        </pc:sldMkLst>
      </pc:sldChg>
      <pc:sldChg chg="add del">
        <pc:chgData name="zur bonsen georg" userId="5444515566c7376a" providerId="LiveId" clId="{265F7B51-C619-4186-B34A-E16A31BDC778}" dt="2024-09-15T18:51:19.355" v="24" actId="47"/>
        <pc:sldMkLst>
          <pc:docMk/>
          <pc:sldMk cId="1469715223" sldId="529"/>
        </pc:sldMkLst>
      </pc:sldChg>
    </pc:docChg>
  </pc:docChgLst>
  <pc:docChgLst>
    <pc:chgData name="zur bonsen georg" userId="5444515566c7376a" providerId="LiveId" clId="{11228075-9DE1-477E-82EF-46392E09DCD0}"/>
    <pc:docChg chg="undo redo custSel addSld delSld modSld">
      <pc:chgData name="zur bonsen georg" userId="5444515566c7376a" providerId="LiveId" clId="{11228075-9DE1-477E-82EF-46392E09DCD0}" dt="2025-09-20T13:01:17.181" v="1704" actId="1035"/>
      <pc:docMkLst>
        <pc:docMk/>
      </pc:docMkLst>
      <pc:sldChg chg="addSp modSp mod">
        <pc:chgData name="zur bonsen georg" userId="5444515566c7376a" providerId="LiveId" clId="{11228075-9DE1-477E-82EF-46392E09DCD0}" dt="2025-09-20T13:01:17.181" v="1704" actId="1035"/>
        <pc:sldMkLst>
          <pc:docMk/>
          <pc:sldMk cId="307380128" sldId="500"/>
        </pc:sldMkLst>
        <pc:spChg chg="mod">
          <ac:chgData name="zur bonsen georg" userId="5444515566c7376a" providerId="LiveId" clId="{11228075-9DE1-477E-82EF-46392E09DCD0}" dt="2025-09-20T13:00:27.752" v="1682" actId="1036"/>
          <ac:spMkLst>
            <pc:docMk/>
            <pc:sldMk cId="307380128" sldId="500"/>
            <ac:spMk id="5" creationId="{DBCA76AD-70CA-40EE-8E7A-5316D0243104}"/>
          </ac:spMkLst>
        </pc:spChg>
        <pc:spChg chg="add mod">
          <ac:chgData name="zur bonsen georg" userId="5444515566c7376a" providerId="LiveId" clId="{11228075-9DE1-477E-82EF-46392E09DCD0}" dt="2025-09-20T12:58:58.550" v="1681" actId="207"/>
          <ac:spMkLst>
            <pc:docMk/>
            <pc:sldMk cId="307380128" sldId="500"/>
            <ac:spMk id="6" creationId="{80804526-A956-60CD-A48D-ACC87296F879}"/>
          </ac:spMkLst>
        </pc:spChg>
        <pc:spChg chg="add mod">
          <ac:chgData name="zur bonsen georg" userId="5444515566c7376a" providerId="LiveId" clId="{11228075-9DE1-477E-82EF-46392E09DCD0}" dt="2025-09-20T12:58:58.550" v="1681" actId="207"/>
          <ac:spMkLst>
            <pc:docMk/>
            <pc:sldMk cId="307380128" sldId="500"/>
            <ac:spMk id="7" creationId="{21137FE1-6B03-5569-86B5-98CC2D559726}"/>
          </ac:spMkLst>
        </pc:spChg>
        <pc:spChg chg="add mod">
          <ac:chgData name="zur bonsen georg" userId="5444515566c7376a" providerId="LiveId" clId="{11228075-9DE1-477E-82EF-46392E09DCD0}" dt="2025-09-20T12:58:58.550" v="1681" actId="207"/>
          <ac:spMkLst>
            <pc:docMk/>
            <pc:sldMk cId="307380128" sldId="500"/>
            <ac:spMk id="8" creationId="{5F0FBFCF-4B7F-F5C2-1C89-9653EC2A561B}"/>
          </ac:spMkLst>
        </pc:spChg>
        <pc:spChg chg="add mod">
          <ac:chgData name="zur bonsen georg" userId="5444515566c7376a" providerId="LiveId" clId="{11228075-9DE1-477E-82EF-46392E09DCD0}" dt="2025-09-20T12:58:58.550" v="1681" actId="207"/>
          <ac:spMkLst>
            <pc:docMk/>
            <pc:sldMk cId="307380128" sldId="500"/>
            <ac:spMk id="9" creationId="{85A5DA48-91AA-F417-9C81-0F3B103EB0FF}"/>
          </ac:spMkLst>
        </pc:spChg>
        <pc:spChg chg="add mod">
          <ac:chgData name="zur bonsen georg" userId="5444515566c7376a" providerId="LiveId" clId="{11228075-9DE1-477E-82EF-46392E09DCD0}" dt="2025-09-20T12:58:58.550" v="1681" actId="207"/>
          <ac:spMkLst>
            <pc:docMk/>
            <pc:sldMk cId="307380128" sldId="500"/>
            <ac:spMk id="12" creationId="{838C6507-5FB0-73F7-E64B-29ACC9D943A8}"/>
          </ac:spMkLst>
        </pc:spChg>
        <pc:spChg chg="add mod">
          <ac:chgData name="zur bonsen georg" userId="5444515566c7376a" providerId="LiveId" clId="{11228075-9DE1-477E-82EF-46392E09DCD0}" dt="2025-09-20T12:58:58.550" v="1681" actId="207"/>
          <ac:spMkLst>
            <pc:docMk/>
            <pc:sldMk cId="307380128" sldId="500"/>
            <ac:spMk id="13" creationId="{FC4F3647-B4E3-D983-A4B4-E51E427E6EDC}"/>
          </ac:spMkLst>
        </pc:spChg>
        <pc:spChg chg="add mod">
          <ac:chgData name="zur bonsen georg" userId="5444515566c7376a" providerId="LiveId" clId="{11228075-9DE1-477E-82EF-46392E09DCD0}" dt="2025-09-20T12:58:58.550" v="1681" actId="207"/>
          <ac:spMkLst>
            <pc:docMk/>
            <pc:sldMk cId="307380128" sldId="500"/>
            <ac:spMk id="14" creationId="{C4E54656-CE02-9D21-2CD7-FA74EA0340ED}"/>
          </ac:spMkLst>
        </pc:spChg>
        <pc:spChg chg="add mod">
          <ac:chgData name="zur bonsen georg" userId="5444515566c7376a" providerId="LiveId" clId="{11228075-9DE1-477E-82EF-46392E09DCD0}" dt="2025-09-20T12:58:58.550" v="1681" actId="207"/>
          <ac:spMkLst>
            <pc:docMk/>
            <pc:sldMk cId="307380128" sldId="500"/>
            <ac:spMk id="15" creationId="{7F61BA6A-3C44-4A2B-1969-D8B1ABAE4EAA}"/>
          </ac:spMkLst>
        </pc:spChg>
        <pc:spChg chg="mod">
          <ac:chgData name="zur bonsen georg" userId="5444515566c7376a" providerId="LiveId" clId="{11228075-9DE1-477E-82EF-46392E09DCD0}" dt="2025-09-20T13:01:17.181" v="1704" actId="1035"/>
          <ac:spMkLst>
            <pc:docMk/>
            <pc:sldMk cId="307380128" sldId="500"/>
            <ac:spMk id="31" creationId="{30F74EE0-149B-4BA3-B080-27885A883204}"/>
          </ac:spMkLst>
        </pc:spChg>
        <pc:spChg chg="mod">
          <ac:chgData name="zur bonsen georg" userId="5444515566c7376a" providerId="LiveId" clId="{11228075-9DE1-477E-82EF-46392E09DCD0}" dt="2025-09-20T13:01:17.181" v="1704" actId="1035"/>
          <ac:spMkLst>
            <pc:docMk/>
            <pc:sldMk cId="307380128" sldId="500"/>
            <ac:spMk id="33" creationId="{61CDD45E-4FE8-4066-91D0-2C183A905726}"/>
          </ac:spMkLst>
        </pc:spChg>
        <pc:spChg chg="mod">
          <ac:chgData name="zur bonsen georg" userId="5444515566c7376a" providerId="LiveId" clId="{11228075-9DE1-477E-82EF-46392E09DCD0}" dt="2025-09-20T13:01:17.181" v="1704" actId="1035"/>
          <ac:spMkLst>
            <pc:docMk/>
            <pc:sldMk cId="307380128" sldId="500"/>
            <ac:spMk id="34" creationId="{681EA0B9-CEB8-4F07-9B28-2252FE4DBAE2}"/>
          </ac:spMkLst>
        </pc:spChg>
        <pc:spChg chg="mod">
          <ac:chgData name="zur bonsen georg" userId="5444515566c7376a" providerId="LiveId" clId="{11228075-9DE1-477E-82EF-46392E09DCD0}" dt="2025-09-20T13:01:17.181" v="1704" actId="1035"/>
          <ac:spMkLst>
            <pc:docMk/>
            <pc:sldMk cId="307380128" sldId="500"/>
            <ac:spMk id="35" creationId="{5D0B4DBB-7692-4801-9109-B66F435C0896}"/>
          </ac:spMkLst>
        </pc:spChg>
        <pc:spChg chg="mod">
          <ac:chgData name="zur bonsen georg" userId="5444515566c7376a" providerId="LiveId" clId="{11228075-9DE1-477E-82EF-46392E09DCD0}" dt="2025-09-20T13:01:17.181" v="1704" actId="1035"/>
          <ac:spMkLst>
            <pc:docMk/>
            <pc:sldMk cId="307380128" sldId="500"/>
            <ac:spMk id="36" creationId="{F9DF5D53-B42B-4F76-8FB9-BC99DB111291}"/>
          </ac:spMkLst>
        </pc:spChg>
        <pc:spChg chg="mod">
          <ac:chgData name="zur bonsen georg" userId="5444515566c7376a" providerId="LiveId" clId="{11228075-9DE1-477E-82EF-46392E09DCD0}" dt="2025-09-20T13:01:17.181" v="1704" actId="1035"/>
          <ac:spMkLst>
            <pc:docMk/>
            <pc:sldMk cId="307380128" sldId="500"/>
            <ac:spMk id="37" creationId="{64B18FC4-0886-4DC5-844F-F1263FF7FCED}"/>
          </ac:spMkLst>
        </pc:spChg>
        <pc:spChg chg="mod">
          <ac:chgData name="zur bonsen georg" userId="5444515566c7376a" providerId="LiveId" clId="{11228075-9DE1-477E-82EF-46392E09DCD0}" dt="2025-09-20T13:01:17.181" v="1704" actId="1035"/>
          <ac:spMkLst>
            <pc:docMk/>
            <pc:sldMk cId="307380128" sldId="500"/>
            <ac:spMk id="38" creationId="{2BFD6B6D-B577-4D1B-9021-B5FE5143B9EB}"/>
          </ac:spMkLst>
        </pc:spChg>
        <pc:spChg chg="mod">
          <ac:chgData name="zur bonsen georg" userId="5444515566c7376a" providerId="LiveId" clId="{11228075-9DE1-477E-82EF-46392E09DCD0}" dt="2025-09-20T13:01:17.181" v="1704" actId="1035"/>
          <ac:spMkLst>
            <pc:docMk/>
            <pc:sldMk cId="307380128" sldId="500"/>
            <ac:spMk id="39" creationId="{20ACDF6D-68F2-4BFB-8896-C0E5E12ED295}"/>
          </ac:spMkLst>
        </pc:spChg>
        <pc:spChg chg="mod">
          <ac:chgData name="zur bonsen georg" userId="5444515566c7376a" providerId="LiveId" clId="{11228075-9DE1-477E-82EF-46392E09DCD0}" dt="2025-09-20T13:00:27.752" v="1682" actId="1036"/>
          <ac:spMkLst>
            <pc:docMk/>
            <pc:sldMk cId="307380128" sldId="500"/>
            <ac:spMk id="78" creationId="{06074B2B-89F4-4DAA-A8F9-0AE1ECDBE1B4}"/>
          </ac:spMkLst>
        </pc:spChg>
        <pc:spChg chg="mod">
          <ac:chgData name="zur bonsen georg" userId="5444515566c7376a" providerId="LiveId" clId="{11228075-9DE1-477E-82EF-46392E09DCD0}" dt="2025-09-20T13:00:27.752" v="1682" actId="1036"/>
          <ac:spMkLst>
            <pc:docMk/>
            <pc:sldMk cId="307380128" sldId="500"/>
            <ac:spMk id="79" creationId="{4C0A20BC-BD5B-4160-A549-9EF41C86469D}"/>
          </ac:spMkLst>
        </pc:spChg>
        <pc:spChg chg="mod">
          <ac:chgData name="zur bonsen georg" userId="5444515566c7376a" providerId="LiveId" clId="{11228075-9DE1-477E-82EF-46392E09DCD0}" dt="2025-09-20T13:00:27.752" v="1682" actId="1036"/>
          <ac:spMkLst>
            <pc:docMk/>
            <pc:sldMk cId="307380128" sldId="500"/>
            <ac:spMk id="80" creationId="{995570BA-35A2-432E-9996-2A3554605267}"/>
          </ac:spMkLst>
        </pc:spChg>
        <pc:spChg chg="mod">
          <ac:chgData name="zur bonsen georg" userId="5444515566c7376a" providerId="LiveId" clId="{11228075-9DE1-477E-82EF-46392E09DCD0}" dt="2025-09-20T13:00:27.752" v="1682" actId="1036"/>
          <ac:spMkLst>
            <pc:docMk/>
            <pc:sldMk cId="307380128" sldId="500"/>
            <ac:spMk id="81" creationId="{D0FCDBB6-9C96-4B00-BC61-5843BDBD06B3}"/>
          </ac:spMkLst>
        </pc:spChg>
        <pc:spChg chg="mod">
          <ac:chgData name="zur bonsen georg" userId="5444515566c7376a" providerId="LiveId" clId="{11228075-9DE1-477E-82EF-46392E09DCD0}" dt="2025-09-20T13:00:27.752" v="1682" actId="1036"/>
          <ac:spMkLst>
            <pc:docMk/>
            <pc:sldMk cId="307380128" sldId="500"/>
            <ac:spMk id="87" creationId="{98D2A44D-3F76-4FCB-8100-D6E3BC3257C7}"/>
          </ac:spMkLst>
        </pc:spChg>
        <pc:spChg chg="mod">
          <ac:chgData name="zur bonsen georg" userId="5444515566c7376a" providerId="LiveId" clId="{11228075-9DE1-477E-82EF-46392E09DCD0}" dt="2025-09-20T13:00:27.752" v="1682" actId="1036"/>
          <ac:spMkLst>
            <pc:docMk/>
            <pc:sldMk cId="307380128" sldId="500"/>
            <ac:spMk id="89" creationId="{EF199C2A-5543-45D5-A443-D813479DD658}"/>
          </ac:spMkLst>
        </pc:spChg>
        <pc:spChg chg="mod">
          <ac:chgData name="zur bonsen georg" userId="5444515566c7376a" providerId="LiveId" clId="{11228075-9DE1-477E-82EF-46392E09DCD0}" dt="2025-09-20T13:00:27.752" v="1682" actId="1036"/>
          <ac:spMkLst>
            <pc:docMk/>
            <pc:sldMk cId="307380128" sldId="500"/>
            <ac:spMk id="90" creationId="{351C833B-3397-43A3-84F1-3571C4FBD7D2}"/>
          </ac:spMkLst>
        </pc:spChg>
        <pc:grpChg chg="mod">
          <ac:chgData name="zur bonsen georg" userId="5444515566c7376a" providerId="LiveId" clId="{11228075-9DE1-477E-82EF-46392E09DCD0}" dt="2025-09-20T13:01:05.325" v="1700" actId="1076"/>
          <ac:grpSpMkLst>
            <pc:docMk/>
            <pc:sldMk cId="307380128" sldId="500"/>
            <ac:grpSpMk id="11" creationId="{FF9C4564-CDFB-4920-8794-8A0194E904D1}"/>
          </ac:grpSpMkLst>
        </pc:grpChg>
      </pc:sldChg>
      <pc:sldChg chg="addSp delSp modSp mod">
        <pc:chgData name="zur bonsen georg" userId="5444515566c7376a" providerId="LiveId" clId="{11228075-9DE1-477E-82EF-46392E09DCD0}" dt="2025-09-20T10:57:11.676" v="1371" actId="20577"/>
        <pc:sldMkLst>
          <pc:docMk/>
          <pc:sldMk cId="281680118" sldId="508"/>
        </pc:sldMkLst>
        <pc:spChg chg="add del mod">
          <ac:chgData name="zur bonsen georg" userId="5444515566c7376a" providerId="LiveId" clId="{11228075-9DE1-477E-82EF-46392E09DCD0}" dt="2025-09-20T10:47:31.333" v="1269" actId="478"/>
          <ac:spMkLst>
            <pc:docMk/>
            <pc:sldMk cId="281680118" sldId="508"/>
            <ac:spMk id="3" creationId="{C7D9CF6D-B6F6-7CC3-97A6-E10640752D84}"/>
          </ac:spMkLst>
        </pc:spChg>
        <pc:spChg chg="add del mod">
          <ac:chgData name="zur bonsen georg" userId="5444515566c7376a" providerId="LiveId" clId="{11228075-9DE1-477E-82EF-46392E09DCD0}" dt="2025-09-20T10:47:31.333" v="1269" actId="478"/>
          <ac:spMkLst>
            <pc:docMk/>
            <pc:sldMk cId="281680118" sldId="508"/>
            <ac:spMk id="4" creationId="{D3373887-44AF-164F-A6E1-1419A603F65B}"/>
          </ac:spMkLst>
        </pc:spChg>
        <pc:spChg chg="add del mod">
          <ac:chgData name="zur bonsen georg" userId="5444515566c7376a" providerId="LiveId" clId="{11228075-9DE1-477E-82EF-46392E09DCD0}" dt="2025-09-20T10:47:31.333" v="1269" actId="478"/>
          <ac:spMkLst>
            <pc:docMk/>
            <pc:sldMk cId="281680118" sldId="508"/>
            <ac:spMk id="5" creationId="{322CC810-0143-F93D-9DF7-1A13F8D43F18}"/>
          </ac:spMkLst>
        </pc:spChg>
        <pc:spChg chg="add del mod">
          <ac:chgData name="zur bonsen georg" userId="5444515566c7376a" providerId="LiveId" clId="{11228075-9DE1-477E-82EF-46392E09DCD0}" dt="2025-09-20T10:47:31.333" v="1269" actId="478"/>
          <ac:spMkLst>
            <pc:docMk/>
            <pc:sldMk cId="281680118" sldId="508"/>
            <ac:spMk id="6" creationId="{DA8E7DE3-EBA8-4459-39EF-0732F6780DDA}"/>
          </ac:spMkLst>
        </pc:spChg>
        <pc:spChg chg="add del mod">
          <ac:chgData name="zur bonsen georg" userId="5444515566c7376a" providerId="LiveId" clId="{11228075-9DE1-477E-82EF-46392E09DCD0}" dt="2025-09-20T10:47:31.333" v="1269" actId="478"/>
          <ac:spMkLst>
            <pc:docMk/>
            <pc:sldMk cId="281680118" sldId="508"/>
            <ac:spMk id="7" creationId="{664BCC59-9757-34CE-2206-D813F70433F1}"/>
          </ac:spMkLst>
        </pc:spChg>
        <pc:spChg chg="add del mod">
          <ac:chgData name="zur bonsen georg" userId="5444515566c7376a" providerId="LiveId" clId="{11228075-9DE1-477E-82EF-46392E09DCD0}" dt="2025-09-20T10:47:31.333" v="1269" actId="478"/>
          <ac:spMkLst>
            <pc:docMk/>
            <pc:sldMk cId="281680118" sldId="508"/>
            <ac:spMk id="8" creationId="{A08A48DF-7DE4-75B3-51D9-4F355C1D390D}"/>
          </ac:spMkLst>
        </pc:spChg>
        <pc:spChg chg="add del mod">
          <ac:chgData name="zur bonsen georg" userId="5444515566c7376a" providerId="LiveId" clId="{11228075-9DE1-477E-82EF-46392E09DCD0}" dt="2025-09-20T10:47:31.333" v="1269" actId="478"/>
          <ac:spMkLst>
            <pc:docMk/>
            <pc:sldMk cId="281680118" sldId="508"/>
            <ac:spMk id="9" creationId="{2127DD42-FA23-7E49-0352-3CAC15D7F511}"/>
          </ac:spMkLst>
        </pc:spChg>
        <pc:spChg chg="add del mod">
          <ac:chgData name="zur bonsen georg" userId="5444515566c7376a" providerId="LiveId" clId="{11228075-9DE1-477E-82EF-46392E09DCD0}" dt="2025-09-20T10:47:31.333" v="1269" actId="478"/>
          <ac:spMkLst>
            <pc:docMk/>
            <pc:sldMk cId="281680118" sldId="508"/>
            <ac:spMk id="10" creationId="{D16A4F43-50AB-66A3-0238-47AF9F4988F5}"/>
          </ac:spMkLst>
        </pc:spChg>
        <pc:spChg chg="add del mod">
          <ac:chgData name="zur bonsen georg" userId="5444515566c7376a" providerId="LiveId" clId="{11228075-9DE1-477E-82EF-46392E09DCD0}" dt="2025-09-20T10:47:31.333" v="1269" actId="478"/>
          <ac:spMkLst>
            <pc:docMk/>
            <pc:sldMk cId="281680118" sldId="508"/>
            <ac:spMk id="11" creationId="{3C0CE4BA-04A3-C3CE-8792-CBB6FAF93CE9}"/>
          </ac:spMkLst>
        </pc:spChg>
        <pc:spChg chg="add del mod">
          <ac:chgData name="zur bonsen georg" userId="5444515566c7376a" providerId="LiveId" clId="{11228075-9DE1-477E-82EF-46392E09DCD0}" dt="2025-09-20T10:46:48.054" v="1264" actId="478"/>
          <ac:spMkLst>
            <pc:docMk/>
            <pc:sldMk cId="281680118" sldId="508"/>
            <ac:spMk id="12" creationId="{13B81F42-B77D-DBAF-325C-AE7948A7DF9F}"/>
          </ac:spMkLst>
        </pc:spChg>
        <pc:spChg chg="add del mod">
          <ac:chgData name="zur bonsen georg" userId="5444515566c7376a" providerId="LiveId" clId="{11228075-9DE1-477E-82EF-46392E09DCD0}" dt="2025-09-20T10:46:48.054" v="1264" actId="478"/>
          <ac:spMkLst>
            <pc:docMk/>
            <pc:sldMk cId="281680118" sldId="508"/>
            <ac:spMk id="13" creationId="{67E16A83-49DF-062B-062D-FE688228186E}"/>
          </ac:spMkLst>
        </pc:spChg>
        <pc:spChg chg="add del mod">
          <ac:chgData name="zur bonsen georg" userId="5444515566c7376a" providerId="LiveId" clId="{11228075-9DE1-477E-82EF-46392E09DCD0}" dt="2025-09-20T10:47:17.166" v="1268" actId="478"/>
          <ac:spMkLst>
            <pc:docMk/>
            <pc:sldMk cId="281680118" sldId="508"/>
            <ac:spMk id="14" creationId="{DDD2C74F-1359-64D5-BE4D-190D8F2AE862}"/>
          </ac:spMkLst>
        </pc:spChg>
        <pc:spChg chg="add del mod">
          <ac:chgData name="zur bonsen georg" userId="5444515566c7376a" providerId="LiveId" clId="{11228075-9DE1-477E-82EF-46392E09DCD0}" dt="2025-09-20T10:56:40.419" v="1327" actId="478"/>
          <ac:spMkLst>
            <pc:docMk/>
            <pc:sldMk cId="281680118" sldId="508"/>
            <ac:spMk id="16" creationId="{20FD595F-2666-9176-2905-8906D9D5DA10}"/>
          </ac:spMkLst>
        </pc:spChg>
        <pc:spChg chg="mod">
          <ac:chgData name="zur bonsen georg" userId="5444515566c7376a" providerId="LiveId" clId="{11228075-9DE1-477E-82EF-46392E09DCD0}" dt="2025-09-20T10:45:36.826" v="1256" actId="207"/>
          <ac:spMkLst>
            <pc:docMk/>
            <pc:sldMk cId="281680118" sldId="508"/>
            <ac:spMk id="28" creationId="{6CB6B7CA-64B3-421C-A804-49F0145B62C1}"/>
          </ac:spMkLst>
        </pc:spChg>
        <pc:spChg chg="mod">
          <ac:chgData name="zur bonsen georg" userId="5444515566c7376a" providerId="LiveId" clId="{11228075-9DE1-477E-82EF-46392E09DCD0}" dt="2025-09-20T10:46:09.619" v="1259" actId="207"/>
          <ac:spMkLst>
            <pc:docMk/>
            <pc:sldMk cId="281680118" sldId="508"/>
            <ac:spMk id="34" creationId="{A6DD2971-12C7-4076-9703-01FF69EBDEFA}"/>
          </ac:spMkLst>
        </pc:spChg>
        <pc:spChg chg="mod">
          <ac:chgData name="zur bonsen georg" userId="5444515566c7376a" providerId="LiveId" clId="{11228075-9DE1-477E-82EF-46392E09DCD0}" dt="2025-09-20T10:46:09.619" v="1259" actId="207"/>
          <ac:spMkLst>
            <pc:docMk/>
            <pc:sldMk cId="281680118" sldId="508"/>
            <ac:spMk id="36" creationId="{DFFAA0A9-A507-4D93-BE46-511521A5AD92}"/>
          </ac:spMkLst>
        </pc:spChg>
        <pc:spChg chg="mod">
          <ac:chgData name="zur bonsen georg" userId="5444515566c7376a" providerId="LiveId" clId="{11228075-9DE1-477E-82EF-46392E09DCD0}" dt="2025-09-20T10:48:05.196" v="1317" actId="1035"/>
          <ac:spMkLst>
            <pc:docMk/>
            <pc:sldMk cId="281680118" sldId="508"/>
            <ac:spMk id="38" creationId="{E97CC6B8-44DF-4D47-9AD5-4CD8C9A16DE7}"/>
          </ac:spMkLst>
        </pc:spChg>
        <pc:spChg chg="mod">
          <ac:chgData name="zur bonsen georg" userId="5444515566c7376a" providerId="LiveId" clId="{11228075-9DE1-477E-82EF-46392E09DCD0}" dt="2025-09-20T10:56:38.254" v="1326" actId="207"/>
          <ac:spMkLst>
            <pc:docMk/>
            <pc:sldMk cId="281680118" sldId="508"/>
            <ac:spMk id="40" creationId="{22FBE4BE-F616-46C2-AAC9-63F289AA916F}"/>
          </ac:spMkLst>
        </pc:spChg>
        <pc:spChg chg="mod">
          <ac:chgData name="zur bonsen georg" userId="5444515566c7376a" providerId="LiveId" clId="{11228075-9DE1-477E-82EF-46392E09DCD0}" dt="2025-09-20T10:48:05.196" v="1317" actId="1035"/>
          <ac:spMkLst>
            <pc:docMk/>
            <pc:sldMk cId="281680118" sldId="508"/>
            <ac:spMk id="41" creationId="{506031A6-A80A-4A99-9B01-FE3C2619E675}"/>
          </ac:spMkLst>
        </pc:spChg>
        <pc:spChg chg="mod">
          <ac:chgData name="zur bonsen georg" userId="5444515566c7376a" providerId="LiveId" clId="{11228075-9DE1-477E-82EF-46392E09DCD0}" dt="2025-09-20T10:48:05.196" v="1317" actId="1035"/>
          <ac:spMkLst>
            <pc:docMk/>
            <pc:sldMk cId="281680118" sldId="508"/>
            <ac:spMk id="44" creationId="{DF460A4C-B249-4F0E-93EF-BBCCCD8A0784}"/>
          </ac:spMkLst>
        </pc:spChg>
        <pc:spChg chg="mod">
          <ac:chgData name="zur bonsen georg" userId="5444515566c7376a" providerId="LiveId" clId="{11228075-9DE1-477E-82EF-46392E09DCD0}" dt="2025-09-20T10:48:05.196" v="1317" actId="1035"/>
          <ac:spMkLst>
            <pc:docMk/>
            <pc:sldMk cId="281680118" sldId="508"/>
            <ac:spMk id="48" creationId="{377EB056-F8DD-4731-800B-117D8EC57019}"/>
          </ac:spMkLst>
        </pc:spChg>
        <pc:spChg chg="mod">
          <ac:chgData name="zur bonsen georg" userId="5444515566c7376a" providerId="LiveId" clId="{11228075-9DE1-477E-82EF-46392E09DCD0}" dt="2025-09-20T10:48:05.196" v="1317" actId="1035"/>
          <ac:spMkLst>
            <pc:docMk/>
            <pc:sldMk cId="281680118" sldId="508"/>
            <ac:spMk id="49" creationId="{4F8DF516-9F57-4601-9EBA-31382BB51905}"/>
          </ac:spMkLst>
        </pc:spChg>
        <pc:spChg chg="mod">
          <ac:chgData name="zur bonsen georg" userId="5444515566c7376a" providerId="LiveId" clId="{11228075-9DE1-477E-82EF-46392E09DCD0}" dt="2025-09-20T10:47:58.969" v="1307" actId="1036"/>
          <ac:spMkLst>
            <pc:docMk/>
            <pc:sldMk cId="281680118" sldId="508"/>
            <ac:spMk id="50" creationId="{B24D4BB0-2B0E-4020-BE20-40352A0CE595}"/>
          </ac:spMkLst>
        </pc:spChg>
        <pc:spChg chg="mod">
          <ac:chgData name="zur bonsen georg" userId="5444515566c7376a" providerId="LiveId" clId="{11228075-9DE1-477E-82EF-46392E09DCD0}" dt="2025-09-20T10:48:05.196" v="1317" actId="1035"/>
          <ac:spMkLst>
            <pc:docMk/>
            <pc:sldMk cId="281680118" sldId="508"/>
            <ac:spMk id="51" creationId="{2380098F-B36B-4A3F-AAD5-FD4205B62090}"/>
          </ac:spMkLst>
        </pc:spChg>
        <pc:spChg chg="mod">
          <ac:chgData name="zur bonsen georg" userId="5444515566c7376a" providerId="LiveId" clId="{11228075-9DE1-477E-82EF-46392E09DCD0}" dt="2025-09-20T10:48:05.196" v="1317" actId="1035"/>
          <ac:spMkLst>
            <pc:docMk/>
            <pc:sldMk cId="281680118" sldId="508"/>
            <ac:spMk id="58" creationId="{BEFE14AC-3C68-4A2B-BC8B-87812F574905}"/>
          </ac:spMkLst>
        </pc:spChg>
        <pc:spChg chg="mod">
          <ac:chgData name="zur bonsen georg" userId="5444515566c7376a" providerId="LiveId" clId="{11228075-9DE1-477E-82EF-46392E09DCD0}" dt="2025-09-20T10:48:05.196" v="1317" actId="1035"/>
          <ac:spMkLst>
            <pc:docMk/>
            <pc:sldMk cId="281680118" sldId="508"/>
            <ac:spMk id="59" creationId="{F440942B-C3C3-43D1-BA40-CAC1784C1598}"/>
          </ac:spMkLst>
        </pc:spChg>
        <pc:spChg chg="mod">
          <ac:chgData name="zur bonsen georg" userId="5444515566c7376a" providerId="LiveId" clId="{11228075-9DE1-477E-82EF-46392E09DCD0}" dt="2025-09-20T10:48:05.196" v="1317" actId="1035"/>
          <ac:spMkLst>
            <pc:docMk/>
            <pc:sldMk cId="281680118" sldId="508"/>
            <ac:spMk id="60" creationId="{088ADC96-E6E1-4667-A590-625FDDABF764}"/>
          </ac:spMkLst>
        </pc:spChg>
        <pc:spChg chg="mod">
          <ac:chgData name="zur bonsen georg" userId="5444515566c7376a" providerId="LiveId" clId="{11228075-9DE1-477E-82EF-46392E09DCD0}" dt="2025-09-20T10:57:11.676" v="1371" actId="20577"/>
          <ac:spMkLst>
            <pc:docMk/>
            <pc:sldMk cId="281680118" sldId="508"/>
            <ac:spMk id="70" creationId="{10C88A69-70FD-476B-BC65-029D09FFCE3F}"/>
          </ac:spMkLst>
        </pc:spChg>
        <pc:cxnChg chg="mod">
          <ac:chgData name="zur bonsen georg" userId="5444515566c7376a" providerId="LiveId" clId="{11228075-9DE1-477E-82EF-46392E09DCD0}" dt="2025-09-20T10:48:10.700" v="1318" actId="14100"/>
          <ac:cxnSpMkLst>
            <pc:docMk/>
            <pc:sldMk cId="281680118" sldId="508"/>
            <ac:cxnSpMk id="30" creationId="{82FC837B-7C24-4CE2-95E3-4D3B87F07330}"/>
          </ac:cxnSpMkLst>
        </pc:cxnChg>
        <pc:cxnChg chg="mod">
          <ac:chgData name="zur bonsen georg" userId="5444515566c7376a" providerId="LiveId" clId="{11228075-9DE1-477E-82EF-46392E09DCD0}" dt="2025-09-20T10:47:58.969" v="1307" actId="1036"/>
          <ac:cxnSpMkLst>
            <pc:docMk/>
            <pc:sldMk cId="281680118" sldId="508"/>
            <ac:cxnSpMk id="37" creationId="{D721E8CD-BA13-4A1B-A1A6-A0E736B21248}"/>
          </ac:cxnSpMkLst>
        </pc:cxnChg>
      </pc:sldChg>
      <pc:sldChg chg="modSp mod">
        <pc:chgData name="zur bonsen georg" userId="5444515566c7376a" providerId="LiveId" clId="{11228075-9DE1-477E-82EF-46392E09DCD0}" dt="2025-09-20T06:43:05.896" v="730" actId="208"/>
        <pc:sldMkLst>
          <pc:docMk/>
          <pc:sldMk cId="2757764999" sldId="512"/>
        </pc:sldMkLst>
        <pc:spChg chg="mod">
          <ac:chgData name="zur bonsen georg" userId="5444515566c7376a" providerId="LiveId" clId="{11228075-9DE1-477E-82EF-46392E09DCD0}" dt="2025-09-19T07:08:01.975" v="54" actId="20577"/>
          <ac:spMkLst>
            <pc:docMk/>
            <pc:sldMk cId="2757764999" sldId="512"/>
            <ac:spMk id="2" creationId="{00000000-0000-0000-0000-000000000000}"/>
          </ac:spMkLst>
        </pc:spChg>
        <pc:spChg chg="mod">
          <ac:chgData name="zur bonsen georg" userId="5444515566c7376a" providerId="LiveId" clId="{11228075-9DE1-477E-82EF-46392E09DCD0}" dt="2025-09-19T06:59:11.036" v="19" actId="20577"/>
          <ac:spMkLst>
            <pc:docMk/>
            <pc:sldMk cId="2757764999" sldId="512"/>
            <ac:spMk id="66" creationId="{D7C282CA-03E0-432E-90D2-46A21ADDEB6B}"/>
          </ac:spMkLst>
        </pc:spChg>
        <pc:spChg chg="mod">
          <ac:chgData name="zur bonsen georg" userId="5444515566c7376a" providerId="LiveId" clId="{11228075-9DE1-477E-82EF-46392E09DCD0}" dt="2025-09-19T06:59:14.096" v="29" actId="20577"/>
          <ac:spMkLst>
            <pc:docMk/>
            <pc:sldMk cId="2757764999" sldId="512"/>
            <ac:spMk id="135" creationId="{F24DA3E5-5973-49FF-8A79-B9A90F04067C}"/>
          </ac:spMkLst>
        </pc:spChg>
        <pc:cxnChg chg="mod">
          <ac:chgData name="zur bonsen georg" userId="5444515566c7376a" providerId="LiveId" clId="{11228075-9DE1-477E-82EF-46392E09DCD0}" dt="2025-09-20T06:43:05.896" v="730" actId="208"/>
          <ac:cxnSpMkLst>
            <pc:docMk/>
            <pc:sldMk cId="2757764999" sldId="512"/>
            <ac:cxnSpMk id="28" creationId="{E639D725-BB06-4B12-8B52-731C0FB0812C}"/>
          </ac:cxnSpMkLst>
        </pc:cxnChg>
      </pc:sldChg>
      <pc:sldChg chg="addSp delSp modSp mod">
        <pc:chgData name="zur bonsen georg" userId="5444515566c7376a" providerId="LiveId" clId="{11228075-9DE1-477E-82EF-46392E09DCD0}" dt="2025-09-20T11:02:43.450" v="1377" actId="478"/>
        <pc:sldMkLst>
          <pc:docMk/>
          <pc:sldMk cId="1841391240" sldId="513"/>
        </pc:sldMkLst>
        <pc:spChg chg="add del mod">
          <ac:chgData name="zur bonsen georg" userId="5444515566c7376a" providerId="LiveId" clId="{11228075-9DE1-477E-82EF-46392E09DCD0}" dt="2025-09-20T11:02:20.810" v="1374" actId="478"/>
          <ac:spMkLst>
            <pc:docMk/>
            <pc:sldMk cId="1841391240" sldId="513"/>
            <ac:spMk id="3" creationId="{74990D21-2433-BEED-6237-BFDD095D8FD5}"/>
          </ac:spMkLst>
        </pc:spChg>
        <pc:spChg chg="add del mod">
          <ac:chgData name="zur bonsen georg" userId="5444515566c7376a" providerId="LiveId" clId="{11228075-9DE1-477E-82EF-46392E09DCD0}" dt="2025-09-20T11:02:43.450" v="1377" actId="478"/>
          <ac:spMkLst>
            <pc:docMk/>
            <pc:sldMk cId="1841391240" sldId="513"/>
            <ac:spMk id="4" creationId="{68BED506-D53B-1DC9-022F-81C18A761D14}"/>
          </ac:spMkLst>
        </pc:spChg>
        <pc:spChg chg="mod">
          <ac:chgData name="zur bonsen georg" userId="5444515566c7376a" providerId="LiveId" clId="{11228075-9DE1-477E-82EF-46392E09DCD0}" dt="2025-09-20T11:02:19.158" v="1373" actId="207"/>
          <ac:spMkLst>
            <pc:docMk/>
            <pc:sldMk cId="1841391240" sldId="513"/>
            <ac:spMk id="18" creationId="{CD6ABD94-E5B6-4FE1-919E-4A756D0BE67A}"/>
          </ac:spMkLst>
        </pc:spChg>
        <pc:spChg chg="mod">
          <ac:chgData name="zur bonsen georg" userId="5444515566c7376a" providerId="LiveId" clId="{11228075-9DE1-477E-82EF-46392E09DCD0}" dt="2025-09-20T11:02:39.308" v="1376" actId="207"/>
          <ac:spMkLst>
            <pc:docMk/>
            <pc:sldMk cId="1841391240" sldId="513"/>
            <ac:spMk id="20" creationId="{0ACD5D2F-9466-46C2-BE68-FB771B55134F}"/>
          </ac:spMkLst>
        </pc:spChg>
        <pc:spChg chg="mod">
          <ac:chgData name="zur bonsen georg" userId="5444515566c7376a" providerId="LiveId" clId="{11228075-9DE1-477E-82EF-46392E09DCD0}" dt="2025-09-20T11:02:39.308" v="1376" actId="207"/>
          <ac:spMkLst>
            <pc:docMk/>
            <pc:sldMk cId="1841391240" sldId="513"/>
            <ac:spMk id="21" creationId="{4A5C35A6-C202-4799-87C1-FEC2A6E6E514}"/>
          </ac:spMkLst>
        </pc:spChg>
        <pc:spChg chg="mod">
          <ac:chgData name="zur bonsen georg" userId="5444515566c7376a" providerId="LiveId" clId="{11228075-9DE1-477E-82EF-46392E09DCD0}" dt="2025-09-20T11:02:39.308" v="1376" actId="207"/>
          <ac:spMkLst>
            <pc:docMk/>
            <pc:sldMk cId="1841391240" sldId="513"/>
            <ac:spMk id="22" creationId="{6FE43969-344E-4790-ADCE-A2BB49BADBBE}"/>
          </ac:spMkLst>
        </pc:spChg>
      </pc:sldChg>
      <pc:sldChg chg="addSp delSp modSp mod">
        <pc:chgData name="zur bonsen georg" userId="5444515566c7376a" providerId="LiveId" clId="{11228075-9DE1-477E-82EF-46392E09DCD0}" dt="2025-09-20T11:40:49.059" v="1401" actId="20577"/>
        <pc:sldMkLst>
          <pc:docMk/>
          <pc:sldMk cId="1674087842" sldId="514"/>
        </pc:sldMkLst>
        <pc:spChg chg="mod">
          <ac:chgData name="zur bonsen georg" userId="5444515566c7376a" providerId="LiveId" clId="{11228075-9DE1-477E-82EF-46392E09DCD0}" dt="2025-09-19T07:07:45.781" v="36" actId="20577"/>
          <ac:spMkLst>
            <pc:docMk/>
            <pc:sldMk cId="1674087842" sldId="514"/>
            <ac:spMk id="2" creationId="{00000000-0000-0000-0000-000000000000}"/>
          </ac:spMkLst>
        </pc:spChg>
        <pc:spChg chg="add mod ord">
          <ac:chgData name="zur bonsen georg" userId="5444515566c7376a" providerId="LiveId" clId="{11228075-9DE1-477E-82EF-46392E09DCD0}" dt="2025-09-20T06:58:25.906" v="976" actId="166"/>
          <ac:spMkLst>
            <pc:docMk/>
            <pc:sldMk cId="1674087842" sldId="514"/>
            <ac:spMk id="3" creationId="{D8EABDF6-1D62-8E29-E4F9-98193639EA98}"/>
          </ac:spMkLst>
        </pc:spChg>
        <pc:spChg chg="add del">
          <ac:chgData name="zur bonsen georg" userId="5444515566c7376a" providerId="LiveId" clId="{11228075-9DE1-477E-82EF-46392E09DCD0}" dt="2025-09-20T06:54:04.134" v="897" actId="478"/>
          <ac:spMkLst>
            <pc:docMk/>
            <pc:sldMk cId="1674087842" sldId="514"/>
            <ac:spMk id="4" creationId="{1046A89F-E586-4B65-833B-B056A52959D5}"/>
          </ac:spMkLst>
        </pc:spChg>
        <pc:spChg chg="add mod">
          <ac:chgData name="zur bonsen georg" userId="5444515566c7376a" providerId="LiveId" clId="{11228075-9DE1-477E-82EF-46392E09DCD0}" dt="2025-09-20T10:35:02.352" v="1237" actId="1038"/>
          <ac:spMkLst>
            <pc:docMk/>
            <pc:sldMk cId="1674087842" sldId="514"/>
            <ac:spMk id="4" creationId="{174AF62B-C523-3F5A-B849-218117062D1E}"/>
          </ac:spMkLst>
        </pc:spChg>
        <pc:spChg chg="add del mod">
          <ac:chgData name="zur bonsen georg" userId="5444515566c7376a" providerId="LiveId" clId="{11228075-9DE1-477E-82EF-46392E09DCD0}" dt="2025-09-20T06:40:34.241" v="685" actId="478"/>
          <ac:spMkLst>
            <pc:docMk/>
            <pc:sldMk cId="1674087842" sldId="514"/>
            <ac:spMk id="5" creationId="{D04CDB03-0393-1430-A9B4-D14CC8FDEF0F}"/>
          </ac:spMkLst>
        </pc:spChg>
        <pc:spChg chg="add del mod">
          <ac:chgData name="zur bonsen georg" userId="5444515566c7376a" providerId="LiveId" clId="{11228075-9DE1-477E-82EF-46392E09DCD0}" dt="2025-09-20T06:39:53.494" v="642" actId="478"/>
          <ac:spMkLst>
            <pc:docMk/>
            <pc:sldMk cId="1674087842" sldId="514"/>
            <ac:spMk id="6" creationId="{696372B4-7E21-0279-DCD4-4B58BE6E2ACB}"/>
          </ac:spMkLst>
        </pc:spChg>
        <pc:spChg chg="add del mod">
          <ac:chgData name="zur bonsen georg" userId="5444515566c7376a" providerId="LiveId" clId="{11228075-9DE1-477E-82EF-46392E09DCD0}" dt="2025-09-19T18:00:50.980" v="259" actId="478"/>
          <ac:spMkLst>
            <pc:docMk/>
            <pc:sldMk cId="1674087842" sldId="514"/>
            <ac:spMk id="7" creationId="{B29F0AAA-E65A-6B07-A90C-E3536450EE20}"/>
          </ac:spMkLst>
        </pc:spChg>
        <pc:spChg chg="add mod ord">
          <ac:chgData name="zur bonsen georg" userId="5444515566c7376a" providerId="LiveId" clId="{11228075-9DE1-477E-82EF-46392E09DCD0}" dt="2025-09-20T07:02:07.118" v="1043" actId="14100"/>
          <ac:spMkLst>
            <pc:docMk/>
            <pc:sldMk cId="1674087842" sldId="514"/>
            <ac:spMk id="8" creationId="{8A2EF7BD-5D84-ECC4-DC4C-35313208E43D}"/>
          </ac:spMkLst>
        </pc:spChg>
        <pc:spChg chg="add del mod">
          <ac:chgData name="zur bonsen georg" userId="5444515566c7376a" providerId="LiveId" clId="{11228075-9DE1-477E-82EF-46392E09DCD0}" dt="2025-09-19T18:03:35.147" v="325" actId="478"/>
          <ac:spMkLst>
            <pc:docMk/>
            <pc:sldMk cId="1674087842" sldId="514"/>
            <ac:spMk id="9" creationId="{2256CC87-91C9-C490-C831-B3A2C844EE8C}"/>
          </ac:spMkLst>
        </pc:spChg>
        <pc:spChg chg="add del mod">
          <ac:chgData name="zur bonsen georg" userId="5444515566c7376a" providerId="LiveId" clId="{11228075-9DE1-477E-82EF-46392E09DCD0}" dt="2025-09-19T18:04:28.052" v="343" actId="478"/>
          <ac:spMkLst>
            <pc:docMk/>
            <pc:sldMk cId="1674087842" sldId="514"/>
            <ac:spMk id="10" creationId="{D94C8ADC-5052-1772-A2B1-91179A386E27}"/>
          </ac:spMkLst>
        </pc:spChg>
        <pc:spChg chg="add mod ord">
          <ac:chgData name="zur bonsen georg" userId="5444515566c7376a" providerId="LiveId" clId="{11228075-9DE1-477E-82EF-46392E09DCD0}" dt="2025-09-20T06:56:45.670" v="959" actId="14100"/>
          <ac:spMkLst>
            <pc:docMk/>
            <pc:sldMk cId="1674087842" sldId="514"/>
            <ac:spMk id="11" creationId="{95EC3E0B-C371-266F-A7E6-FF02CF44CAE2}"/>
          </ac:spMkLst>
        </pc:spChg>
        <pc:spChg chg="add mod ord">
          <ac:chgData name="zur bonsen georg" userId="5444515566c7376a" providerId="LiveId" clId="{11228075-9DE1-477E-82EF-46392E09DCD0}" dt="2025-09-20T06:59:04.288" v="988" actId="1035"/>
          <ac:spMkLst>
            <pc:docMk/>
            <pc:sldMk cId="1674087842" sldId="514"/>
            <ac:spMk id="12" creationId="{44FF6E76-57A1-F68D-1ED2-D932122716C2}"/>
          </ac:spMkLst>
        </pc:spChg>
        <pc:spChg chg="add mod ord">
          <ac:chgData name="zur bonsen georg" userId="5444515566c7376a" providerId="LiveId" clId="{11228075-9DE1-477E-82EF-46392E09DCD0}" dt="2025-09-20T07:01:10.489" v="1013" actId="20577"/>
          <ac:spMkLst>
            <pc:docMk/>
            <pc:sldMk cId="1674087842" sldId="514"/>
            <ac:spMk id="13" creationId="{30A40C41-18B1-C1E8-A5AC-7B60D336662B}"/>
          </ac:spMkLst>
        </pc:spChg>
        <pc:spChg chg="add del mod">
          <ac:chgData name="zur bonsen georg" userId="5444515566c7376a" providerId="LiveId" clId="{11228075-9DE1-477E-82EF-46392E09DCD0}" dt="2025-09-20T07:00:22.459" v="1004" actId="478"/>
          <ac:spMkLst>
            <pc:docMk/>
            <pc:sldMk cId="1674087842" sldId="514"/>
            <ac:spMk id="16" creationId="{6B1EE664-8DAE-62E5-4A30-559F9A333D96}"/>
          </ac:spMkLst>
        </pc:spChg>
        <pc:spChg chg="add mod ord">
          <ac:chgData name="zur bonsen georg" userId="5444515566c7376a" providerId="LiveId" clId="{11228075-9DE1-477E-82EF-46392E09DCD0}" dt="2025-09-20T06:56:25.338" v="954" actId="1035"/>
          <ac:spMkLst>
            <pc:docMk/>
            <pc:sldMk cId="1674087842" sldId="514"/>
            <ac:spMk id="17" creationId="{B9D1EF18-D332-0595-F25A-FB0CFD17C5FF}"/>
          </ac:spMkLst>
        </pc:spChg>
        <pc:spChg chg="add mod ord">
          <ac:chgData name="zur bonsen georg" userId="5444515566c7376a" providerId="LiveId" clId="{11228075-9DE1-477E-82EF-46392E09DCD0}" dt="2025-09-20T06:59:49.054" v="993" actId="1076"/>
          <ac:spMkLst>
            <pc:docMk/>
            <pc:sldMk cId="1674087842" sldId="514"/>
            <ac:spMk id="18" creationId="{3E8DB126-0694-0935-D03F-DE4F1ABF37A7}"/>
          </ac:spMkLst>
        </pc:spChg>
        <pc:spChg chg="add mod">
          <ac:chgData name="zur bonsen georg" userId="5444515566c7376a" providerId="LiveId" clId="{11228075-9DE1-477E-82EF-46392E09DCD0}" dt="2025-09-20T06:59:16.196" v="989" actId="207"/>
          <ac:spMkLst>
            <pc:docMk/>
            <pc:sldMk cId="1674087842" sldId="514"/>
            <ac:spMk id="19" creationId="{3265D508-DAA2-2024-596E-C3C44D35AD04}"/>
          </ac:spMkLst>
        </pc:spChg>
        <pc:spChg chg="add mod">
          <ac:chgData name="zur bonsen georg" userId="5444515566c7376a" providerId="LiveId" clId="{11228075-9DE1-477E-82EF-46392E09DCD0}" dt="2025-09-20T07:02:31.710" v="1047" actId="14100"/>
          <ac:spMkLst>
            <pc:docMk/>
            <pc:sldMk cId="1674087842" sldId="514"/>
            <ac:spMk id="20" creationId="{DAE0A005-2F58-6099-BA50-B63E6B6D0EA0}"/>
          </ac:spMkLst>
        </pc:spChg>
        <pc:spChg chg="add del mod">
          <ac:chgData name="zur bonsen georg" userId="5444515566c7376a" providerId="LiveId" clId="{11228075-9DE1-477E-82EF-46392E09DCD0}" dt="2025-09-20T07:34:15.716" v="1054" actId="478"/>
          <ac:spMkLst>
            <pc:docMk/>
            <pc:sldMk cId="1674087842" sldId="514"/>
            <ac:spMk id="25" creationId="{4EC7E01B-76C2-BAD2-973C-145092BAB520}"/>
          </ac:spMkLst>
        </pc:spChg>
        <pc:spChg chg="mod">
          <ac:chgData name="zur bonsen georg" userId="5444515566c7376a" providerId="LiveId" clId="{11228075-9DE1-477E-82EF-46392E09DCD0}" dt="2025-09-20T10:35:02.352" v="1237" actId="1038"/>
          <ac:spMkLst>
            <pc:docMk/>
            <pc:sldMk cId="1674087842" sldId="514"/>
            <ac:spMk id="58" creationId="{E50990EA-EDBD-44C2-A1C9-466ED8B1F00A}"/>
          </ac:spMkLst>
        </pc:spChg>
        <pc:spChg chg="del mod">
          <ac:chgData name="zur bonsen georg" userId="5444515566c7376a" providerId="LiveId" clId="{11228075-9DE1-477E-82EF-46392E09DCD0}" dt="2025-09-20T10:32:01.504" v="1146" actId="478"/>
          <ac:spMkLst>
            <pc:docMk/>
            <pc:sldMk cId="1674087842" sldId="514"/>
            <ac:spMk id="59" creationId="{7ACD7D9C-0C85-4147-AF12-031603C2F2BF}"/>
          </ac:spMkLst>
        </pc:spChg>
        <pc:spChg chg="mod">
          <ac:chgData name="zur bonsen georg" userId="5444515566c7376a" providerId="LiveId" clId="{11228075-9DE1-477E-82EF-46392E09DCD0}" dt="2025-09-20T10:32:09.572" v="1163" actId="1037"/>
          <ac:spMkLst>
            <pc:docMk/>
            <pc:sldMk cId="1674087842" sldId="514"/>
            <ac:spMk id="60" creationId="{40BAE191-3136-45FE-B517-34A86D34CB92}"/>
          </ac:spMkLst>
        </pc:spChg>
        <pc:spChg chg="mod">
          <ac:chgData name="zur bonsen georg" userId="5444515566c7376a" providerId="LiveId" clId="{11228075-9DE1-477E-82EF-46392E09DCD0}" dt="2025-09-20T10:32:09.572" v="1163" actId="1037"/>
          <ac:spMkLst>
            <pc:docMk/>
            <pc:sldMk cId="1674087842" sldId="514"/>
            <ac:spMk id="61" creationId="{CD145C06-E09C-463F-B390-D48FB9684BB2}"/>
          </ac:spMkLst>
        </pc:spChg>
        <pc:spChg chg="mod">
          <ac:chgData name="zur bonsen georg" userId="5444515566c7376a" providerId="LiveId" clId="{11228075-9DE1-477E-82EF-46392E09DCD0}" dt="2025-09-20T10:32:09.572" v="1163" actId="1037"/>
          <ac:spMkLst>
            <pc:docMk/>
            <pc:sldMk cId="1674087842" sldId="514"/>
            <ac:spMk id="62" creationId="{7301D8F5-AA49-468A-9CEC-1B5B26F2E790}"/>
          </ac:spMkLst>
        </pc:spChg>
        <pc:spChg chg="del">
          <ac:chgData name="zur bonsen georg" userId="5444515566c7376a" providerId="LiveId" clId="{11228075-9DE1-477E-82EF-46392E09DCD0}" dt="2025-09-20T06:54:07.911" v="898" actId="478"/>
          <ac:spMkLst>
            <pc:docMk/>
            <pc:sldMk cId="1674087842" sldId="514"/>
            <ac:spMk id="63" creationId="{59D6DF6A-90B4-4CE3-AF8D-19DBC262DF35}"/>
          </ac:spMkLst>
        </pc:spChg>
        <pc:spChg chg="del">
          <ac:chgData name="zur bonsen georg" userId="5444515566c7376a" providerId="LiveId" clId="{11228075-9DE1-477E-82EF-46392E09DCD0}" dt="2025-09-20T06:54:09.279" v="899" actId="478"/>
          <ac:spMkLst>
            <pc:docMk/>
            <pc:sldMk cId="1674087842" sldId="514"/>
            <ac:spMk id="64" creationId="{FA6A6686-7669-4E63-8D4C-551D23F14592}"/>
          </ac:spMkLst>
        </pc:spChg>
        <pc:spChg chg="mod">
          <ac:chgData name="zur bonsen georg" userId="5444515566c7376a" providerId="LiveId" clId="{11228075-9DE1-477E-82EF-46392E09DCD0}" dt="2025-09-19T06:59:03.776" v="10" actId="20577"/>
          <ac:spMkLst>
            <pc:docMk/>
            <pc:sldMk cId="1674087842" sldId="514"/>
            <ac:spMk id="66" creationId="{D7C282CA-03E0-432E-90D2-46A21ADDEB6B}"/>
          </ac:spMkLst>
        </pc:spChg>
        <pc:spChg chg="mod">
          <ac:chgData name="zur bonsen georg" userId="5444515566c7376a" providerId="LiveId" clId="{11228075-9DE1-477E-82EF-46392E09DCD0}" dt="2025-09-20T11:40:49.059" v="1401" actId="20577"/>
          <ac:spMkLst>
            <pc:docMk/>
            <pc:sldMk cId="1674087842" sldId="514"/>
            <ac:spMk id="67" creationId="{6E8CDEE8-8744-46BF-ADBE-5DBFE1910F6C}"/>
          </ac:spMkLst>
        </pc:spChg>
        <pc:spChg chg="mod">
          <ac:chgData name="zur bonsen georg" userId="5444515566c7376a" providerId="LiveId" clId="{11228075-9DE1-477E-82EF-46392E09DCD0}" dt="2025-09-20T07:03:25.768" v="1050" actId="1036"/>
          <ac:spMkLst>
            <pc:docMk/>
            <pc:sldMk cId="1674087842" sldId="514"/>
            <ac:spMk id="68" creationId="{24EADCBD-36BA-455B-9DA5-C3EA6132198B}"/>
          </ac:spMkLst>
        </pc:spChg>
        <pc:spChg chg="mod">
          <ac:chgData name="zur bonsen georg" userId="5444515566c7376a" providerId="LiveId" clId="{11228075-9DE1-477E-82EF-46392E09DCD0}" dt="2025-09-20T07:03:22.392" v="1049" actId="1036"/>
          <ac:spMkLst>
            <pc:docMk/>
            <pc:sldMk cId="1674087842" sldId="514"/>
            <ac:spMk id="69" creationId="{7D2C2B39-C74C-421A-972B-4BBF9B6796F3}"/>
          </ac:spMkLst>
        </pc:spChg>
        <pc:spChg chg="mod ord">
          <ac:chgData name="zur bonsen georg" userId="5444515566c7376a" providerId="LiveId" clId="{11228075-9DE1-477E-82EF-46392E09DCD0}" dt="2025-09-20T07:01:05.424" v="1012" actId="14100"/>
          <ac:spMkLst>
            <pc:docMk/>
            <pc:sldMk cId="1674087842" sldId="514"/>
            <ac:spMk id="75" creationId="{A1501889-DF3B-413D-8BF2-F9085FFD27A9}"/>
          </ac:spMkLst>
        </pc:spChg>
        <pc:spChg chg="mod ord">
          <ac:chgData name="zur bonsen georg" userId="5444515566c7376a" providerId="LiveId" clId="{11228075-9DE1-477E-82EF-46392E09DCD0}" dt="2025-09-20T07:01:05.424" v="1012" actId="14100"/>
          <ac:spMkLst>
            <pc:docMk/>
            <pc:sldMk cId="1674087842" sldId="514"/>
            <ac:spMk id="76" creationId="{C161AAA1-F453-49C0-8095-E72264352C0E}"/>
          </ac:spMkLst>
        </pc:spChg>
        <pc:spChg chg="del">
          <ac:chgData name="zur bonsen georg" userId="5444515566c7376a" providerId="LiveId" clId="{11228075-9DE1-477E-82EF-46392E09DCD0}" dt="2025-09-19T18:00:56.218" v="260" actId="478"/>
          <ac:spMkLst>
            <pc:docMk/>
            <pc:sldMk cId="1674087842" sldId="514"/>
            <ac:spMk id="77" creationId="{A45AF967-822E-4103-852D-168CE2E5153B}"/>
          </ac:spMkLst>
        </pc:spChg>
        <pc:spChg chg="add del mod">
          <ac:chgData name="zur bonsen georg" userId="5444515566c7376a" providerId="LiveId" clId="{11228075-9DE1-477E-82EF-46392E09DCD0}" dt="2025-09-19T18:08:01.300" v="548" actId="478"/>
          <ac:spMkLst>
            <pc:docMk/>
            <pc:sldMk cId="1674087842" sldId="514"/>
            <ac:spMk id="78" creationId="{B673E06C-21EA-4533-B3C6-26AF672E1587}"/>
          </ac:spMkLst>
        </pc:spChg>
        <pc:spChg chg="mod">
          <ac:chgData name="zur bonsen georg" userId="5444515566c7376a" providerId="LiveId" clId="{11228075-9DE1-477E-82EF-46392E09DCD0}" dt="2025-09-20T06:57:40.705" v="964" actId="14100"/>
          <ac:spMkLst>
            <pc:docMk/>
            <pc:sldMk cId="1674087842" sldId="514"/>
            <ac:spMk id="79" creationId="{8B13D5CF-57EF-457A-9962-ED8814EA3851}"/>
          </ac:spMkLst>
        </pc:spChg>
        <pc:spChg chg="del mod">
          <ac:chgData name="zur bonsen georg" userId="5444515566c7376a" providerId="LiveId" clId="{11228075-9DE1-477E-82EF-46392E09DCD0}" dt="2025-09-20T06:50:42.248" v="863" actId="478"/>
          <ac:spMkLst>
            <pc:docMk/>
            <pc:sldMk cId="1674087842" sldId="514"/>
            <ac:spMk id="80" creationId="{C77BE7FB-FA68-43E1-986A-F243BFD806BC}"/>
          </ac:spMkLst>
        </pc:spChg>
        <pc:spChg chg="mod">
          <ac:chgData name="zur bonsen georg" userId="5444515566c7376a" providerId="LiveId" clId="{11228075-9DE1-477E-82EF-46392E09DCD0}" dt="2025-09-20T06:57:40.705" v="964" actId="14100"/>
          <ac:spMkLst>
            <pc:docMk/>
            <pc:sldMk cId="1674087842" sldId="514"/>
            <ac:spMk id="81" creationId="{25AB34E7-371E-4C85-B4D8-731F3244EE03}"/>
          </ac:spMkLst>
        </pc:spChg>
        <pc:spChg chg="mod">
          <ac:chgData name="zur bonsen georg" userId="5444515566c7376a" providerId="LiveId" clId="{11228075-9DE1-477E-82EF-46392E09DCD0}" dt="2025-09-20T10:32:09.572" v="1163" actId="1037"/>
          <ac:spMkLst>
            <pc:docMk/>
            <pc:sldMk cId="1674087842" sldId="514"/>
            <ac:spMk id="82" creationId="{1FC4342C-1269-43DA-AC5E-B329F1629E75}"/>
          </ac:spMkLst>
        </pc:spChg>
        <pc:spChg chg="mod">
          <ac:chgData name="zur bonsen georg" userId="5444515566c7376a" providerId="LiveId" clId="{11228075-9DE1-477E-82EF-46392E09DCD0}" dt="2025-09-20T06:57:40.705" v="964" actId="14100"/>
          <ac:spMkLst>
            <pc:docMk/>
            <pc:sldMk cId="1674087842" sldId="514"/>
            <ac:spMk id="85" creationId="{F8883378-1B0D-4E32-BBF2-A3D8BBD4621E}"/>
          </ac:spMkLst>
        </pc:spChg>
        <pc:spChg chg="mod">
          <ac:chgData name="zur bonsen georg" userId="5444515566c7376a" providerId="LiveId" clId="{11228075-9DE1-477E-82EF-46392E09DCD0}" dt="2025-09-20T06:57:40.705" v="964" actId="14100"/>
          <ac:spMkLst>
            <pc:docMk/>
            <pc:sldMk cId="1674087842" sldId="514"/>
            <ac:spMk id="86" creationId="{BDF35AB9-BEB8-426F-91C3-EE70A8B8E5A7}"/>
          </ac:spMkLst>
        </pc:spChg>
        <pc:spChg chg="del">
          <ac:chgData name="zur bonsen georg" userId="5444515566c7376a" providerId="LiveId" clId="{11228075-9DE1-477E-82EF-46392E09DCD0}" dt="2025-09-19T17:56:17.313" v="58" actId="478"/>
          <ac:spMkLst>
            <pc:docMk/>
            <pc:sldMk cId="1674087842" sldId="514"/>
            <ac:spMk id="87" creationId="{5F811C55-C066-4D33-A253-5A901D75DDEC}"/>
          </ac:spMkLst>
        </pc:spChg>
        <pc:spChg chg="del">
          <ac:chgData name="zur bonsen georg" userId="5444515566c7376a" providerId="LiveId" clId="{11228075-9DE1-477E-82EF-46392E09DCD0}" dt="2025-09-19T17:56:17.313" v="58" actId="478"/>
          <ac:spMkLst>
            <pc:docMk/>
            <pc:sldMk cId="1674087842" sldId="514"/>
            <ac:spMk id="88" creationId="{654BC8F4-365C-4AFC-91A5-AC7FE1356F0C}"/>
          </ac:spMkLst>
        </pc:spChg>
        <pc:spChg chg="del">
          <ac:chgData name="zur bonsen georg" userId="5444515566c7376a" providerId="LiveId" clId="{11228075-9DE1-477E-82EF-46392E09DCD0}" dt="2025-09-20T06:54:00.355" v="894" actId="478"/>
          <ac:spMkLst>
            <pc:docMk/>
            <pc:sldMk cId="1674087842" sldId="514"/>
            <ac:spMk id="89" creationId="{90BDBA5A-3D0E-47A3-B284-CEF26F60B1B0}"/>
          </ac:spMkLst>
        </pc:spChg>
        <pc:spChg chg="mod">
          <ac:chgData name="zur bonsen georg" userId="5444515566c7376a" providerId="LiveId" clId="{11228075-9DE1-477E-82EF-46392E09DCD0}" dt="2025-09-19T18:06:39.437" v="496" actId="1038"/>
          <ac:spMkLst>
            <pc:docMk/>
            <pc:sldMk cId="1674087842" sldId="514"/>
            <ac:spMk id="90" creationId="{43C45C2E-950A-43A4-955E-B7837A1957E5}"/>
          </ac:spMkLst>
        </pc:spChg>
        <pc:spChg chg="mod">
          <ac:chgData name="zur bonsen georg" userId="5444515566c7376a" providerId="LiveId" clId="{11228075-9DE1-477E-82EF-46392E09DCD0}" dt="2025-09-19T18:06:44.204" v="539" actId="1038"/>
          <ac:spMkLst>
            <pc:docMk/>
            <pc:sldMk cId="1674087842" sldId="514"/>
            <ac:spMk id="91" creationId="{4B6288E5-5141-4C33-A87C-4BEA2577B312}"/>
          </ac:spMkLst>
        </pc:spChg>
        <pc:spChg chg="mod">
          <ac:chgData name="zur bonsen georg" userId="5444515566c7376a" providerId="LiveId" clId="{11228075-9DE1-477E-82EF-46392E09DCD0}" dt="2025-09-20T07:02:22.016" v="1046" actId="14100"/>
          <ac:spMkLst>
            <pc:docMk/>
            <pc:sldMk cId="1674087842" sldId="514"/>
            <ac:spMk id="92" creationId="{35491E2C-336A-455A-844B-E7F6A785097D}"/>
          </ac:spMkLst>
        </pc:spChg>
        <pc:spChg chg="del mod">
          <ac:chgData name="zur bonsen georg" userId="5444515566c7376a" providerId="LiveId" clId="{11228075-9DE1-477E-82EF-46392E09DCD0}" dt="2025-09-20T07:00:24.061" v="1006" actId="478"/>
          <ac:spMkLst>
            <pc:docMk/>
            <pc:sldMk cId="1674087842" sldId="514"/>
            <ac:spMk id="93" creationId="{D568A228-18DC-4D4F-AE7F-18EF2142D8FC}"/>
          </ac:spMkLst>
        </pc:spChg>
        <pc:spChg chg="del mod">
          <ac:chgData name="zur bonsen georg" userId="5444515566c7376a" providerId="LiveId" clId="{11228075-9DE1-477E-82EF-46392E09DCD0}" dt="2025-09-20T07:00:23.472" v="1005" actId="478"/>
          <ac:spMkLst>
            <pc:docMk/>
            <pc:sldMk cId="1674087842" sldId="514"/>
            <ac:spMk id="94" creationId="{A34DCA84-5437-4953-A41F-7D1F8BBEDDAE}"/>
          </ac:spMkLst>
        </pc:spChg>
        <pc:spChg chg="del">
          <ac:chgData name="zur bonsen georg" userId="5444515566c7376a" providerId="LiveId" clId="{11228075-9DE1-477E-82EF-46392E09DCD0}" dt="2025-09-19T17:56:17.313" v="58" actId="478"/>
          <ac:spMkLst>
            <pc:docMk/>
            <pc:sldMk cId="1674087842" sldId="514"/>
            <ac:spMk id="95" creationId="{1876A4DD-C6B9-4911-95AE-A1BDFC478F6E}"/>
          </ac:spMkLst>
        </pc:spChg>
        <pc:spChg chg="del">
          <ac:chgData name="zur bonsen georg" userId="5444515566c7376a" providerId="LiveId" clId="{11228075-9DE1-477E-82EF-46392E09DCD0}" dt="2025-09-20T06:54:03.216" v="896" actId="478"/>
          <ac:spMkLst>
            <pc:docMk/>
            <pc:sldMk cId="1674087842" sldId="514"/>
            <ac:spMk id="96" creationId="{24A7322F-FDF6-41F4-A1B5-4739450DDE81}"/>
          </ac:spMkLst>
        </pc:spChg>
        <pc:spChg chg="del mod">
          <ac:chgData name="zur bonsen georg" userId="5444515566c7376a" providerId="LiveId" clId="{11228075-9DE1-477E-82EF-46392E09DCD0}" dt="2025-09-19T18:02:42.732" v="291" actId="478"/>
          <ac:spMkLst>
            <pc:docMk/>
            <pc:sldMk cId="1674087842" sldId="514"/>
            <ac:spMk id="99" creationId="{A698C1F8-199C-4FB3-BB50-DDCB9059E9DE}"/>
          </ac:spMkLst>
        </pc:spChg>
        <pc:spChg chg="mod">
          <ac:chgData name="zur bonsen georg" userId="5444515566c7376a" providerId="LiveId" clId="{11228075-9DE1-477E-82EF-46392E09DCD0}" dt="2025-09-19T06:58:36.852" v="1" actId="6549"/>
          <ac:spMkLst>
            <pc:docMk/>
            <pc:sldMk cId="1674087842" sldId="514"/>
            <ac:spMk id="104" creationId="{BDBFE104-73F4-4BA9-A3EF-E0F1D3D78B3B}"/>
          </ac:spMkLst>
        </pc:spChg>
        <pc:spChg chg="del mod">
          <ac:chgData name="zur bonsen georg" userId="5444515566c7376a" providerId="LiveId" clId="{11228075-9DE1-477E-82EF-46392E09DCD0}" dt="2025-09-19T18:04:13.738" v="335" actId="478"/>
          <ac:spMkLst>
            <pc:docMk/>
            <pc:sldMk cId="1674087842" sldId="514"/>
            <ac:spMk id="105" creationId="{8E8E6FDA-300F-460E-8FEC-6E3085517C9B}"/>
          </ac:spMkLst>
        </pc:spChg>
        <pc:spChg chg="mod">
          <ac:chgData name="zur bonsen georg" userId="5444515566c7376a" providerId="LiveId" clId="{11228075-9DE1-477E-82EF-46392E09DCD0}" dt="2025-09-20T06:44:01.337" v="734" actId="20577"/>
          <ac:spMkLst>
            <pc:docMk/>
            <pc:sldMk cId="1674087842" sldId="514"/>
            <ac:spMk id="108" creationId="{9E0E2376-6D13-4DDE-9364-CF47A8A51392}"/>
          </ac:spMkLst>
        </pc:spChg>
        <pc:spChg chg="mod">
          <ac:chgData name="zur bonsen georg" userId="5444515566c7376a" providerId="LiveId" clId="{11228075-9DE1-477E-82EF-46392E09DCD0}" dt="2025-09-20T11:37:16.947" v="1386" actId="20577"/>
          <ac:spMkLst>
            <pc:docMk/>
            <pc:sldMk cId="1674087842" sldId="514"/>
            <ac:spMk id="109" creationId="{D74EEDAB-9C7B-497C-9AE9-2B40C560D2FF}"/>
          </ac:spMkLst>
        </pc:spChg>
        <pc:spChg chg="mod">
          <ac:chgData name="zur bonsen georg" userId="5444515566c7376a" providerId="LiveId" clId="{11228075-9DE1-477E-82EF-46392E09DCD0}" dt="2025-09-20T10:41:22.632" v="1251" actId="20577"/>
          <ac:spMkLst>
            <pc:docMk/>
            <pc:sldMk cId="1674087842" sldId="514"/>
            <ac:spMk id="110" creationId="{CB9C0CD7-0523-4FC2-BAC1-403F4784D435}"/>
          </ac:spMkLst>
        </pc:spChg>
        <pc:spChg chg="mod">
          <ac:chgData name="zur bonsen georg" userId="5444515566c7376a" providerId="LiveId" clId="{11228075-9DE1-477E-82EF-46392E09DCD0}" dt="2025-09-19T18:06:39.437" v="496" actId="1038"/>
          <ac:spMkLst>
            <pc:docMk/>
            <pc:sldMk cId="1674087842" sldId="514"/>
            <ac:spMk id="112" creationId="{1653CB6D-C51F-4D27-A010-85080B6CF3C8}"/>
          </ac:spMkLst>
        </pc:spChg>
        <pc:spChg chg="mod">
          <ac:chgData name="zur bonsen georg" userId="5444515566c7376a" providerId="LiveId" clId="{11228075-9DE1-477E-82EF-46392E09DCD0}" dt="2025-09-19T18:06:27.564" v="376" actId="1076"/>
          <ac:spMkLst>
            <pc:docMk/>
            <pc:sldMk cId="1674087842" sldId="514"/>
            <ac:spMk id="113" creationId="{676EFBA8-330D-49EE-A600-C5EE81C07661}"/>
          </ac:spMkLst>
        </pc:spChg>
        <pc:spChg chg="mod">
          <ac:chgData name="zur bonsen georg" userId="5444515566c7376a" providerId="LiveId" clId="{11228075-9DE1-477E-82EF-46392E09DCD0}" dt="2025-09-19T18:06:39.437" v="496" actId="1038"/>
          <ac:spMkLst>
            <pc:docMk/>
            <pc:sldMk cId="1674087842" sldId="514"/>
            <ac:spMk id="115" creationId="{6EEB48F0-9767-4B6E-8752-5D32AC4B5587}"/>
          </ac:spMkLst>
        </pc:spChg>
        <pc:spChg chg="mod ord">
          <ac:chgData name="zur bonsen georg" userId="5444515566c7376a" providerId="LiveId" clId="{11228075-9DE1-477E-82EF-46392E09DCD0}" dt="2025-09-20T06:56:25.338" v="954" actId="1035"/>
          <ac:spMkLst>
            <pc:docMk/>
            <pc:sldMk cId="1674087842" sldId="514"/>
            <ac:spMk id="121" creationId="{ACC0399D-17F5-4015-863B-0EC1D5A2291E}"/>
          </ac:spMkLst>
        </pc:spChg>
        <pc:spChg chg="del">
          <ac:chgData name="zur bonsen georg" userId="5444515566c7376a" providerId="LiveId" clId="{11228075-9DE1-477E-82EF-46392E09DCD0}" dt="2025-09-20T06:54:41.344" v="922" actId="478"/>
          <ac:spMkLst>
            <pc:docMk/>
            <pc:sldMk cId="1674087842" sldId="514"/>
            <ac:spMk id="122" creationId="{E21C2135-4099-490D-B8F0-B1CF2F71C05B}"/>
          </ac:spMkLst>
        </pc:spChg>
        <pc:spChg chg="del mod">
          <ac:chgData name="zur bonsen georg" userId="5444515566c7376a" providerId="LiveId" clId="{11228075-9DE1-477E-82EF-46392E09DCD0}" dt="2025-09-20T07:03:31.101" v="1051" actId="478"/>
          <ac:spMkLst>
            <pc:docMk/>
            <pc:sldMk cId="1674087842" sldId="514"/>
            <ac:spMk id="123" creationId="{16F5CE86-CF18-47F5-8E97-AA127F11F262}"/>
          </ac:spMkLst>
        </pc:spChg>
        <pc:spChg chg="mod ord">
          <ac:chgData name="zur bonsen georg" userId="5444515566c7376a" providerId="LiveId" clId="{11228075-9DE1-477E-82EF-46392E09DCD0}" dt="2025-09-20T06:56:59.996" v="961" actId="14100"/>
          <ac:spMkLst>
            <pc:docMk/>
            <pc:sldMk cId="1674087842" sldId="514"/>
            <ac:spMk id="126" creationId="{CF876EC3-C55E-4ADE-B4B5-52D24FD7AA60}"/>
          </ac:spMkLst>
        </pc:spChg>
        <pc:spChg chg="del">
          <ac:chgData name="zur bonsen georg" userId="5444515566c7376a" providerId="LiveId" clId="{11228075-9DE1-477E-82EF-46392E09DCD0}" dt="2025-09-20T06:54:02.070" v="895" actId="478"/>
          <ac:spMkLst>
            <pc:docMk/>
            <pc:sldMk cId="1674087842" sldId="514"/>
            <ac:spMk id="130" creationId="{63D1935B-2F88-4B27-A250-B7A19EB0DD0E}"/>
          </ac:spMkLst>
        </pc:spChg>
        <pc:spChg chg="mod">
          <ac:chgData name="zur bonsen georg" userId="5444515566c7376a" providerId="LiveId" clId="{11228075-9DE1-477E-82EF-46392E09DCD0}" dt="2025-09-20T10:31:53.639" v="1145" actId="20577"/>
          <ac:spMkLst>
            <pc:docMk/>
            <pc:sldMk cId="1674087842" sldId="514"/>
            <ac:spMk id="131" creationId="{E468455B-7FD0-4EFE-B29D-9815F3D10ADD}"/>
          </ac:spMkLst>
        </pc:spChg>
        <pc:cxnChg chg="add del mod ord">
          <ac:chgData name="zur bonsen georg" userId="5444515566c7376a" providerId="LiveId" clId="{11228075-9DE1-477E-82EF-46392E09DCD0}" dt="2025-09-20T07:02:38.810" v="1048" actId="478"/>
          <ac:cxnSpMkLst>
            <pc:docMk/>
            <pc:sldMk cId="1674087842" sldId="514"/>
            <ac:cxnSpMk id="9" creationId="{A69B635B-F524-9DF2-162B-AEF2E0FA0EEC}"/>
          </ac:cxnSpMkLst>
        </pc:cxnChg>
        <pc:cxnChg chg="add del mod ord">
          <ac:chgData name="zur bonsen georg" userId="5444515566c7376a" providerId="LiveId" clId="{11228075-9DE1-477E-82EF-46392E09DCD0}" dt="2025-09-20T07:02:38.810" v="1048" actId="478"/>
          <ac:cxnSpMkLst>
            <pc:docMk/>
            <pc:sldMk cId="1674087842" sldId="514"/>
            <ac:cxnSpMk id="10" creationId="{ABF8D27A-04BA-2563-08CB-8225A8A3C44A}"/>
          </ac:cxnSpMkLst>
        </pc:cxnChg>
        <pc:cxnChg chg="mod">
          <ac:chgData name="zur bonsen georg" userId="5444515566c7376a" providerId="LiveId" clId="{11228075-9DE1-477E-82EF-46392E09DCD0}" dt="2025-09-20T10:32:09.572" v="1163" actId="1037"/>
          <ac:cxnSpMkLst>
            <pc:docMk/>
            <pc:sldMk cId="1674087842" sldId="514"/>
            <ac:cxnSpMk id="83" creationId="{D0D91D79-99C0-4F87-924C-90F084C7D7B7}"/>
          </ac:cxnSpMkLst>
        </pc:cxnChg>
        <pc:cxnChg chg="mod">
          <ac:chgData name="zur bonsen georg" userId="5444515566c7376a" providerId="LiveId" clId="{11228075-9DE1-477E-82EF-46392E09DCD0}" dt="2025-09-20T06:42:49.749" v="729" actId="208"/>
          <ac:cxnSpMkLst>
            <pc:docMk/>
            <pc:sldMk cId="1674087842" sldId="514"/>
            <ac:cxnSpMk id="84" creationId="{A0CD7589-058D-4D03-B0E5-BE7A67374389}"/>
          </ac:cxnSpMkLst>
        </pc:cxnChg>
      </pc:sldChg>
      <pc:sldChg chg="del">
        <pc:chgData name="zur bonsen georg" userId="5444515566c7376a" providerId="LiveId" clId="{11228075-9DE1-477E-82EF-46392E09DCD0}" dt="2025-09-20T12:49:55.598" v="1402" actId="47"/>
        <pc:sldMkLst>
          <pc:docMk/>
          <pc:sldMk cId="20635292" sldId="524"/>
        </pc:sldMkLst>
      </pc:sldChg>
      <pc:sldChg chg="modSp add del mod">
        <pc:chgData name="zur bonsen georg" userId="5444515566c7376a" providerId="LiveId" clId="{11228075-9DE1-477E-82EF-46392E09DCD0}" dt="2025-09-20T10:44:39.629" v="1252" actId="47"/>
        <pc:sldMkLst>
          <pc:docMk/>
          <pc:sldMk cId="3435309071" sldId="532"/>
        </pc:sldMkLst>
        <pc:spChg chg="mod">
          <ac:chgData name="zur bonsen georg" userId="5444515566c7376a" providerId="LiveId" clId="{11228075-9DE1-477E-82EF-46392E09DCD0}" dt="2025-09-19T17:56:03.438" v="56" actId="207"/>
          <ac:spMkLst>
            <pc:docMk/>
            <pc:sldMk cId="3435309071" sldId="532"/>
            <ac:spMk id="2" creationId="{EB806804-7262-B608-75D7-D8DE55B0561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4283" cy="496570"/>
          </a:xfrm>
          <a:prstGeom prst="rect">
            <a:avLst/>
          </a:prstGeom>
        </p:spPr>
        <p:txBody>
          <a:bodyPr vert="horz" lIns="94046" tIns="47023" rIns="94046" bIns="47023" rtlCol="0"/>
          <a:lstStyle>
            <a:lvl1pPr algn="l">
              <a:defRPr sz="1200"/>
            </a:lvl1pPr>
          </a:lstStyle>
          <a:p>
            <a:endParaRPr lang="en-CA"/>
          </a:p>
        </p:txBody>
      </p:sp>
      <p:sp>
        <p:nvSpPr>
          <p:cNvPr id="3" name="Espace réservé de la date 2"/>
          <p:cNvSpPr>
            <a:spLocks noGrp="1"/>
          </p:cNvSpPr>
          <p:nvPr>
            <p:ph type="dt" idx="1"/>
          </p:nvPr>
        </p:nvSpPr>
        <p:spPr>
          <a:xfrm>
            <a:off x="3848644" y="0"/>
            <a:ext cx="2944283" cy="496570"/>
          </a:xfrm>
          <a:prstGeom prst="rect">
            <a:avLst/>
          </a:prstGeom>
        </p:spPr>
        <p:txBody>
          <a:bodyPr vert="horz" lIns="94046" tIns="47023" rIns="94046" bIns="47023" rtlCol="0"/>
          <a:lstStyle>
            <a:lvl1pPr algn="r">
              <a:defRPr sz="1200"/>
            </a:lvl1pPr>
          </a:lstStyle>
          <a:p>
            <a:fld id="{834441DC-6262-4676-8089-739DE20D1D3B}" type="datetimeFigureOut">
              <a:rPr lang="en-CA" smtClean="0"/>
              <a:pPr/>
              <a:t>2025-09-20</a:t>
            </a:fld>
            <a:endParaRPr lang="en-CA"/>
          </a:p>
        </p:txBody>
      </p:sp>
      <p:sp>
        <p:nvSpPr>
          <p:cNvPr id="4" name="Espace réservé de l'image des diapositives 3"/>
          <p:cNvSpPr>
            <a:spLocks noGrp="1" noRot="1" noChangeAspect="1"/>
          </p:cNvSpPr>
          <p:nvPr>
            <p:ph type="sldImg" idx="2"/>
          </p:nvPr>
        </p:nvSpPr>
        <p:spPr>
          <a:xfrm>
            <a:off x="914400" y="744538"/>
            <a:ext cx="4965700" cy="3724275"/>
          </a:xfrm>
          <a:prstGeom prst="rect">
            <a:avLst/>
          </a:prstGeom>
          <a:noFill/>
          <a:ln w="12700">
            <a:solidFill>
              <a:prstClr val="black"/>
            </a:solidFill>
          </a:ln>
        </p:spPr>
        <p:txBody>
          <a:bodyPr vert="horz" lIns="94046" tIns="47023" rIns="94046" bIns="47023" rtlCol="0" anchor="ctr"/>
          <a:lstStyle/>
          <a:p>
            <a:endParaRPr lang="en-CA"/>
          </a:p>
        </p:txBody>
      </p:sp>
      <p:sp>
        <p:nvSpPr>
          <p:cNvPr id="5" name="Espace réservé des commentaires 4"/>
          <p:cNvSpPr>
            <a:spLocks noGrp="1"/>
          </p:cNvSpPr>
          <p:nvPr>
            <p:ph type="body" sz="quarter" idx="3"/>
          </p:nvPr>
        </p:nvSpPr>
        <p:spPr>
          <a:xfrm>
            <a:off x="679450" y="4717415"/>
            <a:ext cx="5435600" cy="4469130"/>
          </a:xfrm>
          <a:prstGeom prst="rect">
            <a:avLst/>
          </a:prstGeom>
        </p:spPr>
        <p:txBody>
          <a:bodyPr vert="horz" lIns="94046" tIns="47023" rIns="94046" bIns="47023" rtlCol="0"/>
          <a:lstStyle/>
          <a:p>
            <a:pPr lvl="0"/>
            <a:r>
              <a:rPr lang="en-CA"/>
              <a:t>Modifiez les styles du texte du masque</a:t>
            </a:r>
          </a:p>
          <a:p>
            <a:pPr lvl="1"/>
            <a:r>
              <a:rPr lang="en-CA"/>
              <a:t>Deuxième niveau</a:t>
            </a:r>
          </a:p>
          <a:p>
            <a:pPr lvl="2"/>
            <a:r>
              <a:rPr lang="en-CA"/>
              <a:t>Troisième niveau</a:t>
            </a:r>
          </a:p>
          <a:p>
            <a:pPr lvl="3"/>
            <a:r>
              <a:rPr lang="en-CA"/>
              <a:t>Quatrième niveau</a:t>
            </a:r>
          </a:p>
          <a:p>
            <a:pPr lvl="4"/>
            <a:r>
              <a:rPr lang="en-CA"/>
              <a:t>Cinquième niveau</a:t>
            </a:r>
          </a:p>
        </p:txBody>
      </p:sp>
      <p:sp>
        <p:nvSpPr>
          <p:cNvPr id="6" name="Espace réservé du pied de page 5"/>
          <p:cNvSpPr>
            <a:spLocks noGrp="1"/>
          </p:cNvSpPr>
          <p:nvPr>
            <p:ph type="ftr" sz="quarter" idx="4"/>
          </p:nvPr>
        </p:nvSpPr>
        <p:spPr>
          <a:xfrm>
            <a:off x="0" y="9433106"/>
            <a:ext cx="2944283" cy="496570"/>
          </a:xfrm>
          <a:prstGeom prst="rect">
            <a:avLst/>
          </a:prstGeom>
        </p:spPr>
        <p:txBody>
          <a:bodyPr vert="horz" lIns="94046" tIns="47023" rIns="94046" bIns="47023" rtlCol="0" anchor="b"/>
          <a:lstStyle>
            <a:lvl1pPr algn="l">
              <a:defRPr sz="1200"/>
            </a:lvl1pPr>
          </a:lstStyle>
          <a:p>
            <a:endParaRPr lang="en-CA"/>
          </a:p>
        </p:txBody>
      </p:sp>
      <p:sp>
        <p:nvSpPr>
          <p:cNvPr id="7" name="Espace réservé du numéro de diapositive 6"/>
          <p:cNvSpPr>
            <a:spLocks noGrp="1"/>
          </p:cNvSpPr>
          <p:nvPr>
            <p:ph type="sldNum" sz="quarter" idx="5"/>
          </p:nvPr>
        </p:nvSpPr>
        <p:spPr>
          <a:xfrm>
            <a:off x="3848644" y="9433106"/>
            <a:ext cx="2944283" cy="496570"/>
          </a:xfrm>
          <a:prstGeom prst="rect">
            <a:avLst/>
          </a:prstGeom>
        </p:spPr>
        <p:txBody>
          <a:bodyPr vert="horz" lIns="94046" tIns="47023" rIns="94046" bIns="47023" rtlCol="0" anchor="b"/>
          <a:lstStyle>
            <a:lvl1pPr algn="r">
              <a:defRPr sz="1200"/>
            </a:lvl1pPr>
          </a:lstStyle>
          <a:p>
            <a:fld id="{C9E63B0C-45FA-42EB-8101-A2B8393445D8}" type="slidenum">
              <a:rPr lang="en-CA" smtClean="0"/>
              <a:pPr/>
              <a:t>‹Nr.›</a:t>
            </a:fld>
            <a:endParaRPr lang="en-CA"/>
          </a:p>
        </p:txBody>
      </p:sp>
    </p:spTree>
    <p:extLst>
      <p:ext uri="{BB962C8B-B14F-4D97-AF65-F5344CB8AC3E}">
        <p14:creationId xmlns:p14="http://schemas.microsoft.com/office/powerpoint/2010/main" val="907681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11</a:t>
            </a:fld>
            <a:endParaRPr lang="en-CA"/>
          </a:p>
        </p:txBody>
      </p:sp>
    </p:spTree>
    <p:extLst>
      <p:ext uri="{BB962C8B-B14F-4D97-AF65-F5344CB8AC3E}">
        <p14:creationId xmlns:p14="http://schemas.microsoft.com/office/powerpoint/2010/main" val="518689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12</a:t>
            </a:fld>
            <a:endParaRPr lang="en-CA"/>
          </a:p>
        </p:txBody>
      </p:sp>
    </p:spTree>
    <p:extLst>
      <p:ext uri="{BB962C8B-B14F-4D97-AF65-F5344CB8AC3E}">
        <p14:creationId xmlns:p14="http://schemas.microsoft.com/office/powerpoint/2010/main" val="69355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13</a:t>
            </a:fld>
            <a:endParaRPr lang="en-CA"/>
          </a:p>
        </p:txBody>
      </p:sp>
    </p:spTree>
    <p:extLst>
      <p:ext uri="{BB962C8B-B14F-4D97-AF65-F5344CB8AC3E}">
        <p14:creationId xmlns:p14="http://schemas.microsoft.com/office/powerpoint/2010/main" val="1638774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14</a:t>
            </a:fld>
            <a:endParaRPr lang="en-CA"/>
          </a:p>
        </p:txBody>
      </p:sp>
    </p:spTree>
    <p:extLst>
      <p:ext uri="{BB962C8B-B14F-4D97-AF65-F5344CB8AC3E}">
        <p14:creationId xmlns:p14="http://schemas.microsoft.com/office/powerpoint/2010/main" val="3074699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15</a:t>
            </a:fld>
            <a:endParaRPr lang="en-CA"/>
          </a:p>
        </p:txBody>
      </p:sp>
    </p:spTree>
    <p:extLst>
      <p:ext uri="{BB962C8B-B14F-4D97-AF65-F5344CB8AC3E}">
        <p14:creationId xmlns:p14="http://schemas.microsoft.com/office/powerpoint/2010/main" val="1236936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16</a:t>
            </a:fld>
            <a:endParaRPr lang="en-CA"/>
          </a:p>
        </p:txBody>
      </p:sp>
    </p:spTree>
    <p:extLst>
      <p:ext uri="{BB962C8B-B14F-4D97-AF65-F5344CB8AC3E}">
        <p14:creationId xmlns:p14="http://schemas.microsoft.com/office/powerpoint/2010/main" val="1906297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17</a:t>
            </a:fld>
            <a:endParaRPr lang="en-CA"/>
          </a:p>
        </p:txBody>
      </p:sp>
    </p:spTree>
    <p:extLst>
      <p:ext uri="{BB962C8B-B14F-4D97-AF65-F5344CB8AC3E}">
        <p14:creationId xmlns:p14="http://schemas.microsoft.com/office/powerpoint/2010/main" val="4098573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18</a:t>
            </a:fld>
            <a:endParaRPr lang="en-CA"/>
          </a:p>
        </p:txBody>
      </p:sp>
    </p:spTree>
    <p:extLst>
      <p:ext uri="{BB962C8B-B14F-4D97-AF65-F5344CB8AC3E}">
        <p14:creationId xmlns:p14="http://schemas.microsoft.com/office/powerpoint/2010/main" val="2380405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31</a:t>
            </a:fld>
            <a:endParaRPr lang="en-CA"/>
          </a:p>
        </p:txBody>
      </p:sp>
    </p:spTree>
    <p:extLst>
      <p:ext uri="{BB962C8B-B14F-4D97-AF65-F5344CB8AC3E}">
        <p14:creationId xmlns:p14="http://schemas.microsoft.com/office/powerpoint/2010/main" val="10430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32</a:t>
            </a:fld>
            <a:endParaRPr lang="en-CA"/>
          </a:p>
        </p:txBody>
      </p:sp>
    </p:spTree>
    <p:extLst>
      <p:ext uri="{BB962C8B-B14F-4D97-AF65-F5344CB8AC3E}">
        <p14:creationId xmlns:p14="http://schemas.microsoft.com/office/powerpoint/2010/main" val="36067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33</a:t>
            </a:fld>
            <a:endParaRPr lang="en-CA"/>
          </a:p>
        </p:txBody>
      </p:sp>
    </p:spTree>
    <p:extLst>
      <p:ext uri="{BB962C8B-B14F-4D97-AF65-F5344CB8AC3E}">
        <p14:creationId xmlns:p14="http://schemas.microsoft.com/office/powerpoint/2010/main" val="656775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35</a:t>
            </a:fld>
            <a:endParaRPr lang="en-CA"/>
          </a:p>
        </p:txBody>
      </p:sp>
    </p:spTree>
    <p:extLst>
      <p:ext uri="{BB962C8B-B14F-4D97-AF65-F5344CB8AC3E}">
        <p14:creationId xmlns:p14="http://schemas.microsoft.com/office/powerpoint/2010/main" val="14068246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36</a:t>
            </a:fld>
            <a:endParaRPr lang="en-CA"/>
          </a:p>
        </p:txBody>
      </p:sp>
    </p:spTree>
    <p:extLst>
      <p:ext uri="{BB962C8B-B14F-4D97-AF65-F5344CB8AC3E}">
        <p14:creationId xmlns:p14="http://schemas.microsoft.com/office/powerpoint/2010/main" val="3342097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37</a:t>
            </a:fld>
            <a:endParaRPr lang="en-CA"/>
          </a:p>
        </p:txBody>
      </p:sp>
    </p:spTree>
    <p:extLst>
      <p:ext uri="{BB962C8B-B14F-4D97-AF65-F5344CB8AC3E}">
        <p14:creationId xmlns:p14="http://schemas.microsoft.com/office/powerpoint/2010/main" val="984361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38</a:t>
            </a:fld>
            <a:endParaRPr lang="en-CA"/>
          </a:p>
        </p:txBody>
      </p:sp>
    </p:spTree>
    <p:extLst>
      <p:ext uri="{BB962C8B-B14F-4D97-AF65-F5344CB8AC3E}">
        <p14:creationId xmlns:p14="http://schemas.microsoft.com/office/powerpoint/2010/main" val="133176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39</a:t>
            </a:fld>
            <a:endParaRPr lang="en-CA"/>
          </a:p>
        </p:txBody>
      </p:sp>
    </p:spTree>
    <p:extLst>
      <p:ext uri="{BB962C8B-B14F-4D97-AF65-F5344CB8AC3E}">
        <p14:creationId xmlns:p14="http://schemas.microsoft.com/office/powerpoint/2010/main" val="164905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40</a:t>
            </a:fld>
            <a:endParaRPr lang="en-CA"/>
          </a:p>
        </p:txBody>
      </p:sp>
    </p:spTree>
    <p:extLst>
      <p:ext uri="{BB962C8B-B14F-4D97-AF65-F5344CB8AC3E}">
        <p14:creationId xmlns:p14="http://schemas.microsoft.com/office/powerpoint/2010/main" val="34840684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41</a:t>
            </a:fld>
            <a:endParaRPr lang="en-CA"/>
          </a:p>
        </p:txBody>
      </p:sp>
    </p:spTree>
    <p:extLst>
      <p:ext uri="{BB962C8B-B14F-4D97-AF65-F5344CB8AC3E}">
        <p14:creationId xmlns:p14="http://schemas.microsoft.com/office/powerpoint/2010/main" val="1162621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42</a:t>
            </a:fld>
            <a:endParaRPr lang="en-CA"/>
          </a:p>
        </p:txBody>
      </p:sp>
    </p:spTree>
    <p:extLst>
      <p:ext uri="{BB962C8B-B14F-4D97-AF65-F5344CB8AC3E}">
        <p14:creationId xmlns:p14="http://schemas.microsoft.com/office/powerpoint/2010/main" val="28326538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43</a:t>
            </a:fld>
            <a:endParaRPr lang="en-CA"/>
          </a:p>
        </p:txBody>
      </p:sp>
    </p:spTree>
    <p:extLst>
      <p:ext uri="{BB962C8B-B14F-4D97-AF65-F5344CB8AC3E}">
        <p14:creationId xmlns:p14="http://schemas.microsoft.com/office/powerpoint/2010/main" val="650649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44</a:t>
            </a:fld>
            <a:endParaRPr lang="en-CA"/>
          </a:p>
        </p:txBody>
      </p:sp>
    </p:spTree>
    <p:extLst>
      <p:ext uri="{BB962C8B-B14F-4D97-AF65-F5344CB8AC3E}">
        <p14:creationId xmlns:p14="http://schemas.microsoft.com/office/powerpoint/2010/main" val="4110408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45</a:t>
            </a:fld>
            <a:endParaRPr lang="en-CA"/>
          </a:p>
        </p:txBody>
      </p:sp>
    </p:spTree>
    <p:extLst>
      <p:ext uri="{BB962C8B-B14F-4D97-AF65-F5344CB8AC3E}">
        <p14:creationId xmlns:p14="http://schemas.microsoft.com/office/powerpoint/2010/main" val="13523508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47</a:t>
            </a:fld>
            <a:endParaRPr lang="en-CA"/>
          </a:p>
        </p:txBody>
      </p:sp>
    </p:spTree>
    <p:extLst>
      <p:ext uri="{BB962C8B-B14F-4D97-AF65-F5344CB8AC3E}">
        <p14:creationId xmlns:p14="http://schemas.microsoft.com/office/powerpoint/2010/main" val="2270255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48</a:t>
            </a:fld>
            <a:endParaRPr lang="en-CA"/>
          </a:p>
        </p:txBody>
      </p:sp>
    </p:spTree>
    <p:extLst>
      <p:ext uri="{BB962C8B-B14F-4D97-AF65-F5344CB8AC3E}">
        <p14:creationId xmlns:p14="http://schemas.microsoft.com/office/powerpoint/2010/main" val="3685035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49</a:t>
            </a:fld>
            <a:endParaRPr lang="en-CA"/>
          </a:p>
        </p:txBody>
      </p:sp>
    </p:spTree>
    <p:extLst>
      <p:ext uri="{BB962C8B-B14F-4D97-AF65-F5344CB8AC3E}">
        <p14:creationId xmlns:p14="http://schemas.microsoft.com/office/powerpoint/2010/main" val="3835110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51</a:t>
            </a:fld>
            <a:endParaRPr lang="en-CA"/>
          </a:p>
        </p:txBody>
      </p:sp>
    </p:spTree>
    <p:extLst>
      <p:ext uri="{BB962C8B-B14F-4D97-AF65-F5344CB8AC3E}">
        <p14:creationId xmlns:p14="http://schemas.microsoft.com/office/powerpoint/2010/main" val="42846490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52</a:t>
            </a:fld>
            <a:endParaRPr lang="en-CA"/>
          </a:p>
        </p:txBody>
      </p:sp>
    </p:spTree>
    <p:extLst>
      <p:ext uri="{BB962C8B-B14F-4D97-AF65-F5344CB8AC3E}">
        <p14:creationId xmlns:p14="http://schemas.microsoft.com/office/powerpoint/2010/main" val="28476511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53</a:t>
            </a:fld>
            <a:endParaRPr lang="en-CA"/>
          </a:p>
        </p:txBody>
      </p:sp>
    </p:spTree>
    <p:extLst>
      <p:ext uri="{BB962C8B-B14F-4D97-AF65-F5344CB8AC3E}">
        <p14:creationId xmlns:p14="http://schemas.microsoft.com/office/powerpoint/2010/main" val="37861098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54</a:t>
            </a:fld>
            <a:endParaRPr lang="en-CA"/>
          </a:p>
        </p:txBody>
      </p:sp>
    </p:spTree>
    <p:extLst>
      <p:ext uri="{BB962C8B-B14F-4D97-AF65-F5344CB8AC3E}">
        <p14:creationId xmlns:p14="http://schemas.microsoft.com/office/powerpoint/2010/main" val="26431182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55</a:t>
            </a:fld>
            <a:endParaRPr lang="en-CA"/>
          </a:p>
        </p:txBody>
      </p:sp>
    </p:spTree>
    <p:extLst>
      <p:ext uri="{BB962C8B-B14F-4D97-AF65-F5344CB8AC3E}">
        <p14:creationId xmlns:p14="http://schemas.microsoft.com/office/powerpoint/2010/main" val="38036848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56</a:t>
            </a:fld>
            <a:endParaRPr lang="en-CA"/>
          </a:p>
        </p:txBody>
      </p:sp>
    </p:spTree>
    <p:extLst>
      <p:ext uri="{BB962C8B-B14F-4D97-AF65-F5344CB8AC3E}">
        <p14:creationId xmlns:p14="http://schemas.microsoft.com/office/powerpoint/2010/main" val="23523674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007E-A62B-C39C-5092-89F4CE4F83A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F7EE8F9-5EB8-650D-96CC-F14AC1CEF13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FDA62ED-105E-477E-F710-E8F285110FDC}"/>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1A77FAB9-AAC4-E7A7-6737-495B1EC37975}"/>
              </a:ext>
            </a:extLst>
          </p:cNvPr>
          <p:cNvSpPr>
            <a:spLocks noGrp="1"/>
          </p:cNvSpPr>
          <p:nvPr>
            <p:ph type="sldNum" sz="quarter" idx="10"/>
          </p:nvPr>
        </p:nvSpPr>
        <p:spPr/>
        <p:txBody>
          <a:bodyPr/>
          <a:lstStyle/>
          <a:p>
            <a:fld id="{C9E63B0C-45FA-42EB-8101-A2B8393445D8}" type="slidenum">
              <a:rPr lang="en-CA" smtClean="0"/>
              <a:pPr/>
              <a:t>57</a:t>
            </a:fld>
            <a:endParaRPr lang="en-CA"/>
          </a:p>
        </p:txBody>
      </p:sp>
    </p:spTree>
    <p:extLst>
      <p:ext uri="{BB962C8B-B14F-4D97-AF65-F5344CB8AC3E}">
        <p14:creationId xmlns:p14="http://schemas.microsoft.com/office/powerpoint/2010/main" val="16453044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59</a:t>
            </a:fld>
            <a:endParaRPr lang="en-CA"/>
          </a:p>
        </p:txBody>
      </p:sp>
    </p:spTree>
    <p:extLst>
      <p:ext uri="{BB962C8B-B14F-4D97-AF65-F5344CB8AC3E}">
        <p14:creationId xmlns:p14="http://schemas.microsoft.com/office/powerpoint/2010/main" val="42846490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60</a:t>
            </a:fld>
            <a:endParaRPr lang="en-CA"/>
          </a:p>
        </p:txBody>
      </p:sp>
    </p:spTree>
    <p:extLst>
      <p:ext uri="{BB962C8B-B14F-4D97-AF65-F5344CB8AC3E}">
        <p14:creationId xmlns:p14="http://schemas.microsoft.com/office/powerpoint/2010/main" val="9122478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61</a:t>
            </a:fld>
            <a:endParaRPr lang="en-CA"/>
          </a:p>
        </p:txBody>
      </p:sp>
    </p:spTree>
    <p:extLst>
      <p:ext uri="{BB962C8B-B14F-4D97-AF65-F5344CB8AC3E}">
        <p14:creationId xmlns:p14="http://schemas.microsoft.com/office/powerpoint/2010/main" val="22512389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62</a:t>
            </a:fld>
            <a:endParaRPr lang="en-CA"/>
          </a:p>
        </p:txBody>
      </p:sp>
    </p:spTree>
    <p:extLst>
      <p:ext uri="{BB962C8B-B14F-4D97-AF65-F5344CB8AC3E}">
        <p14:creationId xmlns:p14="http://schemas.microsoft.com/office/powerpoint/2010/main" val="22835344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63</a:t>
            </a:fld>
            <a:endParaRPr lang="en-CA"/>
          </a:p>
        </p:txBody>
      </p:sp>
    </p:spTree>
    <p:extLst>
      <p:ext uri="{BB962C8B-B14F-4D97-AF65-F5344CB8AC3E}">
        <p14:creationId xmlns:p14="http://schemas.microsoft.com/office/powerpoint/2010/main" val="3358608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64</a:t>
            </a:fld>
            <a:endParaRPr lang="en-CA"/>
          </a:p>
        </p:txBody>
      </p:sp>
    </p:spTree>
    <p:extLst>
      <p:ext uri="{BB962C8B-B14F-4D97-AF65-F5344CB8AC3E}">
        <p14:creationId xmlns:p14="http://schemas.microsoft.com/office/powerpoint/2010/main" val="38180762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65</a:t>
            </a:fld>
            <a:endParaRPr lang="en-CA"/>
          </a:p>
        </p:txBody>
      </p:sp>
    </p:spTree>
    <p:extLst>
      <p:ext uri="{BB962C8B-B14F-4D97-AF65-F5344CB8AC3E}">
        <p14:creationId xmlns:p14="http://schemas.microsoft.com/office/powerpoint/2010/main" val="17943257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66</a:t>
            </a:fld>
            <a:endParaRPr lang="en-CA"/>
          </a:p>
        </p:txBody>
      </p:sp>
    </p:spTree>
    <p:extLst>
      <p:ext uri="{BB962C8B-B14F-4D97-AF65-F5344CB8AC3E}">
        <p14:creationId xmlns:p14="http://schemas.microsoft.com/office/powerpoint/2010/main" val="42846490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67</a:t>
            </a:fld>
            <a:endParaRPr lang="en-CA"/>
          </a:p>
        </p:txBody>
      </p:sp>
    </p:spTree>
    <p:extLst>
      <p:ext uri="{BB962C8B-B14F-4D97-AF65-F5344CB8AC3E}">
        <p14:creationId xmlns:p14="http://schemas.microsoft.com/office/powerpoint/2010/main" val="22514450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68</a:t>
            </a:fld>
            <a:endParaRPr lang="en-CA"/>
          </a:p>
        </p:txBody>
      </p:sp>
    </p:spTree>
    <p:extLst>
      <p:ext uri="{BB962C8B-B14F-4D97-AF65-F5344CB8AC3E}">
        <p14:creationId xmlns:p14="http://schemas.microsoft.com/office/powerpoint/2010/main" val="21812104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69</a:t>
            </a:fld>
            <a:endParaRPr lang="en-CA"/>
          </a:p>
        </p:txBody>
      </p:sp>
    </p:spTree>
    <p:extLst>
      <p:ext uri="{BB962C8B-B14F-4D97-AF65-F5344CB8AC3E}">
        <p14:creationId xmlns:p14="http://schemas.microsoft.com/office/powerpoint/2010/main" val="34110114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70</a:t>
            </a:fld>
            <a:endParaRPr lang="en-CA"/>
          </a:p>
        </p:txBody>
      </p:sp>
    </p:spTree>
    <p:extLst>
      <p:ext uri="{BB962C8B-B14F-4D97-AF65-F5344CB8AC3E}">
        <p14:creationId xmlns:p14="http://schemas.microsoft.com/office/powerpoint/2010/main" val="22044734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71</a:t>
            </a:fld>
            <a:endParaRPr lang="en-CA"/>
          </a:p>
        </p:txBody>
      </p:sp>
    </p:spTree>
    <p:extLst>
      <p:ext uri="{BB962C8B-B14F-4D97-AF65-F5344CB8AC3E}">
        <p14:creationId xmlns:p14="http://schemas.microsoft.com/office/powerpoint/2010/main" val="5744695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72</a:t>
            </a:fld>
            <a:endParaRPr lang="en-CA"/>
          </a:p>
        </p:txBody>
      </p:sp>
    </p:spTree>
    <p:extLst>
      <p:ext uri="{BB962C8B-B14F-4D97-AF65-F5344CB8AC3E}">
        <p14:creationId xmlns:p14="http://schemas.microsoft.com/office/powerpoint/2010/main" val="8242760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73</a:t>
            </a:fld>
            <a:endParaRPr lang="en-CA"/>
          </a:p>
        </p:txBody>
      </p:sp>
    </p:spTree>
    <p:extLst>
      <p:ext uri="{BB962C8B-B14F-4D97-AF65-F5344CB8AC3E}">
        <p14:creationId xmlns:p14="http://schemas.microsoft.com/office/powerpoint/2010/main" val="42658987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75</a:t>
            </a:fld>
            <a:endParaRPr lang="en-CA"/>
          </a:p>
        </p:txBody>
      </p:sp>
    </p:spTree>
    <p:extLst>
      <p:ext uri="{BB962C8B-B14F-4D97-AF65-F5344CB8AC3E}">
        <p14:creationId xmlns:p14="http://schemas.microsoft.com/office/powerpoint/2010/main" val="19506028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76</a:t>
            </a:fld>
            <a:endParaRPr lang="en-CA"/>
          </a:p>
        </p:txBody>
      </p:sp>
    </p:spTree>
    <p:extLst>
      <p:ext uri="{BB962C8B-B14F-4D97-AF65-F5344CB8AC3E}">
        <p14:creationId xmlns:p14="http://schemas.microsoft.com/office/powerpoint/2010/main" val="42846490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77</a:t>
            </a:fld>
            <a:endParaRPr lang="en-CA"/>
          </a:p>
        </p:txBody>
      </p:sp>
    </p:spTree>
    <p:extLst>
      <p:ext uri="{BB962C8B-B14F-4D97-AF65-F5344CB8AC3E}">
        <p14:creationId xmlns:p14="http://schemas.microsoft.com/office/powerpoint/2010/main" val="42145320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78</a:t>
            </a:fld>
            <a:endParaRPr lang="en-CA"/>
          </a:p>
        </p:txBody>
      </p:sp>
    </p:spTree>
    <p:extLst>
      <p:ext uri="{BB962C8B-B14F-4D97-AF65-F5344CB8AC3E}">
        <p14:creationId xmlns:p14="http://schemas.microsoft.com/office/powerpoint/2010/main" val="26097716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79</a:t>
            </a:fld>
            <a:endParaRPr lang="en-CA"/>
          </a:p>
        </p:txBody>
      </p:sp>
    </p:spTree>
    <p:extLst>
      <p:ext uri="{BB962C8B-B14F-4D97-AF65-F5344CB8AC3E}">
        <p14:creationId xmlns:p14="http://schemas.microsoft.com/office/powerpoint/2010/main" val="16665991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C9E63B0C-45FA-42EB-8101-A2B8393445D8}" type="slidenum">
              <a:rPr lang="en-CA" smtClean="0"/>
              <a:pPr/>
              <a:t>85</a:t>
            </a:fld>
            <a:endParaRPr lang="en-CA"/>
          </a:p>
        </p:txBody>
      </p:sp>
    </p:spTree>
    <p:extLst>
      <p:ext uri="{BB962C8B-B14F-4D97-AF65-F5344CB8AC3E}">
        <p14:creationId xmlns:p14="http://schemas.microsoft.com/office/powerpoint/2010/main" val="2300618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blatt">
    <p:bg>
      <p:bgRef idx="1001">
        <a:schemeClr val="bg1"/>
      </p:bgRef>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9" name="Object 8"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userDrawn="1">
            <p:custDataLst>
              <p:tags r:id="rId2"/>
            </p:custDataLst>
          </p:nvPr>
        </p:nvSpPr>
        <p:spPr>
          <a:xfrm>
            <a:off x="0" y="8946"/>
            <a:ext cx="9144000" cy="62504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itre 1"/>
          <p:cNvSpPr>
            <a:spLocks noGrp="1"/>
          </p:cNvSpPr>
          <p:nvPr userDrawn="1">
            <p:ph type="ctrTitle" hasCustomPrompt="1"/>
            <p:custDataLst>
              <p:tags r:id="rId3"/>
            </p:custDataLst>
          </p:nvPr>
        </p:nvSpPr>
        <p:spPr>
          <a:xfrm>
            <a:off x="467544" y="836712"/>
            <a:ext cx="8280920" cy="2376264"/>
          </a:xfrm>
        </p:spPr>
        <p:txBody>
          <a:bodyPr anchor="ctr" anchorCtr="0">
            <a:normAutofit/>
          </a:bodyPr>
          <a:lstStyle>
            <a:lvl1pPr algn="l">
              <a:lnSpc>
                <a:spcPct val="100000"/>
              </a:lnSpc>
              <a:defRPr sz="3200" u="none" cap="none" baseline="0">
                <a:solidFill>
                  <a:schemeClr val="accent1"/>
                </a:solidFill>
                <a:latin typeface="Arial Black" pitchFamily="34" charset="0"/>
              </a:defRPr>
            </a:lvl1pPr>
          </a:lstStyle>
          <a:p>
            <a:r>
              <a:rPr lang="en-CA" noProof="0" dirty="0"/>
              <a:t>Click to edit title</a:t>
            </a:r>
          </a:p>
        </p:txBody>
      </p:sp>
      <p:sp>
        <p:nvSpPr>
          <p:cNvPr id="17" name="Text Placeholder 16"/>
          <p:cNvSpPr>
            <a:spLocks noGrp="1"/>
          </p:cNvSpPr>
          <p:nvPr>
            <p:ph type="body" sz="quarter" idx="10" hasCustomPrompt="1"/>
          </p:nvPr>
        </p:nvSpPr>
        <p:spPr>
          <a:xfrm>
            <a:off x="467014" y="3357563"/>
            <a:ext cx="8281699" cy="863525"/>
          </a:xfrm>
        </p:spPr>
        <p:txBody>
          <a:bodyPr anchor="ctr">
            <a:normAutofit/>
          </a:bodyPr>
          <a:lstStyle>
            <a:lvl1pPr>
              <a:lnSpc>
                <a:spcPct val="100000"/>
              </a:lnSpc>
              <a:defRPr sz="2000">
                <a:solidFill>
                  <a:srgbClr val="808D97"/>
                </a:solidFill>
              </a:defRPr>
            </a:lvl1pPr>
          </a:lstStyle>
          <a:p>
            <a:pPr lvl="0"/>
            <a:r>
              <a:rPr lang="en-CA" noProof="0"/>
              <a:t>Click to add presenter and date</a:t>
            </a:r>
          </a:p>
        </p:txBody>
      </p:sp>
    </p:spTree>
    <p:extLst>
      <p:ext uri="{BB962C8B-B14F-4D97-AF65-F5344CB8AC3E}">
        <p14:creationId xmlns:p14="http://schemas.microsoft.com/office/powerpoint/2010/main" val="128786788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inhalt">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lnSpc>
                <a:spcPct val="100000"/>
              </a:lnSpc>
              <a:defRPr/>
            </a:lvl1pPr>
          </a:lstStyle>
          <a:p>
            <a:r>
              <a:rPr lang="en-CA" noProof="0"/>
              <a:t>Click to edit title</a:t>
            </a:r>
            <a:endParaRPr lang="en-CA" dirty="0"/>
          </a:p>
        </p:txBody>
      </p:sp>
      <p:sp>
        <p:nvSpPr>
          <p:cNvPr id="3" name="Espace réservé du contenu 2"/>
          <p:cNvSpPr>
            <a:spLocks noGrp="1"/>
          </p:cNvSpPr>
          <p:nvPr>
            <p:ph idx="1" hasCustomPrompt="1"/>
          </p:nvPr>
        </p:nvSpPr>
        <p:spPr>
          <a:xfrm>
            <a:off x="359532" y="1052736"/>
            <a:ext cx="8397735" cy="4896544"/>
          </a:xfrm>
        </p:spPr>
        <p:txBody>
          <a:bodyPr lIns="72000" rIns="72000"/>
          <a:lstStyle>
            <a:lvl1pPr>
              <a:lnSpc>
                <a:spcPct val="100000"/>
              </a:lnSpc>
              <a:spcBef>
                <a:spcPts val="600"/>
              </a:spcBef>
              <a:defRPr/>
            </a:lvl1pPr>
            <a:lvl2pPr>
              <a:lnSpc>
                <a:spcPct val="100000"/>
              </a:lnSpc>
              <a:buClr>
                <a:srgbClr val="808D97"/>
              </a:buClr>
              <a:defRPr/>
            </a:lvl2pPr>
            <a:lvl3pPr>
              <a:lnSpc>
                <a:spcPct val="100000"/>
              </a:lnSpc>
              <a:buClr>
                <a:srgbClr val="8996A0"/>
              </a:buClr>
              <a:defRPr sz="1200"/>
            </a:lvl3pPr>
            <a:lvl4pPr>
              <a:lnSpc>
                <a:spcPct val="100000"/>
              </a:lnSpc>
              <a:buClr>
                <a:srgbClr val="8996A0"/>
              </a:buClr>
              <a:defRPr sz="1200"/>
            </a:lvl4pPr>
          </a:lstStyle>
          <a:p>
            <a:pPr lvl="0"/>
            <a:r>
              <a:rPr lang="en-CA" dirty="0"/>
              <a:t>Click to edit text</a:t>
            </a:r>
          </a:p>
          <a:p>
            <a:pPr lvl="1"/>
            <a:r>
              <a:rPr lang="en-CA" dirty="0"/>
              <a:t>Second level</a:t>
            </a:r>
          </a:p>
          <a:p>
            <a:pPr lvl="2"/>
            <a:r>
              <a:rPr lang="en-CA" dirty="0"/>
              <a:t>Third level</a:t>
            </a:r>
          </a:p>
          <a:p>
            <a:pPr lvl="3"/>
            <a:r>
              <a:rPr lang="en-CA" dirty="0"/>
              <a:t>Fourth level</a:t>
            </a:r>
          </a:p>
        </p:txBody>
      </p:sp>
      <p:sp>
        <p:nvSpPr>
          <p:cNvPr id="9" name="Text Placeholder 6"/>
          <p:cNvSpPr>
            <a:spLocks noGrp="1"/>
          </p:cNvSpPr>
          <p:nvPr>
            <p:ph type="body" sz="quarter" idx="16" hasCustomPrompt="1"/>
          </p:nvPr>
        </p:nvSpPr>
        <p:spPr>
          <a:xfrm>
            <a:off x="755576" y="6308725"/>
            <a:ext cx="6119887" cy="360363"/>
          </a:xfrm>
        </p:spPr>
        <p:txBody>
          <a:bodyPr vert="horz" lIns="72000" tIns="45720" rIns="72000" bIns="45720" rtlCol="0" anchor="ctr">
            <a:noAutofit/>
          </a:bodyPr>
          <a:lstStyle>
            <a:lvl1pPr>
              <a:lnSpc>
                <a:spcPct val="100000"/>
              </a:lnSpc>
              <a:spcBef>
                <a:spcPts val="0"/>
              </a:spcBef>
              <a:defRPr lang="en-CA" sz="1000" kern="1200" dirty="0">
                <a:solidFill>
                  <a:schemeClr val="tx1">
                    <a:lumMod val="65000"/>
                    <a:lumOff val="35000"/>
                  </a:schemeClr>
                </a:solidFill>
                <a:latin typeface="+mn-lt"/>
                <a:ea typeface="+mn-ea"/>
                <a:cs typeface="+mn-cs"/>
              </a:defRPr>
            </a:lvl1pPr>
            <a:lvl2pPr>
              <a:defRPr sz="1000"/>
            </a:lvl2pPr>
            <a:lvl3pPr>
              <a:defRPr sz="1000"/>
            </a:lvl3pPr>
            <a:lvl4pPr>
              <a:defRPr sz="1000"/>
            </a:lvl4pPr>
            <a:lvl5pPr>
              <a:defRPr sz="1000"/>
            </a:lvl5pPr>
          </a:lstStyle>
          <a:p>
            <a:pPr marL="0" lvl="0" indent="0" algn="l" defTabSz="914400" rtl="0" eaLnBrk="1" latinLnBrk="0" hangingPunct="1">
              <a:lnSpc>
                <a:spcPts val="1600"/>
              </a:lnSpc>
              <a:spcBef>
                <a:spcPts val="0"/>
              </a:spcBef>
              <a:buFont typeface="Arial" pitchFamily="34" charset="0"/>
              <a:buNone/>
            </a:pPr>
            <a:r>
              <a:rPr lang="en-CA" dirty="0"/>
              <a:t>Click to add notes</a:t>
            </a:r>
          </a:p>
        </p:txBody>
      </p:sp>
    </p:spTree>
    <p:extLst>
      <p:ext uri="{BB962C8B-B14F-4D97-AF65-F5344CB8AC3E}">
        <p14:creationId xmlns:p14="http://schemas.microsoft.com/office/powerpoint/2010/main" val="1789523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inhalt, gleiche Grüsse">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en-CA" noProof="0"/>
              <a:t>Click to edit title</a:t>
            </a:r>
            <a:endParaRPr lang="en-CA" dirty="0"/>
          </a:p>
        </p:txBody>
      </p:sp>
      <p:sp>
        <p:nvSpPr>
          <p:cNvPr id="3" name="Espace réservé du contenu 2"/>
          <p:cNvSpPr>
            <a:spLocks noGrp="1"/>
          </p:cNvSpPr>
          <p:nvPr>
            <p:ph idx="1" hasCustomPrompt="1"/>
          </p:nvPr>
        </p:nvSpPr>
        <p:spPr>
          <a:xfrm>
            <a:off x="359531" y="1052736"/>
            <a:ext cx="8424000" cy="4896544"/>
          </a:xfrm>
        </p:spPr>
        <p:txBody>
          <a:bodyPr lIns="72000" rIns="72000">
            <a:normAutofit/>
          </a:bodyPr>
          <a:lstStyle>
            <a:lvl1pPr>
              <a:lnSpc>
                <a:spcPct val="100000"/>
              </a:lnSpc>
              <a:spcBef>
                <a:spcPts val="600"/>
              </a:spcBef>
              <a:defRPr sz="1600"/>
            </a:lvl1pPr>
            <a:lvl2pPr>
              <a:lnSpc>
                <a:spcPct val="100000"/>
              </a:lnSpc>
              <a:spcBef>
                <a:spcPts val="600"/>
              </a:spcBef>
              <a:buClr>
                <a:srgbClr val="8996A0"/>
              </a:buClr>
              <a:defRPr sz="1600"/>
            </a:lvl2pPr>
            <a:lvl3pPr>
              <a:lnSpc>
                <a:spcPct val="100000"/>
              </a:lnSpc>
              <a:spcBef>
                <a:spcPts val="600"/>
              </a:spcBef>
              <a:buClr>
                <a:srgbClr val="8996A0"/>
              </a:buClr>
              <a:defRPr sz="1600"/>
            </a:lvl3pPr>
            <a:lvl4pPr>
              <a:lnSpc>
                <a:spcPct val="100000"/>
              </a:lnSpc>
              <a:spcBef>
                <a:spcPts val="600"/>
              </a:spcBef>
              <a:buClr>
                <a:srgbClr val="8996A0"/>
              </a:buClr>
              <a:defRPr sz="1600"/>
            </a:lvl4pPr>
            <a:lvl5pPr>
              <a:lnSpc>
                <a:spcPts val="1600"/>
              </a:lnSpc>
              <a:spcBef>
                <a:spcPts val="600"/>
              </a:spcBef>
              <a:buClr>
                <a:srgbClr val="8996A0"/>
              </a:buClr>
              <a:defRPr sz="1600"/>
            </a:lvl5pPr>
          </a:lstStyle>
          <a:p>
            <a:pPr lvl="0"/>
            <a:r>
              <a:rPr lang="en-CA" dirty="0"/>
              <a:t>Click to edit text</a:t>
            </a:r>
          </a:p>
          <a:p>
            <a:pPr lvl="1"/>
            <a:r>
              <a:rPr lang="en-CA" dirty="0"/>
              <a:t>Second level</a:t>
            </a:r>
          </a:p>
          <a:p>
            <a:pPr lvl="2"/>
            <a:r>
              <a:rPr lang="en-CA" dirty="0"/>
              <a:t>Third level</a:t>
            </a:r>
          </a:p>
          <a:p>
            <a:pPr lvl="3"/>
            <a:r>
              <a:rPr lang="en-CA" dirty="0"/>
              <a:t>Fourth level</a:t>
            </a:r>
          </a:p>
        </p:txBody>
      </p:sp>
      <p:sp>
        <p:nvSpPr>
          <p:cNvPr id="6" name="Text Placeholder 6"/>
          <p:cNvSpPr>
            <a:spLocks noGrp="1"/>
          </p:cNvSpPr>
          <p:nvPr>
            <p:ph type="body" sz="quarter" idx="16" hasCustomPrompt="1"/>
          </p:nvPr>
        </p:nvSpPr>
        <p:spPr>
          <a:xfrm>
            <a:off x="755576" y="6308725"/>
            <a:ext cx="6119887" cy="360363"/>
          </a:xfrm>
        </p:spPr>
        <p:txBody>
          <a:bodyPr anchor="ctr">
            <a:noAutofit/>
          </a:bodyPr>
          <a:lstStyle>
            <a:lvl1pPr>
              <a:lnSpc>
                <a:spcPct val="100000"/>
              </a:lnSpc>
              <a:spcBef>
                <a:spcPts val="0"/>
              </a:spcBef>
              <a:defRPr sz="1000">
                <a:solidFill>
                  <a:schemeClr val="tx1">
                    <a:lumMod val="65000"/>
                    <a:lumOff val="35000"/>
                  </a:schemeClr>
                </a:solidFill>
              </a:defRPr>
            </a:lvl1pPr>
            <a:lvl2pPr>
              <a:defRPr sz="1000"/>
            </a:lvl2pPr>
            <a:lvl3pPr>
              <a:defRPr sz="1000"/>
            </a:lvl3pPr>
            <a:lvl4pPr>
              <a:defRPr sz="1000"/>
            </a:lvl4pPr>
            <a:lvl5pPr>
              <a:defRPr sz="1000"/>
            </a:lvl5pPr>
          </a:lstStyle>
          <a:p>
            <a:pPr lvl="0"/>
            <a:r>
              <a:rPr lang="en-CA" dirty="0"/>
              <a:t>Click to add notes</a:t>
            </a:r>
          </a:p>
        </p:txBody>
      </p:sp>
    </p:spTree>
    <p:extLst>
      <p:ext uri="{BB962C8B-B14F-4D97-AF65-F5344CB8AC3E}">
        <p14:creationId xmlns:p14="http://schemas.microsoft.com/office/powerpoint/2010/main" val="4271648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Spalte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en-CA"/>
              <a:t>Click to edit title</a:t>
            </a:r>
            <a:endParaRPr lang="en-CA" dirty="0"/>
          </a:p>
        </p:txBody>
      </p:sp>
      <p:sp>
        <p:nvSpPr>
          <p:cNvPr id="3" name="Espace réservé du contenu 2"/>
          <p:cNvSpPr>
            <a:spLocks noGrp="1"/>
          </p:cNvSpPr>
          <p:nvPr>
            <p:ph sz="half" idx="1" hasCustomPrompt="1"/>
          </p:nvPr>
        </p:nvSpPr>
        <p:spPr>
          <a:xfrm>
            <a:off x="359532" y="1052736"/>
            <a:ext cx="4032000" cy="4896544"/>
          </a:xfrm>
          <a:ln>
            <a:noFill/>
          </a:ln>
        </p:spPr>
        <p:txBody>
          <a:bodyPr>
            <a:normAutofit/>
          </a:bodyPr>
          <a:lstStyle>
            <a:lvl1pPr>
              <a:lnSpc>
                <a:spcPct val="100000"/>
              </a:lnSpc>
              <a:defRPr sz="1600"/>
            </a:lvl1pPr>
            <a:lvl2pPr>
              <a:lnSpc>
                <a:spcPct val="100000"/>
              </a:lnSpc>
              <a:buClr>
                <a:srgbClr val="8996A0"/>
              </a:buClr>
              <a:defRPr sz="1400"/>
            </a:lvl2pPr>
            <a:lvl3pPr>
              <a:lnSpc>
                <a:spcPct val="100000"/>
              </a:lnSpc>
              <a:buClr>
                <a:srgbClr val="8996A0"/>
              </a:buClr>
              <a:defRPr sz="1200"/>
            </a:lvl3pPr>
            <a:lvl4pPr>
              <a:lnSpc>
                <a:spcPct val="100000"/>
              </a:lnSpc>
              <a:buClr>
                <a:srgbClr val="8996A0"/>
              </a:buClr>
              <a:defRPr sz="1200"/>
            </a:lvl4pPr>
            <a:lvl5pPr>
              <a:buClr>
                <a:srgbClr val="8996A0"/>
              </a:buClr>
              <a:defRPr sz="1200"/>
            </a:lvl5pPr>
            <a:lvl6pPr>
              <a:defRPr sz="1800"/>
            </a:lvl6pPr>
            <a:lvl7pPr>
              <a:defRPr sz="1800"/>
            </a:lvl7pPr>
            <a:lvl8pPr>
              <a:defRPr sz="1800"/>
            </a:lvl8pPr>
            <a:lvl9pPr>
              <a:defRPr sz="1800"/>
            </a:lvl9pPr>
          </a:lstStyle>
          <a:p>
            <a:pPr lvl="0"/>
            <a:r>
              <a:rPr lang="en-CA" dirty="0"/>
              <a:t>Click to edit text</a:t>
            </a:r>
          </a:p>
          <a:p>
            <a:pPr lvl="1"/>
            <a:r>
              <a:rPr lang="en-CA" dirty="0"/>
              <a:t>Second level</a:t>
            </a:r>
          </a:p>
          <a:p>
            <a:pPr lvl="2"/>
            <a:r>
              <a:rPr lang="en-CA" dirty="0"/>
              <a:t>Third level</a:t>
            </a:r>
          </a:p>
          <a:p>
            <a:pPr lvl="3"/>
            <a:r>
              <a:rPr lang="en-CA" dirty="0"/>
              <a:t>Fourth level</a:t>
            </a:r>
          </a:p>
        </p:txBody>
      </p:sp>
      <p:sp>
        <p:nvSpPr>
          <p:cNvPr id="4" name="Espace réservé du contenu 3"/>
          <p:cNvSpPr>
            <a:spLocks noGrp="1"/>
          </p:cNvSpPr>
          <p:nvPr>
            <p:ph sz="half" idx="2" hasCustomPrompt="1"/>
          </p:nvPr>
        </p:nvSpPr>
        <p:spPr>
          <a:xfrm>
            <a:off x="4751451" y="1052736"/>
            <a:ext cx="4032000" cy="4896544"/>
          </a:xfrm>
          <a:ln>
            <a:noFill/>
          </a:ln>
        </p:spPr>
        <p:txBody>
          <a:bodyPr>
            <a:normAutofit/>
          </a:bodyPr>
          <a:lstStyle>
            <a:lvl1pPr>
              <a:lnSpc>
                <a:spcPct val="100000"/>
              </a:lnSpc>
              <a:defRPr sz="1600"/>
            </a:lvl1pPr>
            <a:lvl2pPr>
              <a:lnSpc>
                <a:spcPct val="100000"/>
              </a:lnSpc>
              <a:buClr>
                <a:srgbClr val="8996A0"/>
              </a:buClr>
              <a:defRPr sz="1400"/>
            </a:lvl2pPr>
            <a:lvl3pPr>
              <a:lnSpc>
                <a:spcPct val="100000"/>
              </a:lnSpc>
              <a:buClr>
                <a:srgbClr val="8996A0"/>
              </a:buClr>
              <a:defRPr sz="1200"/>
            </a:lvl3pPr>
            <a:lvl4pPr>
              <a:lnSpc>
                <a:spcPct val="100000"/>
              </a:lnSpc>
              <a:buClr>
                <a:srgbClr val="8996A0"/>
              </a:buClr>
              <a:defRPr sz="1200"/>
            </a:lvl4pPr>
            <a:lvl5pPr>
              <a:buClr>
                <a:srgbClr val="8996A0"/>
              </a:buClr>
              <a:defRPr sz="1200"/>
            </a:lvl5pPr>
            <a:lvl6pPr>
              <a:defRPr sz="1800"/>
            </a:lvl6pPr>
            <a:lvl7pPr>
              <a:defRPr sz="1800"/>
            </a:lvl7pPr>
            <a:lvl8pPr>
              <a:defRPr sz="1800"/>
            </a:lvl8pPr>
            <a:lvl9pPr>
              <a:defRPr sz="1800"/>
            </a:lvl9pPr>
          </a:lstStyle>
          <a:p>
            <a:pPr lvl="0"/>
            <a:r>
              <a:rPr lang="en-CA"/>
              <a:t>Click to edit text</a:t>
            </a:r>
          </a:p>
          <a:p>
            <a:pPr lvl="1"/>
            <a:r>
              <a:rPr lang="en-CA"/>
              <a:t>Second level</a:t>
            </a:r>
          </a:p>
          <a:p>
            <a:pPr lvl="2"/>
            <a:r>
              <a:rPr lang="en-CA"/>
              <a:t>Third level</a:t>
            </a:r>
          </a:p>
          <a:p>
            <a:pPr lvl="3"/>
            <a:r>
              <a:rPr lang="en-CA"/>
              <a:t>Fourth level</a:t>
            </a:r>
            <a:endParaRPr lang="en-CA" dirty="0"/>
          </a:p>
        </p:txBody>
      </p:sp>
      <p:sp>
        <p:nvSpPr>
          <p:cNvPr id="15" name="Text Placeholder 6"/>
          <p:cNvSpPr>
            <a:spLocks noGrp="1"/>
          </p:cNvSpPr>
          <p:nvPr>
            <p:ph type="body" sz="quarter" idx="16" hasCustomPrompt="1"/>
          </p:nvPr>
        </p:nvSpPr>
        <p:spPr>
          <a:xfrm>
            <a:off x="755576" y="6308725"/>
            <a:ext cx="6119887" cy="360363"/>
          </a:xfrm>
        </p:spPr>
        <p:txBody>
          <a:bodyPr anchor="ctr">
            <a:noAutofit/>
          </a:bodyPr>
          <a:lstStyle>
            <a:lvl1pPr>
              <a:lnSpc>
                <a:spcPct val="100000"/>
              </a:lnSpc>
              <a:spcBef>
                <a:spcPts val="0"/>
              </a:spcBef>
              <a:defRPr sz="1000">
                <a:solidFill>
                  <a:schemeClr val="tx1">
                    <a:lumMod val="65000"/>
                    <a:lumOff val="35000"/>
                  </a:schemeClr>
                </a:solidFill>
              </a:defRPr>
            </a:lvl1pPr>
            <a:lvl2pPr>
              <a:defRPr sz="1000"/>
            </a:lvl2pPr>
            <a:lvl3pPr>
              <a:defRPr sz="1000"/>
            </a:lvl3pPr>
            <a:lvl4pPr>
              <a:defRPr sz="1000"/>
            </a:lvl4pPr>
            <a:lvl5pPr>
              <a:defRPr sz="1000"/>
            </a:lvl5pPr>
          </a:lstStyle>
          <a:p>
            <a:pPr lvl="0"/>
            <a:r>
              <a:rPr lang="en-CA" dirty="0"/>
              <a:t>Click to add notes</a:t>
            </a:r>
          </a:p>
        </p:txBody>
      </p:sp>
    </p:spTree>
    <p:extLst>
      <p:ext uri="{BB962C8B-B14F-4D97-AF65-F5344CB8AC3E}">
        <p14:creationId xmlns:p14="http://schemas.microsoft.com/office/powerpoint/2010/main" val="2961240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Zwei Spalten mit Überschrifte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en-CA"/>
              <a:t>Click to edit title</a:t>
            </a:r>
            <a:endParaRPr lang="en-CA" dirty="0"/>
          </a:p>
        </p:txBody>
      </p:sp>
      <p:sp>
        <p:nvSpPr>
          <p:cNvPr id="3" name="Espace réservé du contenu 2"/>
          <p:cNvSpPr>
            <a:spLocks noGrp="1"/>
          </p:cNvSpPr>
          <p:nvPr>
            <p:ph sz="half" idx="1" hasCustomPrompt="1"/>
          </p:nvPr>
        </p:nvSpPr>
        <p:spPr>
          <a:xfrm>
            <a:off x="359532" y="1484784"/>
            <a:ext cx="4032000" cy="4464496"/>
          </a:xfrm>
          <a:ln>
            <a:noFill/>
          </a:ln>
        </p:spPr>
        <p:txBody>
          <a:bodyPr>
            <a:normAutofit/>
          </a:bodyPr>
          <a:lstStyle>
            <a:lvl1pPr>
              <a:lnSpc>
                <a:spcPct val="100000"/>
              </a:lnSpc>
              <a:defRPr sz="1600"/>
            </a:lvl1pPr>
            <a:lvl2pPr>
              <a:lnSpc>
                <a:spcPct val="100000"/>
              </a:lnSpc>
              <a:buClr>
                <a:srgbClr val="8996A0"/>
              </a:buClr>
              <a:defRPr sz="1400"/>
            </a:lvl2pPr>
            <a:lvl3pPr>
              <a:lnSpc>
                <a:spcPct val="100000"/>
              </a:lnSpc>
              <a:buClr>
                <a:srgbClr val="8996A0"/>
              </a:buClr>
              <a:defRPr sz="1200"/>
            </a:lvl3pPr>
            <a:lvl4pPr>
              <a:lnSpc>
                <a:spcPct val="100000"/>
              </a:lnSpc>
              <a:buClr>
                <a:srgbClr val="8996A0"/>
              </a:buClr>
              <a:defRPr sz="1200"/>
            </a:lvl4pPr>
            <a:lvl5pPr>
              <a:buClr>
                <a:srgbClr val="8996A0"/>
              </a:buClr>
              <a:defRPr sz="1200"/>
            </a:lvl5pPr>
            <a:lvl6pPr>
              <a:defRPr sz="1800"/>
            </a:lvl6pPr>
            <a:lvl7pPr>
              <a:defRPr sz="1800"/>
            </a:lvl7pPr>
            <a:lvl8pPr>
              <a:defRPr sz="1800"/>
            </a:lvl8pPr>
            <a:lvl9pPr>
              <a:defRPr sz="1800"/>
            </a:lvl9pPr>
          </a:lstStyle>
          <a:p>
            <a:pPr lvl="0"/>
            <a:r>
              <a:rPr lang="en-CA"/>
              <a:t>Click to edit text</a:t>
            </a:r>
          </a:p>
          <a:p>
            <a:pPr lvl="1"/>
            <a:r>
              <a:rPr lang="en-CA"/>
              <a:t>Second level</a:t>
            </a:r>
          </a:p>
          <a:p>
            <a:pPr lvl="2"/>
            <a:r>
              <a:rPr lang="en-CA"/>
              <a:t>Third level</a:t>
            </a:r>
          </a:p>
          <a:p>
            <a:pPr lvl="3"/>
            <a:r>
              <a:rPr lang="en-CA"/>
              <a:t>Fourth level</a:t>
            </a:r>
            <a:endParaRPr lang="en-CA" dirty="0"/>
          </a:p>
        </p:txBody>
      </p:sp>
      <p:sp>
        <p:nvSpPr>
          <p:cNvPr id="4" name="Espace réservé du contenu 3"/>
          <p:cNvSpPr>
            <a:spLocks noGrp="1"/>
          </p:cNvSpPr>
          <p:nvPr>
            <p:ph sz="half" idx="2" hasCustomPrompt="1"/>
          </p:nvPr>
        </p:nvSpPr>
        <p:spPr>
          <a:xfrm>
            <a:off x="4751451" y="1484784"/>
            <a:ext cx="4032000" cy="4464496"/>
          </a:xfrm>
          <a:ln>
            <a:noFill/>
          </a:ln>
        </p:spPr>
        <p:txBody>
          <a:bodyPr>
            <a:normAutofit/>
          </a:bodyPr>
          <a:lstStyle>
            <a:lvl1pPr>
              <a:lnSpc>
                <a:spcPct val="100000"/>
              </a:lnSpc>
              <a:defRPr sz="1600"/>
            </a:lvl1pPr>
            <a:lvl2pPr>
              <a:lnSpc>
                <a:spcPct val="100000"/>
              </a:lnSpc>
              <a:buClr>
                <a:srgbClr val="8996A0"/>
              </a:buClr>
              <a:defRPr sz="1400"/>
            </a:lvl2pPr>
            <a:lvl3pPr>
              <a:lnSpc>
                <a:spcPct val="100000"/>
              </a:lnSpc>
              <a:buClr>
                <a:srgbClr val="8996A0"/>
              </a:buClr>
              <a:defRPr sz="1200"/>
            </a:lvl3pPr>
            <a:lvl4pPr>
              <a:lnSpc>
                <a:spcPct val="100000"/>
              </a:lnSpc>
              <a:buClr>
                <a:srgbClr val="8996A0"/>
              </a:buClr>
              <a:defRPr sz="1200"/>
            </a:lvl4pPr>
            <a:lvl5pPr>
              <a:buClr>
                <a:srgbClr val="8996A0"/>
              </a:buClr>
              <a:defRPr sz="1200"/>
            </a:lvl5pPr>
            <a:lvl6pPr>
              <a:defRPr sz="1800"/>
            </a:lvl6pPr>
            <a:lvl7pPr>
              <a:defRPr sz="1800"/>
            </a:lvl7pPr>
            <a:lvl8pPr>
              <a:defRPr sz="1800"/>
            </a:lvl8pPr>
            <a:lvl9pPr>
              <a:defRPr sz="1800"/>
            </a:lvl9pPr>
          </a:lstStyle>
          <a:p>
            <a:pPr lvl="0"/>
            <a:r>
              <a:rPr lang="en-CA"/>
              <a:t>Click to edit text</a:t>
            </a:r>
          </a:p>
          <a:p>
            <a:pPr lvl="1"/>
            <a:r>
              <a:rPr lang="en-CA"/>
              <a:t>Second level</a:t>
            </a:r>
          </a:p>
          <a:p>
            <a:pPr lvl="2"/>
            <a:r>
              <a:rPr lang="en-CA"/>
              <a:t>Third level</a:t>
            </a:r>
          </a:p>
          <a:p>
            <a:pPr lvl="3"/>
            <a:r>
              <a:rPr lang="en-CA"/>
              <a:t>Fourth level</a:t>
            </a:r>
            <a:endParaRPr lang="en-CA" dirty="0"/>
          </a:p>
        </p:txBody>
      </p:sp>
      <p:sp>
        <p:nvSpPr>
          <p:cNvPr id="13" name="Espace réservé du texte 2"/>
          <p:cNvSpPr>
            <a:spLocks noGrp="1"/>
          </p:cNvSpPr>
          <p:nvPr>
            <p:ph type="body" idx="14" hasCustomPrompt="1"/>
          </p:nvPr>
        </p:nvSpPr>
        <p:spPr>
          <a:xfrm>
            <a:off x="359532" y="1052736"/>
            <a:ext cx="4032000" cy="360040"/>
          </a:xfrm>
        </p:spPr>
        <p:txBody>
          <a:bodyPr lIns="72000" rIns="72000" anchor="ctr" anchorCtr="0">
            <a:normAutofit/>
          </a:bodyPr>
          <a:lstStyle>
            <a:lvl1pPr marL="0" indent="0">
              <a:buNone/>
              <a:defRPr lang="fr-FR" sz="1600" b="1" kern="1200" cap="all" baseline="0" dirty="0" smtClean="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ts val="1600"/>
              </a:lnSpc>
              <a:spcBef>
                <a:spcPts val="600"/>
              </a:spcBef>
              <a:buFont typeface="Arial" pitchFamily="34" charset="0"/>
              <a:buNone/>
            </a:pPr>
            <a:r>
              <a:rPr lang="en-CA" dirty="0"/>
              <a:t>Click to edit text</a:t>
            </a:r>
          </a:p>
        </p:txBody>
      </p:sp>
      <p:sp>
        <p:nvSpPr>
          <p:cNvPr id="14" name="Espace réservé du texte 4"/>
          <p:cNvSpPr>
            <a:spLocks noGrp="1"/>
          </p:cNvSpPr>
          <p:nvPr>
            <p:ph type="body" sz="quarter" idx="3" hasCustomPrompt="1"/>
          </p:nvPr>
        </p:nvSpPr>
        <p:spPr>
          <a:xfrm>
            <a:off x="4752468" y="1052736"/>
            <a:ext cx="4032000" cy="360040"/>
          </a:xfrm>
        </p:spPr>
        <p:txBody>
          <a:bodyPr lIns="72000" rIns="72000" anchor="ctr" anchorCtr="0">
            <a:normAutofit/>
          </a:bodyPr>
          <a:lstStyle>
            <a:lvl1pPr marL="0" indent="0">
              <a:lnSpc>
                <a:spcPct val="100000"/>
              </a:lnSpc>
              <a:buNone/>
              <a:defRPr lang="fr-FR" sz="1600" b="1" kern="1200" cap="all" baseline="0" dirty="0" smtClean="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ts val="1600"/>
              </a:lnSpc>
              <a:spcBef>
                <a:spcPts val="600"/>
              </a:spcBef>
              <a:buFont typeface="Arial" pitchFamily="34" charset="0"/>
              <a:buNone/>
            </a:pPr>
            <a:r>
              <a:rPr lang="en-CA" dirty="0"/>
              <a:t>Click to edit text</a:t>
            </a:r>
          </a:p>
        </p:txBody>
      </p:sp>
      <p:sp>
        <p:nvSpPr>
          <p:cNvPr id="15" name="Text Placeholder 6"/>
          <p:cNvSpPr>
            <a:spLocks noGrp="1"/>
          </p:cNvSpPr>
          <p:nvPr>
            <p:ph type="body" sz="quarter" idx="16" hasCustomPrompt="1"/>
          </p:nvPr>
        </p:nvSpPr>
        <p:spPr>
          <a:xfrm>
            <a:off x="755576" y="6308725"/>
            <a:ext cx="6119887" cy="360363"/>
          </a:xfrm>
        </p:spPr>
        <p:txBody>
          <a:bodyPr anchor="ctr">
            <a:noAutofit/>
          </a:bodyPr>
          <a:lstStyle>
            <a:lvl1pPr>
              <a:lnSpc>
                <a:spcPct val="100000"/>
              </a:lnSpc>
              <a:spcBef>
                <a:spcPts val="0"/>
              </a:spcBef>
              <a:defRPr sz="1000">
                <a:solidFill>
                  <a:schemeClr val="tx1">
                    <a:lumMod val="65000"/>
                    <a:lumOff val="35000"/>
                  </a:schemeClr>
                </a:solidFill>
              </a:defRPr>
            </a:lvl1pPr>
            <a:lvl2pPr>
              <a:defRPr sz="1000"/>
            </a:lvl2pPr>
            <a:lvl3pPr>
              <a:defRPr sz="1000"/>
            </a:lvl3pPr>
            <a:lvl4pPr>
              <a:defRPr sz="1000"/>
            </a:lvl4pPr>
            <a:lvl5pPr>
              <a:defRPr sz="1000"/>
            </a:lvl5pPr>
          </a:lstStyle>
          <a:p>
            <a:pPr lvl="0"/>
            <a:r>
              <a:rPr lang="en-CA" dirty="0"/>
              <a:t>Click to add notes</a:t>
            </a:r>
          </a:p>
        </p:txBody>
      </p:sp>
    </p:spTree>
    <p:extLst>
      <p:ext uri="{BB962C8B-B14F-4D97-AF65-F5344CB8AC3E}">
        <p14:creationId xmlns:p14="http://schemas.microsoft.com/office/powerpoint/2010/main" val="4253000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eres Blatt">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en-CA"/>
              <a:t>Click to edit title</a:t>
            </a:r>
            <a:endParaRPr lang="en-CA" dirty="0"/>
          </a:p>
        </p:txBody>
      </p:sp>
      <p:sp>
        <p:nvSpPr>
          <p:cNvPr id="7" name="Text Placeholder 6"/>
          <p:cNvSpPr>
            <a:spLocks noGrp="1"/>
          </p:cNvSpPr>
          <p:nvPr>
            <p:ph type="body" sz="quarter" idx="16" hasCustomPrompt="1"/>
          </p:nvPr>
        </p:nvSpPr>
        <p:spPr>
          <a:xfrm>
            <a:off x="755576" y="6308725"/>
            <a:ext cx="6119887" cy="360363"/>
          </a:xfrm>
        </p:spPr>
        <p:txBody>
          <a:bodyPr anchor="ctr">
            <a:noAutofit/>
          </a:bodyPr>
          <a:lstStyle>
            <a:lvl1pPr>
              <a:lnSpc>
                <a:spcPct val="100000"/>
              </a:lnSpc>
              <a:spcBef>
                <a:spcPts val="0"/>
              </a:spcBef>
              <a:defRPr sz="1000">
                <a:solidFill>
                  <a:schemeClr val="tx1">
                    <a:lumMod val="65000"/>
                    <a:lumOff val="35000"/>
                  </a:schemeClr>
                </a:solidFill>
              </a:defRPr>
            </a:lvl1pPr>
            <a:lvl2pPr>
              <a:defRPr sz="1000"/>
            </a:lvl2pPr>
            <a:lvl3pPr>
              <a:defRPr sz="1000"/>
            </a:lvl3pPr>
            <a:lvl4pPr>
              <a:defRPr sz="1000"/>
            </a:lvl4pPr>
            <a:lvl5pPr>
              <a:defRPr sz="1000"/>
            </a:lvl5pPr>
          </a:lstStyle>
          <a:p>
            <a:pPr lvl="0"/>
            <a:r>
              <a:rPr lang="en-CA"/>
              <a:t>Click to add notes</a:t>
            </a:r>
            <a:endParaRPr lang="en-CA" dirty="0"/>
          </a:p>
        </p:txBody>
      </p:sp>
    </p:spTree>
    <p:extLst>
      <p:ext uri="{BB962C8B-B14F-4D97-AF65-F5344CB8AC3E}">
        <p14:creationId xmlns:p14="http://schemas.microsoft.com/office/powerpoint/2010/main" val="3985139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eisses Blatt">
    <p:spTree>
      <p:nvGrpSpPr>
        <p:cNvPr id="1" name=""/>
        <p:cNvGrpSpPr/>
        <p:nvPr/>
      </p:nvGrpSpPr>
      <p:grpSpPr>
        <a:xfrm>
          <a:off x="0" y="0"/>
          <a:ext cx="0" cy="0"/>
          <a:chOff x="0" y="0"/>
          <a:chExt cx="0" cy="0"/>
        </a:xfrm>
      </p:grpSpPr>
      <p:sp>
        <p:nvSpPr>
          <p:cNvPr id="2" name="Rectangle 5"/>
          <p:cNvSpPr/>
          <p:nvPr userDrawn="1">
            <p:custDataLst>
              <p:tags r:id="rId1"/>
            </p:custDataLst>
          </p:nvPr>
        </p:nvSpPr>
        <p:spPr>
          <a:xfrm>
            <a:off x="0" y="8946"/>
            <a:ext cx="9144000" cy="68490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97695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4.xml"/><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p:custDataLst>
              <p:tags r:id="rId9"/>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13" name="Object 12"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Espace réservé du titre 1"/>
          <p:cNvSpPr>
            <a:spLocks noGrp="1"/>
          </p:cNvSpPr>
          <p:nvPr>
            <p:ph type="title"/>
            <p:custDataLst>
              <p:tags r:id="rId10"/>
            </p:custDataLst>
          </p:nvPr>
        </p:nvSpPr>
        <p:spPr>
          <a:xfrm>
            <a:off x="350728" y="8620"/>
            <a:ext cx="8424000" cy="576064"/>
          </a:xfrm>
          <a:prstGeom prst="rect">
            <a:avLst/>
          </a:prstGeom>
        </p:spPr>
        <p:txBody>
          <a:bodyPr vert="horz" lIns="0" tIns="45720" rIns="91440" bIns="45720" rtlCol="0" anchor="t" anchorCtr="0">
            <a:noAutofit/>
          </a:bodyPr>
          <a:lstStyle/>
          <a:p>
            <a:r>
              <a:rPr lang="en-CA" noProof="0" dirty="0"/>
              <a:t>Click to edit title</a:t>
            </a:r>
          </a:p>
        </p:txBody>
      </p:sp>
      <p:sp>
        <p:nvSpPr>
          <p:cNvPr id="3" name="Espace réservé du texte 2"/>
          <p:cNvSpPr>
            <a:spLocks noGrp="1"/>
          </p:cNvSpPr>
          <p:nvPr>
            <p:ph type="body" idx="1"/>
            <p:custDataLst>
              <p:tags r:id="rId11"/>
            </p:custDataLst>
          </p:nvPr>
        </p:nvSpPr>
        <p:spPr>
          <a:xfrm>
            <a:off x="359532" y="764704"/>
            <a:ext cx="8424000" cy="5544616"/>
          </a:xfrm>
          <a:prstGeom prst="rect">
            <a:avLst/>
          </a:prstGeom>
        </p:spPr>
        <p:txBody>
          <a:bodyPr vert="horz" lIns="72000" tIns="45720" rIns="72000" bIns="45720" rtlCol="0">
            <a:normAutofit/>
          </a:bodyPr>
          <a:lstStyle/>
          <a:p>
            <a:pPr lvl="0"/>
            <a:r>
              <a:rPr lang="en-CA"/>
              <a:t>Click to edit text</a:t>
            </a:r>
          </a:p>
          <a:p>
            <a:pPr lvl="1"/>
            <a:r>
              <a:rPr lang="en-CA"/>
              <a:t>Second level</a:t>
            </a:r>
          </a:p>
          <a:p>
            <a:pPr lvl="2"/>
            <a:r>
              <a:rPr lang="en-CA"/>
              <a:t>Third level</a:t>
            </a:r>
          </a:p>
          <a:p>
            <a:pPr lvl="3"/>
            <a:r>
              <a:rPr lang="en-CA"/>
              <a:t>Fourth level</a:t>
            </a:r>
          </a:p>
          <a:p>
            <a:pPr lvl="0"/>
            <a:endParaRPr lang="en-CA"/>
          </a:p>
          <a:p>
            <a:pPr lvl="0"/>
            <a:endParaRPr lang="en-CA"/>
          </a:p>
          <a:p>
            <a:pPr lvl="3"/>
            <a:endParaRPr lang="en-CA" dirty="0"/>
          </a:p>
        </p:txBody>
      </p:sp>
      <p:sp>
        <p:nvSpPr>
          <p:cNvPr id="10" name="Line 16"/>
          <p:cNvSpPr>
            <a:spLocks noChangeShapeType="1"/>
          </p:cNvSpPr>
          <p:nvPr>
            <p:custDataLst>
              <p:tags r:id="rId12"/>
            </p:custDataLst>
          </p:nvPr>
        </p:nvSpPr>
        <p:spPr bwMode="auto">
          <a:xfrm>
            <a:off x="359532" y="620688"/>
            <a:ext cx="8424000" cy="0"/>
          </a:xfrm>
          <a:prstGeom prst="line">
            <a:avLst/>
          </a:prstGeom>
          <a:noFill/>
          <a:ln w="12700">
            <a:solidFill>
              <a:srgbClr val="808D97"/>
            </a:solidFill>
            <a:round/>
            <a:headEnd/>
            <a:tailEnd/>
          </a:ln>
          <a:effectLst/>
        </p:spPr>
        <p:txBody>
          <a:bodyPr lIns="91360" tIns="45680" rIns="91360" bIns="45680"/>
          <a:lstStyle/>
          <a:p>
            <a:pPr eaLnBrk="0" hangingPunct="0">
              <a:spcBef>
                <a:spcPct val="50000"/>
              </a:spcBef>
              <a:buClr>
                <a:schemeClr val="accent2"/>
              </a:buClr>
              <a:buFont typeface="Wingdings" pitchFamily="2" charset="2"/>
              <a:buNone/>
              <a:defRPr/>
            </a:pPr>
            <a:endParaRPr lang="en-CA">
              <a:cs typeface="+mn-cs"/>
            </a:endParaRPr>
          </a:p>
        </p:txBody>
      </p:sp>
      <p:sp>
        <p:nvSpPr>
          <p:cNvPr id="11" name="Rectangle 15"/>
          <p:cNvSpPr txBox="1">
            <a:spLocks noChangeArrowheads="1"/>
          </p:cNvSpPr>
          <p:nvPr/>
        </p:nvSpPr>
        <p:spPr bwMode="auto">
          <a:xfrm>
            <a:off x="360000" y="6453336"/>
            <a:ext cx="324000" cy="360000"/>
          </a:xfrm>
          <a:prstGeom prst="rect">
            <a:avLst/>
          </a:prstGeom>
          <a:noFill/>
          <a:ln w="28575" algn="ctr">
            <a:noFill/>
            <a:miter lim="800000"/>
            <a:headEnd/>
            <a:tailEnd/>
          </a:ln>
          <a:effectLst/>
        </p:spPr>
        <p:txBody>
          <a:bodyPr wrap="none" lIns="0" tIns="45680" rIns="72000" bIns="45680" anchor="ctr" anchorCtr="0"/>
          <a:lstStyle>
            <a:lvl1pPr algn="r">
              <a:spcBef>
                <a:spcPct val="0"/>
              </a:spcBef>
              <a:buClr>
                <a:schemeClr val="tx2"/>
              </a:buClr>
              <a:buSzPct val="65000"/>
              <a:defRPr sz="800">
                <a:solidFill>
                  <a:schemeClr val="folHlink"/>
                </a:solidFill>
                <a:cs typeface="+mn-cs"/>
              </a:defRPr>
            </a:lvl1pPr>
          </a:lstStyle>
          <a:p>
            <a:pPr algn="l">
              <a:defRPr/>
            </a:pPr>
            <a:fld id="{0BAFF7BF-13FC-4B87-9050-422B658FE5B2}" type="slidenum">
              <a:rPr lang="en-CA" b="1" smtClean="0">
                <a:solidFill>
                  <a:srgbClr val="8996A0"/>
                </a:solidFill>
                <a:latin typeface="Arial Black" pitchFamily="34" charset="0"/>
              </a:rPr>
              <a:pPr algn="l">
                <a:defRPr/>
              </a:pPr>
              <a:t>‹Nr.›</a:t>
            </a:fld>
            <a:endParaRPr lang="en-CA" b="1" dirty="0">
              <a:solidFill>
                <a:srgbClr val="8996A0"/>
              </a:solidFill>
              <a:latin typeface="Arial Black" pitchFamily="34" charset="0"/>
            </a:endParaRPr>
          </a:p>
        </p:txBody>
      </p:sp>
    </p:spTree>
    <p:extLst>
      <p:ext uri="{BB962C8B-B14F-4D97-AF65-F5344CB8AC3E}">
        <p14:creationId xmlns:p14="http://schemas.microsoft.com/office/powerpoint/2010/main" val="2638617952"/>
      </p:ext>
    </p:extLst>
  </p:cSld>
  <p:clrMap bg1="lt1" tx1="dk1" bg2="lt2" tx2="dk2" accent1="accent1" accent2="accent2" accent3="accent3" accent4="accent4" accent5="accent5" accent6="accent6" hlink="hlink" folHlink="folHlink"/>
  <p:sldLayoutIdLst>
    <p:sldLayoutId id="2147483791" r:id="rId1"/>
    <p:sldLayoutId id="2147483764" r:id="rId2"/>
    <p:sldLayoutId id="2147483779" r:id="rId3"/>
    <p:sldLayoutId id="2147483792" r:id="rId4"/>
    <p:sldLayoutId id="2147483766" r:id="rId5"/>
    <p:sldLayoutId id="2147483768" r:id="rId6"/>
    <p:sldLayoutId id="2147483767" r:id="rId7"/>
  </p:sldLayoutIdLst>
  <p:hf hdr="0" ftr="0" dt="0"/>
  <p:txStyles>
    <p:titleStyle>
      <a:lvl1pPr algn="l" defTabSz="914400" rtl="0" eaLnBrk="1" latinLnBrk="0" hangingPunct="1">
        <a:spcBef>
          <a:spcPct val="0"/>
        </a:spcBef>
        <a:buNone/>
        <a:defRPr lang="en-CA" sz="1600" kern="1200" cap="none" baseline="0" noProof="0" dirty="0">
          <a:solidFill>
            <a:srgbClr val="8996A0"/>
          </a:solidFill>
          <a:latin typeface="Arial Black" pitchFamily="34" charset="0"/>
          <a:ea typeface="+mj-ea"/>
          <a:cs typeface="+mj-cs"/>
        </a:defRPr>
      </a:lvl1pPr>
    </p:titleStyle>
    <p:bodyStyle>
      <a:lvl1pPr marL="0" indent="0" algn="l" defTabSz="914400" rtl="0" eaLnBrk="1" latinLnBrk="0" hangingPunct="1">
        <a:lnSpc>
          <a:spcPct val="100000"/>
        </a:lnSpc>
        <a:spcBef>
          <a:spcPts val="600"/>
        </a:spcBef>
        <a:buFont typeface="Arial" pitchFamily="34" charset="0"/>
        <a:buNone/>
        <a:defRPr sz="1600" kern="1200">
          <a:solidFill>
            <a:schemeClr val="tx1"/>
          </a:solidFill>
          <a:latin typeface="+mn-lt"/>
          <a:ea typeface="+mn-ea"/>
          <a:cs typeface="+mn-cs"/>
        </a:defRPr>
      </a:lvl1pPr>
      <a:lvl2pPr marL="360000" indent="-144000" algn="l" defTabSz="914400" rtl="0" eaLnBrk="1" latinLnBrk="0" hangingPunct="1">
        <a:lnSpc>
          <a:spcPct val="100000"/>
        </a:lnSpc>
        <a:spcBef>
          <a:spcPts val="600"/>
        </a:spcBef>
        <a:buClr>
          <a:srgbClr val="8996A0"/>
        </a:buClr>
        <a:buFont typeface="Wingdings" pitchFamily="2" charset="2"/>
        <a:buChar char="§"/>
        <a:defRPr sz="1400" kern="1200">
          <a:solidFill>
            <a:schemeClr val="tx1"/>
          </a:solidFill>
          <a:latin typeface="+mn-lt"/>
          <a:ea typeface="+mn-ea"/>
          <a:cs typeface="+mn-cs"/>
        </a:defRPr>
      </a:lvl2pPr>
      <a:lvl3pPr marL="720000" indent="-144000" algn="l" defTabSz="914400" rtl="0" eaLnBrk="1" latinLnBrk="0" hangingPunct="1">
        <a:lnSpc>
          <a:spcPct val="100000"/>
        </a:lnSpc>
        <a:spcBef>
          <a:spcPts val="600"/>
        </a:spcBef>
        <a:buClr>
          <a:srgbClr val="8996A0"/>
        </a:buClr>
        <a:buFont typeface="Arial" pitchFamily="34" charset="0"/>
        <a:buChar char="–"/>
        <a:defRPr sz="1200" kern="1200">
          <a:solidFill>
            <a:schemeClr val="tx1"/>
          </a:solidFill>
          <a:latin typeface="+mn-lt"/>
          <a:ea typeface="+mn-ea"/>
          <a:cs typeface="+mn-cs"/>
        </a:defRPr>
      </a:lvl3pPr>
      <a:lvl4pPr marL="1080000" indent="-144000" algn="l" defTabSz="914400" rtl="0" eaLnBrk="1" latinLnBrk="0" hangingPunct="1">
        <a:lnSpc>
          <a:spcPct val="100000"/>
        </a:lnSpc>
        <a:spcBef>
          <a:spcPts val="600"/>
        </a:spcBef>
        <a:buClr>
          <a:srgbClr val="8996A0"/>
        </a:buClr>
        <a:buSzPct val="80000"/>
        <a:buFont typeface="Arial" pitchFamily="34" charset="0"/>
        <a:buChar char="&gt;"/>
        <a:defRPr sz="1200" kern="1200">
          <a:solidFill>
            <a:schemeClr val="tx1"/>
          </a:solidFill>
          <a:latin typeface="+mn-lt"/>
          <a:ea typeface="+mn-ea"/>
          <a:cs typeface="+mn-cs"/>
        </a:defRPr>
      </a:lvl4pPr>
      <a:lvl5pPr marL="2057400" indent="-228600" algn="l" defTabSz="914400" rtl="0" eaLnBrk="1" latinLnBrk="0" hangingPunct="1">
        <a:lnSpc>
          <a:spcPts val="1600"/>
        </a:lnSpc>
        <a:spcBef>
          <a:spcPts val="600"/>
        </a:spcBef>
        <a:buClr>
          <a:srgbClr val="8996A0"/>
        </a:buClr>
        <a:buFont typeface="Arial"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6.xml"/><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FD1DF-6AD8-9E80-FB56-4AF094AB3E0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9E67945-BEED-5098-1877-2F7D45E498D1}"/>
              </a:ext>
            </a:extLst>
          </p:cNvPr>
          <p:cNvSpPr>
            <a:spLocks noGrp="1"/>
          </p:cNvSpPr>
          <p:nvPr>
            <p:ph type="title"/>
          </p:nvPr>
        </p:nvSpPr>
        <p:spPr/>
        <p:txBody>
          <a:bodyPr/>
          <a:lstStyle/>
          <a:p>
            <a:r>
              <a:rPr lang="en-US" dirty="0"/>
              <a:t>Introduction</a:t>
            </a:r>
            <a:br>
              <a:rPr lang="en-US" dirty="0"/>
            </a:br>
            <a:r>
              <a:rPr lang="en-US" dirty="0"/>
              <a:t>Overview</a:t>
            </a:r>
          </a:p>
        </p:txBody>
      </p:sp>
      <p:sp>
        <p:nvSpPr>
          <p:cNvPr id="5" name="Rectangle">
            <a:extLst>
              <a:ext uri="{FF2B5EF4-FFF2-40B4-BE49-F238E27FC236}">
                <a16:creationId xmlns:a16="http://schemas.microsoft.com/office/drawing/2014/main" id="{6D894AE8-D892-8C79-8AE8-48A971A3B40B}"/>
              </a:ext>
            </a:extLst>
          </p:cNvPr>
          <p:cNvSpPr/>
          <p:nvPr/>
        </p:nvSpPr>
        <p:spPr>
          <a:xfrm rot="10800000">
            <a:off x="6674076" y="3399867"/>
            <a:ext cx="1769435" cy="2061936"/>
          </a:xfrm>
          <a:prstGeom prst="rect">
            <a:avLst/>
          </a:prstGeom>
          <a:solidFill>
            <a:schemeClr val="bg1">
              <a:lumMod val="65000"/>
              <a:alpha val="11315"/>
            </a:schemeClr>
          </a:solidFill>
          <a:ln w="12700">
            <a:miter lim="400000"/>
          </a:ln>
        </p:spPr>
        <p:txBody>
          <a:bodyPr lIns="36000" tIns="36000" rIns="36000" bIns="36000" anchor="ctr"/>
          <a:lstStyle/>
          <a:p>
            <a:endParaRPr lang="en-US" dirty="0">
              <a:latin typeface="+mj-lt"/>
            </a:endParaRPr>
          </a:p>
        </p:txBody>
      </p:sp>
      <p:sp>
        <p:nvSpPr>
          <p:cNvPr id="12" name="Triangle">
            <a:extLst>
              <a:ext uri="{FF2B5EF4-FFF2-40B4-BE49-F238E27FC236}">
                <a16:creationId xmlns:a16="http://schemas.microsoft.com/office/drawing/2014/main" id="{BBC6591B-E25D-89AE-1F2F-DE713858A173}"/>
              </a:ext>
            </a:extLst>
          </p:cNvPr>
          <p:cNvSpPr/>
          <p:nvPr/>
        </p:nvSpPr>
        <p:spPr>
          <a:xfrm rot="10800000">
            <a:off x="4847857" y="4479198"/>
            <a:ext cx="1828396" cy="98373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chemeClr val="bg1">
              <a:lumMod val="65000"/>
              <a:alpha val="11315"/>
            </a:schemeClr>
          </a:solidFill>
          <a:ln w="12700">
            <a:miter lim="400000"/>
          </a:ln>
        </p:spPr>
        <p:txBody>
          <a:bodyPr lIns="36000" tIns="36000" rIns="36000" bIns="36000" anchor="ctr"/>
          <a:lstStyle/>
          <a:p>
            <a:endParaRPr lang="en-US" dirty="0">
              <a:latin typeface="+mj-lt"/>
            </a:endParaRPr>
          </a:p>
        </p:txBody>
      </p:sp>
      <p:sp>
        <p:nvSpPr>
          <p:cNvPr id="14" name="Triangle">
            <a:extLst>
              <a:ext uri="{FF2B5EF4-FFF2-40B4-BE49-F238E27FC236}">
                <a16:creationId xmlns:a16="http://schemas.microsoft.com/office/drawing/2014/main" id="{00FA806E-056E-9A47-50BE-3DC25C2A0FFA}"/>
              </a:ext>
            </a:extLst>
          </p:cNvPr>
          <p:cNvSpPr/>
          <p:nvPr/>
        </p:nvSpPr>
        <p:spPr>
          <a:xfrm flipH="1">
            <a:off x="4722137" y="3387860"/>
            <a:ext cx="1954116" cy="10870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chemeClr val="bg1">
              <a:lumMod val="65000"/>
              <a:alpha val="11315"/>
            </a:schemeClr>
          </a:solidFill>
          <a:ln w="12700">
            <a:miter lim="400000"/>
          </a:ln>
        </p:spPr>
        <p:txBody>
          <a:bodyPr lIns="36000" tIns="36000" rIns="36000" bIns="36000" anchor="ctr"/>
          <a:lstStyle/>
          <a:p>
            <a:endParaRPr lang="en-US" dirty="0">
              <a:latin typeface="+mj-lt"/>
            </a:endParaRPr>
          </a:p>
        </p:txBody>
      </p:sp>
      <p:sp>
        <p:nvSpPr>
          <p:cNvPr id="18" name="TextBox 36">
            <a:extLst>
              <a:ext uri="{FF2B5EF4-FFF2-40B4-BE49-F238E27FC236}">
                <a16:creationId xmlns:a16="http://schemas.microsoft.com/office/drawing/2014/main" id="{EA32C841-3F8E-F12B-6316-2B3FBDA19BD4}"/>
              </a:ext>
            </a:extLst>
          </p:cNvPr>
          <p:cNvSpPr txBox="1"/>
          <p:nvPr/>
        </p:nvSpPr>
        <p:spPr>
          <a:xfrm>
            <a:off x="965627" y="2853000"/>
            <a:ext cx="1590373"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defRPr sz="1600" b="1">
                <a:solidFill>
                  <a:srgbClr val="535353"/>
                </a:solidFill>
              </a:defRPr>
            </a:pPr>
            <a:r>
              <a:rPr lang="en-US" sz="1400" dirty="0">
                <a:solidFill>
                  <a:schemeClr val="tx1">
                    <a:lumMod val="50000"/>
                    <a:lumOff val="50000"/>
                  </a:schemeClr>
                </a:solidFill>
                <a:latin typeface="+mj-lt"/>
              </a:rPr>
              <a:t>Multiple big data sources</a:t>
            </a:r>
          </a:p>
        </p:txBody>
      </p:sp>
      <p:sp>
        <p:nvSpPr>
          <p:cNvPr id="32" name="TextBox 36">
            <a:extLst>
              <a:ext uri="{FF2B5EF4-FFF2-40B4-BE49-F238E27FC236}">
                <a16:creationId xmlns:a16="http://schemas.microsoft.com/office/drawing/2014/main" id="{925EE578-F524-CADF-9A51-49D6A514F3D5}"/>
              </a:ext>
            </a:extLst>
          </p:cNvPr>
          <p:cNvSpPr txBox="1"/>
          <p:nvPr/>
        </p:nvSpPr>
        <p:spPr>
          <a:xfrm>
            <a:off x="6404757" y="2853000"/>
            <a:ext cx="2055243"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1600" b="1">
                <a:solidFill>
                  <a:srgbClr val="535353"/>
                </a:solidFill>
              </a:defRPr>
            </a:pPr>
            <a:r>
              <a:rPr lang="en-US" sz="1400" dirty="0">
                <a:solidFill>
                  <a:schemeClr val="tx1">
                    <a:lumMod val="50000"/>
                    <a:lumOff val="50000"/>
                  </a:schemeClr>
                </a:solidFill>
                <a:latin typeface="+mj-lt"/>
              </a:rPr>
              <a:t>Integrated analysis</a:t>
            </a:r>
          </a:p>
          <a:p>
            <a:pPr algn="ctr">
              <a:defRPr sz="1600" b="1">
                <a:solidFill>
                  <a:srgbClr val="535353"/>
                </a:solidFill>
              </a:defRPr>
            </a:pPr>
            <a:r>
              <a:rPr lang="en-US" sz="1400" dirty="0">
                <a:solidFill>
                  <a:schemeClr val="tx1">
                    <a:lumMod val="50000"/>
                    <a:lumOff val="50000"/>
                  </a:schemeClr>
                </a:solidFill>
                <a:latin typeface="+mj-lt"/>
              </a:rPr>
              <a:t>in seconds</a:t>
            </a:r>
          </a:p>
        </p:txBody>
      </p:sp>
      <p:sp>
        <p:nvSpPr>
          <p:cNvPr id="40" name="Rectangle">
            <a:extLst>
              <a:ext uri="{FF2B5EF4-FFF2-40B4-BE49-F238E27FC236}">
                <a16:creationId xmlns:a16="http://schemas.microsoft.com/office/drawing/2014/main" id="{7FCA007A-993D-6353-11D7-8316FF3C8560}"/>
              </a:ext>
            </a:extLst>
          </p:cNvPr>
          <p:cNvSpPr/>
          <p:nvPr/>
        </p:nvSpPr>
        <p:spPr>
          <a:xfrm>
            <a:off x="5375359" y="5626077"/>
            <a:ext cx="275795" cy="358561"/>
          </a:xfrm>
          <a:prstGeom prst="rect">
            <a:avLst/>
          </a:prstGeom>
          <a:solidFill>
            <a:srgbClr val="3264C8"/>
          </a:solidFill>
          <a:ln w="12700">
            <a:solidFill>
              <a:schemeClr val="accent1">
                <a:lumOff val="20882"/>
              </a:schemeClr>
            </a:solidFill>
            <a:miter lim="400000"/>
          </a:ln>
        </p:spPr>
        <p:txBody>
          <a:bodyPr lIns="36000" tIns="36000" rIns="36000" bIns="36000" anchor="ctr"/>
          <a:lstStyle/>
          <a:p>
            <a:endParaRPr lang="en-US" dirty="0">
              <a:latin typeface="+mj-lt"/>
            </a:endParaRPr>
          </a:p>
        </p:txBody>
      </p:sp>
      <p:sp>
        <p:nvSpPr>
          <p:cNvPr id="42" name="Rectangle">
            <a:extLst>
              <a:ext uri="{FF2B5EF4-FFF2-40B4-BE49-F238E27FC236}">
                <a16:creationId xmlns:a16="http://schemas.microsoft.com/office/drawing/2014/main" id="{0E1B2F91-63B8-509C-FDEA-6B27CD4FB5E5}"/>
              </a:ext>
            </a:extLst>
          </p:cNvPr>
          <p:cNvSpPr/>
          <p:nvPr/>
        </p:nvSpPr>
        <p:spPr>
          <a:xfrm>
            <a:off x="5415942" y="5670050"/>
            <a:ext cx="275796" cy="358561"/>
          </a:xfrm>
          <a:prstGeom prst="rect">
            <a:avLst/>
          </a:prstGeom>
          <a:solidFill>
            <a:srgbClr val="3264C8"/>
          </a:solidFill>
          <a:ln w="12700">
            <a:solidFill>
              <a:schemeClr val="accent1">
                <a:lumOff val="20882"/>
              </a:schemeClr>
            </a:solidFill>
            <a:miter lim="400000"/>
          </a:ln>
        </p:spPr>
        <p:txBody>
          <a:bodyPr lIns="36000" tIns="36000" rIns="36000" bIns="36000" anchor="ctr"/>
          <a:lstStyle/>
          <a:p>
            <a:endParaRPr lang="en-US" dirty="0">
              <a:latin typeface="+mj-lt"/>
            </a:endParaRPr>
          </a:p>
        </p:txBody>
      </p:sp>
      <p:sp>
        <p:nvSpPr>
          <p:cNvPr id="46" name="Triangle">
            <a:extLst>
              <a:ext uri="{FF2B5EF4-FFF2-40B4-BE49-F238E27FC236}">
                <a16:creationId xmlns:a16="http://schemas.microsoft.com/office/drawing/2014/main" id="{2372816A-C8C9-0407-00AB-A589172DD8D1}"/>
              </a:ext>
            </a:extLst>
          </p:cNvPr>
          <p:cNvSpPr/>
          <p:nvPr/>
        </p:nvSpPr>
        <p:spPr>
          <a:xfrm>
            <a:off x="2968900" y="3402923"/>
            <a:ext cx="1769434" cy="98372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chemeClr val="bg1">
              <a:lumMod val="65000"/>
              <a:alpha val="11315"/>
            </a:schemeClr>
          </a:solidFill>
          <a:ln w="12700">
            <a:miter lim="400000"/>
          </a:ln>
        </p:spPr>
        <p:txBody>
          <a:bodyPr lIns="36000" tIns="36000" rIns="36000" bIns="36000" anchor="ctr"/>
          <a:lstStyle/>
          <a:p>
            <a:endParaRPr lang="en-US" dirty="0">
              <a:latin typeface="+mj-lt"/>
            </a:endParaRPr>
          </a:p>
        </p:txBody>
      </p:sp>
      <p:sp>
        <p:nvSpPr>
          <p:cNvPr id="47" name="Triangle">
            <a:extLst>
              <a:ext uri="{FF2B5EF4-FFF2-40B4-BE49-F238E27FC236}">
                <a16:creationId xmlns:a16="http://schemas.microsoft.com/office/drawing/2014/main" id="{7D4864C8-360F-1967-FD6D-E3A86B7769AC}"/>
              </a:ext>
            </a:extLst>
          </p:cNvPr>
          <p:cNvSpPr/>
          <p:nvPr/>
        </p:nvSpPr>
        <p:spPr>
          <a:xfrm rot="10800000" flipH="1">
            <a:off x="2968900" y="4379617"/>
            <a:ext cx="1891100" cy="10870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solidFill>
            <a:schemeClr val="bg1">
              <a:lumMod val="65000"/>
              <a:alpha val="11315"/>
            </a:schemeClr>
          </a:solidFill>
          <a:ln w="12700">
            <a:miter lim="400000"/>
          </a:ln>
        </p:spPr>
        <p:txBody>
          <a:bodyPr lIns="36000" tIns="36000" rIns="36000" bIns="36000" anchor="ctr"/>
          <a:lstStyle/>
          <a:p>
            <a:endParaRPr lang="en-US" dirty="0">
              <a:latin typeface="+mj-lt"/>
            </a:endParaRPr>
          </a:p>
        </p:txBody>
      </p:sp>
      <p:sp>
        <p:nvSpPr>
          <p:cNvPr id="48" name="Rectangle">
            <a:extLst>
              <a:ext uri="{FF2B5EF4-FFF2-40B4-BE49-F238E27FC236}">
                <a16:creationId xmlns:a16="http://schemas.microsoft.com/office/drawing/2014/main" id="{C2D62268-A707-BF7D-A0FE-8F7B97861EF8}"/>
              </a:ext>
            </a:extLst>
          </p:cNvPr>
          <p:cNvSpPr/>
          <p:nvPr/>
        </p:nvSpPr>
        <p:spPr>
          <a:xfrm>
            <a:off x="897599" y="3387860"/>
            <a:ext cx="2063293" cy="2061936"/>
          </a:xfrm>
          <a:prstGeom prst="rect">
            <a:avLst/>
          </a:prstGeom>
          <a:solidFill>
            <a:schemeClr val="bg1">
              <a:lumMod val="65000"/>
              <a:alpha val="11315"/>
            </a:schemeClr>
          </a:solidFill>
          <a:ln w="12700">
            <a:miter lim="400000"/>
          </a:ln>
        </p:spPr>
        <p:txBody>
          <a:bodyPr lIns="36000" tIns="36000" rIns="36000" bIns="36000" anchor="ctr"/>
          <a:lstStyle/>
          <a:p>
            <a:endParaRPr lang="en-US" dirty="0">
              <a:latin typeface="+mj-lt"/>
            </a:endParaRPr>
          </a:p>
        </p:txBody>
      </p:sp>
      <p:sp>
        <p:nvSpPr>
          <p:cNvPr id="49" name="Rounded Rectangle">
            <a:extLst>
              <a:ext uri="{FF2B5EF4-FFF2-40B4-BE49-F238E27FC236}">
                <a16:creationId xmlns:a16="http://schemas.microsoft.com/office/drawing/2014/main" id="{C21C4B45-D73F-3D25-9330-E5C0F9BD3416}"/>
              </a:ext>
            </a:extLst>
          </p:cNvPr>
          <p:cNvSpPr/>
          <p:nvPr/>
        </p:nvSpPr>
        <p:spPr>
          <a:xfrm>
            <a:off x="3780034" y="3737823"/>
            <a:ext cx="2087509" cy="1385649"/>
          </a:xfrm>
          <a:prstGeom prst="roundRect">
            <a:avLst>
              <a:gd name="adj" fmla="val 13748"/>
            </a:avLst>
          </a:prstGeom>
          <a:gradFill>
            <a:gsLst>
              <a:gs pos="0">
                <a:srgbClr val="1E2D78"/>
              </a:gs>
              <a:gs pos="100000">
                <a:srgbClr val="3C5AB4"/>
              </a:gs>
            </a:gsLst>
            <a:lin ang="5400000"/>
          </a:gradFill>
          <a:ln w="12700">
            <a:miter lim="400000"/>
          </a:ln>
          <a:effectLst>
            <a:outerShdw blurRad="38100" dist="78217" dir="12543089" rotWithShape="0">
              <a:srgbClr val="000000">
                <a:alpha val="38000"/>
              </a:srgbClr>
            </a:outerShdw>
          </a:effectLst>
        </p:spPr>
        <p:txBody>
          <a:bodyPr lIns="36000" tIns="36000" rIns="36000" bIns="36000" anchor="ctr"/>
          <a:lstStyle/>
          <a:p>
            <a:pPr>
              <a:defRPr>
                <a:solidFill>
                  <a:srgbClr val="2D5AB4"/>
                </a:solidFill>
              </a:defRPr>
            </a:pPr>
            <a:endParaRPr lang="en-US" dirty="0">
              <a:latin typeface="+mj-lt"/>
            </a:endParaRPr>
          </a:p>
        </p:txBody>
      </p:sp>
      <p:sp>
        <p:nvSpPr>
          <p:cNvPr id="50" name="TextBox 36">
            <a:extLst>
              <a:ext uri="{FF2B5EF4-FFF2-40B4-BE49-F238E27FC236}">
                <a16:creationId xmlns:a16="http://schemas.microsoft.com/office/drawing/2014/main" id="{F69D8D13-D613-4072-3563-41F2A3CE07F2}"/>
              </a:ext>
            </a:extLst>
          </p:cNvPr>
          <p:cNvSpPr txBox="1"/>
          <p:nvPr/>
        </p:nvSpPr>
        <p:spPr>
          <a:xfrm>
            <a:off x="1232706" y="4561697"/>
            <a:ext cx="924383"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200" i="1">
                <a:solidFill>
                  <a:schemeClr val="accent1">
                    <a:satOff val="-3054"/>
                    <a:lumOff val="-11647"/>
                  </a:schemeClr>
                </a:solidFill>
              </a:defRPr>
            </a:lvl1pPr>
          </a:lstStyle>
          <a:p>
            <a:r>
              <a:rPr lang="en-US" dirty="0">
                <a:latin typeface="+mj-lt"/>
              </a:rPr>
              <a:t>databases</a:t>
            </a:r>
          </a:p>
        </p:txBody>
      </p:sp>
      <p:sp>
        <p:nvSpPr>
          <p:cNvPr id="51" name="TextBox 37">
            <a:extLst>
              <a:ext uri="{FF2B5EF4-FFF2-40B4-BE49-F238E27FC236}">
                <a16:creationId xmlns:a16="http://schemas.microsoft.com/office/drawing/2014/main" id="{5DA3C9D4-3D42-0A6C-7336-63CFECD28801}"/>
              </a:ext>
            </a:extLst>
          </p:cNvPr>
          <p:cNvSpPr txBox="1"/>
          <p:nvPr/>
        </p:nvSpPr>
        <p:spPr>
          <a:xfrm>
            <a:off x="1267340" y="3578736"/>
            <a:ext cx="843410"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200" i="1">
                <a:solidFill>
                  <a:schemeClr val="accent1">
                    <a:satOff val="-3054"/>
                    <a:lumOff val="-11647"/>
                  </a:schemeClr>
                </a:solidFill>
              </a:defRPr>
            </a:lvl1pPr>
          </a:lstStyle>
          <a:p>
            <a:r>
              <a:rPr lang="en-US" dirty="0">
                <a:latin typeface="+mj-lt"/>
              </a:rPr>
              <a:t>data files</a:t>
            </a:r>
          </a:p>
        </p:txBody>
      </p:sp>
      <p:sp>
        <p:nvSpPr>
          <p:cNvPr id="52" name="TextBox 49">
            <a:extLst>
              <a:ext uri="{FF2B5EF4-FFF2-40B4-BE49-F238E27FC236}">
                <a16:creationId xmlns:a16="http://schemas.microsoft.com/office/drawing/2014/main" id="{E4CC3BF4-01E3-D0B9-AF03-C1D31F6EA628}"/>
              </a:ext>
            </a:extLst>
          </p:cNvPr>
          <p:cNvSpPr txBox="1"/>
          <p:nvPr/>
        </p:nvSpPr>
        <p:spPr>
          <a:xfrm>
            <a:off x="1265685" y="5067391"/>
            <a:ext cx="858426"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200" i="1">
                <a:solidFill>
                  <a:schemeClr val="accent1">
                    <a:satOff val="-3054"/>
                    <a:lumOff val="-11647"/>
                  </a:schemeClr>
                </a:solidFill>
              </a:defRPr>
            </a:lvl1pPr>
          </a:lstStyle>
          <a:p>
            <a:r>
              <a:rPr lang="en-US" dirty="0">
                <a:latin typeface="+mj-lt"/>
              </a:rPr>
              <a:t>web data</a:t>
            </a:r>
          </a:p>
        </p:txBody>
      </p:sp>
      <p:sp>
        <p:nvSpPr>
          <p:cNvPr id="53" name="TextBox 36">
            <a:extLst>
              <a:ext uri="{FF2B5EF4-FFF2-40B4-BE49-F238E27FC236}">
                <a16:creationId xmlns:a16="http://schemas.microsoft.com/office/drawing/2014/main" id="{45BD30EB-6236-D07D-80F1-5B820DAAD677}"/>
              </a:ext>
            </a:extLst>
          </p:cNvPr>
          <p:cNvSpPr txBox="1"/>
          <p:nvPr/>
        </p:nvSpPr>
        <p:spPr>
          <a:xfrm>
            <a:off x="5043276" y="6093710"/>
            <a:ext cx="1092360" cy="4420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1200">
                <a:solidFill>
                  <a:schemeClr val="accent1">
                    <a:satOff val="-3054"/>
                    <a:lumOff val="-11647"/>
                  </a:schemeClr>
                </a:solidFill>
              </a:defRPr>
            </a:pPr>
            <a:r>
              <a:rPr lang="en-US" sz="1100" dirty="0">
                <a:solidFill>
                  <a:srgbClr val="3264C8"/>
                </a:solidFill>
                <a:latin typeface="+mj-lt"/>
              </a:rPr>
              <a:t>batch</a:t>
            </a:r>
          </a:p>
          <a:p>
            <a:pPr algn="ctr">
              <a:defRPr sz="1200">
                <a:solidFill>
                  <a:schemeClr val="accent1">
                    <a:satOff val="-3054"/>
                    <a:lumOff val="-11647"/>
                  </a:schemeClr>
                </a:solidFill>
              </a:defRPr>
            </a:pPr>
            <a:r>
              <a:rPr lang="en-US" sz="1100" dirty="0">
                <a:solidFill>
                  <a:srgbClr val="3264C8"/>
                </a:solidFill>
                <a:latin typeface="+mj-lt"/>
              </a:rPr>
              <a:t>programs</a:t>
            </a:r>
          </a:p>
        </p:txBody>
      </p:sp>
      <p:sp>
        <p:nvSpPr>
          <p:cNvPr id="54" name="TextBox 36">
            <a:extLst>
              <a:ext uri="{FF2B5EF4-FFF2-40B4-BE49-F238E27FC236}">
                <a16:creationId xmlns:a16="http://schemas.microsoft.com/office/drawing/2014/main" id="{41776CB6-CD55-4448-3FCA-72920FF08F6C}"/>
              </a:ext>
            </a:extLst>
          </p:cNvPr>
          <p:cNvSpPr txBox="1"/>
          <p:nvPr/>
        </p:nvSpPr>
        <p:spPr>
          <a:xfrm>
            <a:off x="3732009" y="6104596"/>
            <a:ext cx="1092360" cy="4420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1200">
                <a:solidFill>
                  <a:schemeClr val="accent1">
                    <a:satOff val="-3054"/>
                    <a:lumOff val="-11647"/>
                  </a:schemeClr>
                </a:solidFill>
              </a:defRPr>
            </a:pPr>
            <a:r>
              <a:rPr lang="en-US" sz="1100" dirty="0">
                <a:solidFill>
                  <a:srgbClr val="3264C8"/>
                </a:solidFill>
                <a:latin typeface="+mj-lt"/>
              </a:rPr>
              <a:t>interactive</a:t>
            </a:r>
          </a:p>
          <a:p>
            <a:pPr algn="ctr">
              <a:defRPr sz="1200">
                <a:solidFill>
                  <a:schemeClr val="accent1">
                    <a:satOff val="-3054"/>
                    <a:lumOff val="-11647"/>
                  </a:schemeClr>
                </a:solidFill>
              </a:defRPr>
            </a:pPr>
            <a:r>
              <a:rPr lang="en-US" sz="1100" dirty="0">
                <a:solidFill>
                  <a:srgbClr val="3264C8"/>
                </a:solidFill>
                <a:latin typeface="+mj-lt"/>
              </a:rPr>
              <a:t>processing</a:t>
            </a:r>
          </a:p>
        </p:txBody>
      </p:sp>
      <p:grpSp>
        <p:nvGrpSpPr>
          <p:cNvPr id="55" name="Group 5">
            <a:extLst>
              <a:ext uri="{FF2B5EF4-FFF2-40B4-BE49-F238E27FC236}">
                <a16:creationId xmlns:a16="http://schemas.microsoft.com/office/drawing/2014/main" id="{50992F48-1C58-ADE6-487A-11DCF91AD13E}"/>
              </a:ext>
            </a:extLst>
          </p:cNvPr>
          <p:cNvGrpSpPr/>
          <p:nvPr/>
        </p:nvGrpSpPr>
        <p:grpSpPr>
          <a:xfrm>
            <a:off x="2613297" y="3538580"/>
            <a:ext cx="288497" cy="329375"/>
            <a:chOff x="3732405" y="2367361"/>
            <a:chExt cx="288497" cy="329375"/>
          </a:xfrm>
        </p:grpSpPr>
        <p:sp>
          <p:nvSpPr>
            <p:cNvPr id="56" name="Rectangle">
              <a:extLst>
                <a:ext uri="{FF2B5EF4-FFF2-40B4-BE49-F238E27FC236}">
                  <a16:creationId xmlns:a16="http://schemas.microsoft.com/office/drawing/2014/main" id="{B5A0562A-1306-DC61-0C18-7D31CD350981}"/>
                </a:ext>
              </a:extLst>
            </p:cNvPr>
            <p:cNvSpPr/>
            <p:nvPr/>
          </p:nvSpPr>
          <p:spPr>
            <a:xfrm>
              <a:off x="3732405" y="2367361"/>
              <a:ext cx="175089" cy="256651"/>
            </a:xfrm>
            <a:prstGeom prst="rect">
              <a:avLst/>
            </a:prstGeom>
            <a:solidFill>
              <a:srgbClr val="FFFFFF"/>
            </a:solidFill>
            <a:ln w="19050" cap="flat">
              <a:solidFill>
                <a:schemeClr val="bg1">
                  <a:lumMod val="65000"/>
                </a:schemeClr>
              </a:solidFill>
              <a:prstDash val="solid"/>
              <a:round/>
            </a:ln>
            <a:effectLst>
              <a:outerShdw blurRad="38100" dist="65517" dir="7882388" rotWithShape="0">
                <a:srgbClr val="000000">
                  <a:alpha val="38000"/>
                </a:srgbClr>
              </a:outerShdw>
            </a:effectLst>
          </p:spPr>
          <p:txBody>
            <a:bodyPr wrap="square" lIns="36000" tIns="36000" rIns="36000" bIns="36000" numCol="1" anchor="ctr">
              <a:noAutofit/>
            </a:bodyPr>
            <a:lstStyle/>
            <a:p>
              <a:endParaRPr lang="en-US" dirty="0">
                <a:latin typeface="+mj-lt"/>
              </a:endParaRPr>
            </a:p>
          </p:txBody>
        </p:sp>
        <p:sp>
          <p:nvSpPr>
            <p:cNvPr id="57" name="Rectangle">
              <a:extLst>
                <a:ext uri="{FF2B5EF4-FFF2-40B4-BE49-F238E27FC236}">
                  <a16:creationId xmlns:a16="http://schemas.microsoft.com/office/drawing/2014/main" id="{5C71C91E-062D-5AA6-A7CB-AC7C7AB1DD8B}"/>
                </a:ext>
              </a:extLst>
            </p:cNvPr>
            <p:cNvSpPr/>
            <p:nvPr/>
          </p:nvSpPr>
          <p:spPr>
            <a:xfrm>
              <a:off x="3784746" y="2403722"/>
              <a:ext cx="175090" cy="256652"/>
            </a:xfrm>
            <a:prstGeom prst="rect">
              <a:avLst/>
            </a:prstGeom>
            <a:solidFill>
              <a:srgbClr val="FFFFFF"/>
            </a:solidFill>
            <a:ln w="19050" cap="flat">
              <a:solidFill>
                <a:schemeClr val="bg1">
                  <a:lumMod val="65000"/>
                </a:schemeClr>
              </a:solidFill>
              <a:prstDash val="solid"/>
              <a:round/>
            </a:ln>
            <a:effectLst>
              <a:outerShdw blurRad="38100" dist="65517" dir="4905046" rotWithShape="0">
                <a:srgbClr val="000000">
                  <a:alpha val="38000"/>
                </a:srgbClr>
              </a:outerShdw>
            </a:effectLst>
          </p:spPr>
          <p:txBody>
            <a:bodyPr wrap="square" lIns="36000" tIns="36000" rIns="36000" bIns="36000" numCol="1" anchor="ctr">
              <a:noAutofit/>
            </a:bodyPr>
            <a:lstStyle/>
            <a:p>
              <a:endParaRPr lang="en-US" dirty="0">
                <a:latin typeface="+mj-lt"/>
              </a:endParaRPr>
            </a:p>
          </p:txBody>
        </p:sp>
        <p:sp>
          <p:nvSpPr>
            <p:cNvPr id="58" name="Rectangle">
              <a:extLst>
                <a:ext uri="{FF2B5EF4-FFF2-40B4-BE49-F238E27FC236}">
                  <a16:creationId xmlns:a16="http://schemas.microsoft.com/office/drawing/2014/main" id="{8A3FEA93-6B59-166B-6BA4-43A290ABCAFA}"/>
                </a:ext>
              </a:extLst>
            </p:cNvPr>
            <p:cNvSpPr/>
            <p:nvPr/>
          </p:nvSpPr>
          <p:spPr>
            <a:xfrm>
              <a:off x="3845812" y="2440084"/>
              <a:ext cx="175090" cy="256652"/>
            </a:xfrm>
            <a:prstGeom prst="rect">
              <a:avLst/>
            </a:prstGeom>
            <a:solidFill>
              <a:srgbClr val="FFFFFF"/>
            </a:solidFill>
            <a:ln w="19050" cap="flat">
              <a:solidFill>
                <a:schemeClr val="bg1">
                  <a:lumMod val="65000"/>
                </a:schemeClr>
              </a:solidFill>
              <a:prstDash val="solid"/>
              <a:round/>
            </a:ln>
            <a:effectLst>
              <a:outerShdw blurRad="38100" dist="65517" dir="6203283" rotWithShape="0">
                <a:srgbClr val="000000">
                  <a:alpha val="38000"/>
                </a:srgbClr>
              </a:outerShdw>
            </a:effectLst>
          </p:spPr>
          <p:txBody>
            <a:bodyPr wrap="square" lIns="36000" tIns="36000" rIns="36000" bIns="36000" numCol="1" anchor="ctr">
              <a:noAutofit/>
            </a:bodyPr>
            <a:lstStyle/>
            <a:p>
              <a:endParaRPr lang="en-US" dirty="0">
                <a:latin typeface="+mj-lt"/>
              </a:endParaRPr>
            </a:p>
          </p:txBody>
        </p:sp>
      </p:grpSp>
      <p:sp>
        <p:nvSpPr>
          <p:cNvPr id="59" name="Computer">
            <a:extLst>
              <a:ext uri="{FF2B5EF4-FFF2-40B4-BE49-F238E27FC236}">
                <a16:creationId xmlns:a16="http://schemas.microsoft.com/office/drawing/2014/main" id="{103439B9-2E14-9EB0-008A-B682C78F8421}"/>
              </a:ext>
            </a:extLst>
          </p:cNvPr>
          <p:cNvSpPr/>
          <p:nvPr/>
        </p:nvSpPr>
        <p:spPr>
          <a:xfrm>
            <a:off x="4000086" y="5635707"/>
            <a:ext cx="535181" cy="431882"/>
          </a:xfrm>
          <a:custGeom>
            <a:avLst/>
            <a:gdLst/>
            <a:ahLst/>
            <a:cxnLst>
              <a:cxn ang="0">
                <a:pos x="wd2" y="hd2"/>
              </a:cxn>
              <a:cxn ang="5400000">
                <a:pos x="wd2" y="hd2"/>
              </a:cxn>
              <a:cxn ang="10800000">
                <a:pos x="wd2" y="hd2"/>
              </a:cxn>
              <a:cxn ang="16200000">
                <a:pos x="wd2" y="hd2"/>
              </a:cxn>
            </a:cxnLst>
            <a:rect l="0" t="0" r="r" b="b"/>
            <a:pathLst>
              <a:path w="21595" h="21600" extrusionOk="0">
                <a:moveTo>
                  <a:pt x="464" y="0"/>
                </a:moveTo>
                <a:cubicBezTo>
                  <a:pt x="210" y="0"/>
                  <a:pt x="0" y="261"/>
                  <a:pt x="0" y="575"/>
                </a:cubicBezTo>
                <a:lnTo>
                  <a:pt x="0" y="17777"/>
                </a:lnTo>
                <a:cubicBezTo>
                  <a:pt x="0" y="18091"/>
                  <a:pt x="210" y="18354"/>
                  <a:pt x="464" y="18354"/>
                </a:cubicBezTo>
                <a:lnTo>
                  <a:pt x="9148" y="18354"/>
                </a:lnTo>
                <a:lnTo>
                  <a:pt x="9116" y="18513"/>
                </a:lnTo>
                <a:lnTo>
                  <a:pt x="8753" y="20763"/>
                </a:lnTo>
                <a:lnTo>
                  <a:pt x="7690" y="20763"/>
                </a:lnTo>
                <a:lnTo>
                  <a:pt x="7690" y="21600"/>
                </a:lnTo>
                <a:lnTo>
                  <a:pt x="10486" y="21600"/>
                </a:lnTo>
                <a:lnTo>
                  <a:pt x="11107" y="21600"/>
                </a:lnTo>
                <a:lnTo>
                  <a:pt x="13905" y="21600"/>
                </a:lnTo>
                <a:lnTo>
                  <a:pt x="13905" y="20763"/>
                </a:lnTo>
                <a:lnTo>
                  <a:pt x="12842" y="20763"/>
                </a:lnTo>
                <a:lnTo>
                  <a:pt x="12479" y="18513"/>
                </a:lnTo>
                <a:lnTo>
                  <a:pt x="12452" y="18354"/>
                </a:lnTo>
                <a:lnTo>
                  <a:pt x="21131" y="18354"/>
                </a:lnTo>
                <a:cubicBezTo>
                  <a:pt x="21384" y="18354"/>
                  <a:pt x="21595" y="18091"/>
                  <a:pt x="21595" y="17777"/>
                </a:cubicBezTo>
                <a:lnTo>
                  <a:pt x="21595" y="575"/>
                </a:lnTo>
                <a:cubicBezTo>
                  <a:pt x="21600" y="261"/>
                  <a:pt x="21389" y="0"/>
                  <a:pt x="21136" y="0"/>
                </a:cubicBezTo>
                <a:lnTo>
                  <a:pt x="464" y="0"/>
                </a:lnTo>
                <a:close/>
                <a:moveTo>
                  <a:pt x="10800" y="542"/>
                </a:moveTo>
                <a:cubicBezTo>
                  <a:pt x="10913" y="542"/>
                  <a:pt x="11006" y="650"/>
                  <a:pt x="11006" y="797"/>
                </a:cubicBezTo>
                <a:cubicBezTo>
                  <a:pt x="11006" y="937"/>
                  <a:pt x="10913" y="1052"/>
                  <a:pt x="10800" y="1052"/>
                </a:cubicBezTo>
                <a:cubicBezTo>
                  <a:pt x="10686" y="1052"/>
                  <a:pt x="10594" y="937"/>
                  <a:pt x="10594" y="797"/>
                </a:cubicBezTo>
                <a:cubicBezTo>
                  <a:pt x="10594" y="656"/>
                  <a:pt x="10686" y="542"/>
                  <a:pt x="10800" y="542"/>
                </a:cubicBezTo>
                <a:close/>
                <a:moveTo>
                  <a:pt x="1242" y="1734"/>
                </a:moveTo>
                <a:lnTo>
                  <a:pt x="20358" y="1734"/>
                </a:lnTo>
                <a:lnTo>
                  <a:pt x="20358" y="15233"/>
                </a:lnTo>
                <a:lnTo>
                  <a:pt x="1242" y="15233"/>
                </a:lnTo>
                <a:lnTo>
                  <a:pt x="1242" y="1734"/>
                </a:lnTo>
                <a:close/>
              </a:path>
            </a:pathLst>
          </a:custGeom>
          <a:solidFill>
            <a:srgbClr val="FFFFFF"/>
          </a:solidFill>
          <a:ln w="19050">
            <a:solidFill>
              <a:schemeClr val="accent1"/>
            </a:solidFill>
          </a:ln>
        </p:spPr>
        <p:txBody>
          <a:bodyPr lIns="36000" tIns="36000" rIns="36000" bIns="36000" anchor="ctr"/>
          <a:lstStyle/>
          <a:p>
            <a:endParaRPr lang="en-US" dirty="0">
              <a:latin typeface="+mj-lt"/>
            </a:endParaRPr>
          </a:p>
        </p:txBody>
      </p:sp>
      <p:sp>
        <p:nvSpPr>
          <p:cNvPr id="60" name="Line">
            <a:extLst>
              <a:ext uri="{FF2B5EF4-FFF2-40B4-BE49-F238E27FC236}">
                <a16:creationId xmlns:a16="http://schemas.microsoft.com/office/drawing/2014/main" id="{D29F027B-613C-6F91-70FE-6716EE3BB010}"/>
              </a:ext>
            </a:extLst>
          </p:cNvPr>
          <p:cNvSpPr/>
          <p:nvPr/>
        </p:nvSpPr>
        <p:spPr>
          <a:xfrm>
            <a:off x="4267676" y="5119671"/>
            <a:ext cx="1" cy="492024"/>
          </a:xfrm>
          <a:prstGeom prst="line">
            <a:avLst/>
          </a:prstGeom>
          <a:ln w="31750">
            <a:solidFill>
              <a:srgbClr val="0329D6">
                <a:alpha val="87615"/>
              </a:srgbClr>
            </a:solidFill>
            <a:miter lim="400000"/>
            <a:headEnd type="triangle"/>
            <a:tailEnd type="triangle"/>
          </a:ln>
          <a:effectLst>
            <a:outerShdw blurRad="38100" dist="20000" dir="5400000" rotWithShape="0">
              <a:srgbClr val="000000">
                <a:alpha val="38000"/>
              </a:srgbClr>
            </a:outerShdw>
          </a:effectLst>
        </p:spPr>
        <p:txBody>
          <a:bodyPr lIns="45719" rIns="45719"/>
          <a:lstStyle/>
          <a:p>
            <a:endParaRPr lang="en-US" dirty="0">
              <a:latin typeface="+mj-lt"/>
            </a:endParaRPr>
          </a:p>
        </p:txBody>
      </p:sp>
      <p:sp>
        <p:nvSpPr>
          <p:cNvPr id="61" name="Line">
            <a:extLst>
              <a:ext uri="{FF2B5EF4-FFF2-40B4-BE49-F238E27FC236}">
                <a16:creationId xmlns:a16="http://schemas.microsoft.com/office/drawing/2014/main" id="{D08FC84B-0CED-B153-FE74-9F77D75083EF}"/>
              </a:ext>
            </a:extLst>
          </p:cNvPr>
          <p:cNvSpPr/>
          <p:nvPr/>
        </p:nvSpPr>
        <p:spPr>
          <a:xfrm flipV="1">
            <a:off x="5528440" y="5121571"/>
            <a:ext cx="1" cy="450932"/>
          </a:xfrm>
          <a:prstGeom prst="line">
            <a:avLst/>
          </a:prstGeom>
          <a:ln w="31750">
            <a:solidFill>
              <a:srgbClr val="0329D6">
                <a:alpha val="87615"/>
              </a:srgbClr>
            </a:solidFill>
            <a:miter lim="400000"/>
            <a:tailEnd type="triangle"/>
          </a:ln>
          <a:effectLst>
            <a:outerShdw blurRad="38100" dist="20000" dir="5400000" rotWithShape="0">
              <a:srgbClr val="000000">
                <a:alpha val="38000"/>
              </a:srgbClr>
            </a:outerShdw>
          </a:effectLst>
        </p:spPr>
        <p:txBody>
          <a:bodyPr lIns="45719" rIns="45719"/>
          <a:lstStyle/>
          <a:p>
            <a:endParaRPr lang="en-US" dirty="0">
              <a:latin typeface="+mj-lt"/>
            </a:endParaRPr>
          </a:p>
        </p:txBody>
      </p:sp>
      <p:sp>
        <p:nvSpPr>
          <p:cNvPr id="62" name="Rectangle">
            <a:extLst>
              <a:ext uri="{FF2B5EF4-FFF2-40B4-BE49-F238E27FC236}">
                <a16:creationId xmlns:a16="http://schemas.microsoft.com/office/drawing/2014/main" id="{EB2C8B0C-5315-68CF-C66D-EF87F9A02648}"/>
              </a:ext>
            </a:extLst>
          </p:cNvPr>
          <p:cNvSpPr/>
          <p:nvPr/>
        </p:nvSpPr>
        <p:spPr>
          <a:xfrm>
            <a:off x="5464259" y="5708869"/>
            <a:ext cx="275795" cy="358561"/>
          </a:xfrm>
          <a:prstGeom prst="rect">
            <a:avLst/>
          </a:prstGeom>
          <a:solidFill>
            <a:srgbClr val="3264C8"/>
          </a:solidFill>
          <a:ln w="12700">
            <a:solidFill>
              <a:schemeClr val="accent1">
                <a:lumOff val="20882"/>
              </a:schemeClr>
            </a:solidFill>
            <a:miter lim="400000"/>
          </a:ln>
        </p:spPr>
        <p:txBody>
          <a:bodyPr lIns="36000" tIns="36000" rIns="36000" bIns="36000" anchor="ctr"/>
          <a:lstStyle/>
          <a:p>
            <a:endParaRPr lang="en-US" dirty="0">
              <a:latin typeface="+mj-lt"/>
            </a:endParaRPr>
          </a:p>
        </p:txBody>
      </p:sp>
      <p:sp>
        <p:nvSpPr>
          <p:cNvPr id="63" name="b4p">
            <a:extLst>
              <a:ext uri="{FF2B5EF4-FFF2-40B4-BE49-F238E27FC236}">
                <a16:creationId xmlns:a16="http://schemas.microsoft.com/office/drawing/2014/main" id="{E07743BA-C8A2-FCD3-F704-5D6324A7BE2D}"/>
              </a:ext>
            </a:extLst>
          </p:cNvPr>
          <p:cNvSpPr txBox="1"/>
          <p:nvPr/>
        </p:nvSpPr>
        <p:spPr>
          <a:xfrm>
            <a:off x="5470877" y="5888149"/>
            <a:ext cx="284691"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900">
                <a:solidFill>
                  <a:srgbClr val="FFFFFF"/>
                </a:solidFill>
              </a:defRPr>
            </a:lvl1pPr>
          </a:lstStyle>
          <a:p>
            <a:r>
              <a:rPr lang="en-US" dirty="0">
                <a:latin typeface="+mj-lt"/>
              </a:rPr>
              <a:t>b4p</a:t>
            </a:r>
          </a:p>
        </p:txBody>
      </p:sp>
      <p:grpSp>
        <p:nvGrpSpPr>
          <p:cNvPr id="64" name="Group 6">
            <a:extLst>
              <a:ext uri="{FF2B5EF4-FFF2-40B4-BE49-F238E27FC236}">
                <a16:creationId xmlns:a16="http://schemas.microsoft.com/office/drawing/2014/main" id="{D94AC979-08C9-6760-827C-4269EBCD4416}"/>
              </a:ext>
            </a:extLst>
          </p:cNvPr>
          <p:cNvGrpSpPr/>
          <p:nvPr/>
        </p:nvGrpSpPr>
        <p:grpSpPr>
          <a:xfrm>
            <a:off x="2613297" y="4523228"/>
            <a:ext cx="288496" cy="352957"/>
            <a:chOff x="3732405" y="3352009"/>
            <a:chExt cx="288496" cy="352957"/>
          </a:xfrm>
        </p:grpSpPr>
        <p:sp>
          <p:nvSpPr>
            <p:cNvPr id="65" name="Cylinder">
              <a:extLst>
                <a:ext uri="{FF2B5EF4-FFF2-40B4-BE49-F238E27FC236}">
                  <a16:creationId xmlns:a16="http://schemas.microsoft.com/office/drawing/2014/main" id="{6D444B29-B589-FF03-1C90-AA0A2206920D}"/>
                </a:ext>
              </a:extLst>
            </p:cNvPr>
            <p:cNvSpPr/>
            <p:nvPr/>
          </p:nvSpPr>
          <p:spPr>
            <a:xfrm>
              <a:off x="3732405" y="3352009"/>
              <a:ext cx="201350" cy="265810"/>
            </a:xfrm>
            <a:custGeom>
              <a:avLst/>
              <a:gdLst/>
              <a:ahLst/>
              <a:cxnLst>
                <a:cxn ang="0">
                  <a:pos x="wd2" y="hd2"/>
                </a:cxn>
                <a:cxn ang="5400000">
                  <a:pos x="wd2" y="hd2"/>
                </a:cxn>
                <a:cxn ang="10800000">
                  <a:pos x="wd2" y="hd2"/>
                </a:cxn>
                <a:cxn ang="16200000">
                  <a:pos x="wd2" y="hd2"/>
                </a:cxn>
              </a:cxnLst>
              <a:rect l="0" t="0" r="r" b="b"/>
              <a:pathLst>
                <a:path w="19679" h="21600" extrusionOk="0">
                  <a:moveTo>
                    <a:pt x="9839" y="0"/>
                  </a:moveTo>
                  <a:cubicBezTo>
                    <a:pt x="7321" y="0"/>
                    <a:pt x="4803" y="241"/>
                    <a:pt x="2882" y="724"/>
                  </a:cubicBezTo>
                  <a:cubicBezTo>
                    <a:pt x="-961" y="1689"/>
                    <a:pt x="-961" y="3255"/>
                    <a:pt x="2882" y="4221"/>
                  </a:cubicBezTo>
                  <a:cubicBezTo>
                    <a:pt x="6724" y="5186"/>
                    <a:pt x="12954" y="5186"/>
                    <a:pt x="16796" y="4221"/>
                  </a:cubicBezTo>
                  <a:cubicBezTo>
                    <a:pt x="20639" y="3255"/>
                    <a:pt x="20639" y="1689"/>
                    <a:pt x="16796" y="724"/>
                  </a:cubicBezTo>
                  <a:cubicBezTo>
                    <a:pt x="14875" y="241"/>
                    <a:pt x="12357" y="0"/>
                    <a:pt x="9839" y="0"/>
                  </a:cubicBezTo>
                  <a:close/>
                  <a:moveTo>
                    <a:pt x="0" y="3593"/>
                  </a:moveTo>
                  <a:lnTo>
                    <a:pt x="0" y="18993"/>
                  </a:lnTo>
                  <a:cubicBezTo>
                    <a:pt x="0" y="20356"/>
                    <a:pt x="4405" y="21600"/>
                    <a:pt x="9839" y="21600"/>
                  </a:cubicBezTo>
                  <a:cubicBezTo>
                    <a:pt x="15273" y="21600"/>
                    <a:pt x="19678" y="20356"/>
                    <a:pt x="19678" y="18993"/>
                  </a:cubicBezTo>
                  <a:lnTo>
                    <a:pt x="19678" y="3593"/>
                  </a:lnTo>
                  <a:cubicBezTo>
                    <a:pt x="18279" y="4621"/>
                    <a:pt x="14401" y="5357"/>
                    <a:pt x="9839" y="5357"/>
                  </a:cubicBezTo>
                  <a:cubicBezTo>
                    <a:pt x="5277" y="5357"/>
                    <a:pt x="1399" y="4621"/>
                    <a:pt x="0" y="3593"/>
                  </a:cubicBezTo>
                  <a:close/>
                </a:path>
              </a:pathLst>
            </a:custGeom>
            <a:solidFill>
              <a:srgbClr val="FFFFFF"/>
            </a:solidFill>
            <a:ln w="19050" cap="flat">
              <a:solidFill>
                <a:schemeClr val="bg1">
                  <a:lumMod val="65000"/>
                </a:schemeClr>
              </a:solidFill>
              <a:prstDash val="solid"/>
              <a:round/>
            </a:ln>
            <a:effectLst>
              <a:outerShdw blurRad="38100" dist="78217" dir="7882388" rotWithShape="0">
                <a:srgbClr val="000000">
                  <a:alpha val="38000"/>
                </a:srgbClr>
              </a:outerShdw>
            </a:effectLst>
          </p:spPr>
          <p:txBody>
            <a:bodyPr wrap="square" lIns="36000" tIns="36000" rIns="36000" bIns="36000" numCol="1" anchor="ctr">
              <a:noAutofit/>
            </a:bodyPr>
            <a:lstStyle/>
            <a:p>
              <a:endParaRPr lang="en-US" dirty="0">
                <a:latin typeface="+mj-lt"/>
              </a:endParaRPr>
            </a:p>
          </p:txBody>
        </p:sp>
        <p:sp>
          <p:nvSpPr>
            <p:cNvPr id="66" name="Cylinder">
              <a:extLst>
                <a:ext uri="{FF2B5EF4-FFF2-40B4-BE49-F238E27FC236}">
                  <a16:creationId xmlns:a16="http://schemas.microsoft.com/office/drawing/2014/main" id="{1B3C9541-FFBF-E4C8-E929-87BA14D85018}"/>
                </a:ext>
              </a:extLst>
            </p:cNvPr>
            <p:cNvSpPr/>
            <p:nvPr/>
          </p:nvSpPr>
          <p:spPr>
            <a:xfrm>
              <a:off x="3819551" y="3439156"/>
              <a:ext cx="201350" cy="265810"/>
            </a:xfrm>
            <a:custGeom>
              <a:avLst/>
              <a:gdLst/>
              <a:ahLst/>
              <a:cxnLst>
                <a:cxn ang="0">
                  <a:pos x="wd2" y="hd2"/>
                </a:cxn>
                <a:cxn ang="5400000">
                  <a:pos x="wd2" y="hd2"/>
                </a:cxn>
                <a:cxn ang="10800000">
                  <a:pos x="wd2" y="hd2"/>
                </a:cxn>
                <a:cxn ang="16200000">
                  <a:pos x="wd2" y="hd2"/>
                </a:cxn>
              </a:cxnLst>
              <a:rect l="0" t="0" r="r" b="b"/>
              <a:pathLst>
                <a:path w="19679" h="21600" extrusionOk="0">
                  <a:moveTo>
                    <a:pt x="9839" y="0"/>
                  </a:moveTo>
                  <a:cubicBezTo>
                    <a:pt x="7321" y="0"/>
                    <a:pt x="4803" y="241"/>
                    <a:pt x="2882" y="724"/>
                  </a:cubicBezTo>
                  <a:cubicBezTo>
                    <a:pt x="-961" y="1689"/>
                    <a:pt x="-961" y="3255"/>
                    <a:pt x="2882" y="4221"/>
                  </a:cubicBezTo>
                  <a:cubicBezTo>
                    <a:pt x="6724" y="5186"/>
                    <a:pt x="12954" y="5186"/>
                    <a:pt x="16796" y="4221"/>
                  </a:cubicBezTo>
                  <a:cubicBezTo>
                    <a:pt x="20639" y="3255"/>
                    <a:pt x="20639" y="1689"/>
                    <a:pt x="16796" y="724"/>
                  </a:cubicBezTo>
                  <a:cubicBezTo>
                    <a:pt x="14875" y="241"/>
                    <a:pt x="12357" y="0"/>
                    <a:pt x="9839" y="0"/>
                  </a:cubicBezTo>
                  <a:close/>
                  <a:moveTo>
                    <a:pt x="0" y="3593"/>
                  </a:moveTo>
                  <a:lnTo>
                    <a:pt x="0" y="18993"/>
                  </a:lnTo>
                  <a:cubicBezTo>
                    <a:pt x="0" y="20356"/>
                    <a:pt x="4405" y="21600"/>
                    <a:pt x="9839" y="21600"/>
                  </a:cubicBezTo>
                  <a:cubicBezTo>
                    <a:pt x="15273" y="21600"/>
                    <a:pt x="19678" y="20356"/>
                    <a:pt x="19678" y="18993"/>
                  </a:cubicBezTo>
                  <a:lnTo>
                    <a:pt x="19678" y="3593"/>
                  </a:lnTo>
                  <a:cubicBezTo>
                    <a:pt x="18279" y="4621"/>
                    <a:pt x="14401" y="5357"/>
                    <a:pt x="9839" y="5357"/>
                  </a:cubicBezTo>
                  <a:cubicBezTo>
                    <a:pt x="5277" y="5357"/>
                    <a:pt x="1399" y="4621"/>
                    <a:pt x="0" y="3593"/>
                  </a:cubicBezTo>
                  <a:close/>
                </a:path>
              </a:pathLst>
            </a:custGeom>
            <a:solidFill>
              <a:srgbClr val="FFFFFF"/>
            </a:solidFill>
            <a:ln w="19050" cap="flat">
              <a:solidFill>
                <a:schemeClr val="bg1">
                  <a:lumMod val="65000"/>
                </a:schemeClr>
              </a:solidFill>
              <a:prstDash val="solid"/>
              <a:round/>
            </a:ln>
            <a:effectLst>
              <a:outerShdw blurRad="38100" dist="71525" dir="7882388" rotWithShape="0">
                <a:srgbClr val="000000">
                  <a:alpha val="38000"/>
                </a:srgbClr>
              </a:outerShdw>
            </a:effectLst>
          </p:spPr>
          <p:txBody>
            <a:bodyPr wrap="square" lIns="36000" tIns="36000" rIns="36000" bIns="36000" numCol="1" anchor="ctr">
              <a:noAutofit/>
            </a:bodyPr>
            <a:lstStyle/>
            <a:p>
              <a:endParaRPr lang="en-US" dirty="0">
                <a:latin typeface="+mj-lt"/>
              </a:endParaRPr>
            </a:p>
          </p:txBody>
        </p:sp>
      </p:grpSp>
      <p:sp>
        <p:nvSpPr>
          <p:cNvPr id="67" name="Triangle">
            <a:extLst>
              <a:ext uri="{FF2B5EF4-FFF2-40B4-BE49-F238E27FC236}">
                <a16:creationId xmlns:a16="http://schemas.microsoft.com/office/drawing/2014/main" id="{5965C05F-8EB1-2DD9-6E87-69F2E87512D2}"/>
              </a:ext>
            </a:extLst>
          </p:cNvPr>
          <p:cNvSpPr/>
          <p:nvPr/>
        </p:nvSpPr>
        <p:spPr>
          <a:xfrm rot="5400000">
            <a:off x="5535012" y="5746695"/>
            <a:ext cx="156421" cy="15113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FFFFFF"/>
          </a:solidFill>
          <a:ln w="12700">
            <a:miter lim="400000"/>
          </a:ln>
        </p:spPr>
        <p:txBody>
          <a:bodyPr lIns="36000" tIns="36000" rIns="36000" bIns="36000" anchor="ctr"/>
          <a:lstStyle/>
          <a:p>
            <a:endParaRPr lang="en-US" dirty="0">
              <a:latin typeface="+mj-lt"/>
            </a:endParaRPr>
          </a:p>
        </p:txBody>
      </p:sp>
      <p:sp>
        <p:nvSpPr>
          <p:cNvPr id="68" name="Rectangle">
            <a:extLst>
              <a:ext uri="{FF2B5EF4-FFF2-40B4-BE49-F238E27FC236}">
                <a16:creationId xmlns:a16="http://schemas.microsoft.com/office/drawing/2014/main" id="{75C3151C-CB5A-BCE1-FE6D-6EFC6CF49A0E}"/>
              </a:ext>
            </a:extLst>
          </p:cNvPr>
          <p:cNvSpPr/>
          <p:nvPr/>
        </p:nvSpPr>
        <p:spPr>
          <a:xfrm>
            <a:off x="4038691" y="5672420"/>
            <a:ext cx="457972" cy="291274"/>
          </a:xfrm>
          <a:prstGeom prst="rect">
            <a:avLst/>
          </a:prstGeom>
          <a:solidFill>
            <a:srgbClr val="3264C8"/>
          </a:solidFill>
          <a:ln w="38100">
            <a:solidFill>
              <a:srgbClr val="FFFFFF"/>
            </a:solidFill>
            <a:miter lim="400000"/>
          </a:ln>
        </p:spPr>
        <p:txBody>
          <a:bodyPr lIns="36000" tIns="36000" rIns="36000" bIns="36000" anchor="ctr"/>
          <a:lstStyle/>
          <a:p>
            <a:endParaRPr lang="en-US" dirty="0">
              <a:latin typeface="+mj-lt"/>
            </a:endParaRPr>
          </a:p>
        </p:txBody>
      </p:sp>
      <p:sp>
        <p:nvSpPr>
          <p:cNvPr id="69" name="&gt;b4p">
            <a:extLst>
              <a:ext uri="{FF2B5EF4-FFF2-40B4-BE49-F238E27FC236}">
                <a16:creationId xmlns:a16="http://schemas.microsoft.com/office/drawing/2014/main" id="{454B68B3-944B-3ED5-A80D-785AE161DAF4}"/>
              </a:ext>
            </a:extLst>
          </p:cNvPr>
          <p:cNvSpPr txBox="1"/>
          <p:nvPr/>
        </p:nvSpPr>
        <p:spPr>
          <a:xfrm>
            <a:off x="4047176" y="5696068"/>
            <a:ext cx="379269"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000">
                <a:solidFill>
                  <a:srgbClr val="FFFFFF"/>
                </a:solidFill>
              </a:defRPr>
            </a:lvl1pPr>
          </a:lstStyle>
          <a:p>
            <a:r>
              <a:rPr lang="en-US" dirty="0">
                <a:latin typeface="+mj-lt"/>
              </a:rPr>
              <a:t>&gt;b4p</a:t>
            </a:r>
          </a:p>
        </p:txBody>
      </p:sp>
      <p:sp>
        <p:nvSpPr>
          <p:cNvPr id="70" name="B4P">
            <a:extLst>
              <a:ext uri="{FF2B5EF4-FFF2-40B4-BE49-F238E27FC236}">
                <a16:creationId xmlns:a16="http://schemas.microsoft.com/office/drawing/2014/main" id="{1AE269E5-1231-B601-866F-401B4844D22A}"/>
              </a:ext>
            </a:extLst>
          </p:cNvPr>
          <p:cNvSpPr txBox="1"/>
          <p:nvPr/>
        </p:nvSpPr>
        <p:spPr>
          <a:xfrm>
            <a:off x="4430327" y="3680577"/>
            <a:ext cx="791240"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2800" b="1">
                <a:solidFill>
                  <a:srgbClr val="FFFFFF"/>
                </a:solidFill>
              </a:defRPr>
            </a:lvl1pPr>
          </a:lstStyle>
          <a:p>
            <a:r>
              <a:rPr lang="en-US" dirty="0">
                <a:latin typeface="+mj-lt"/>
              </a:rPr>
              <a:t>B4P</a:t>
            </a:r>
          </a:p>
        </p:txBody>
      </p:sp>
      <p:sp>
        <p:nvSpPr>
          <p:cNvPr id="72" name="Triangle">
            <a:extLst>
              <a:ext uri="{FF2B5EF4-FFF2-40B4-BE49-F238E27FC236}">
                <a16:creationId xmlns:a16="http://schemas.microsoft.com/office/drawing/2014/main" id="{C380263F-B49E-9D41-1BF5-D71CFC061323}"/>
              </a:ext>
            </a:extLst>
          </p:cNvPr>
          <p:cNvSpPr/>
          <p:nvPr/>
        </p:nvSpPr>
        <p:spPr>
          <a:xfrm rot="5400000">
            <a:off x="4514617" y="4153603"/>
            <a:ext cx="710111" cy="73934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FFFFFF"/>
          </a:solidFill>
          <a:ln w="12700">
            <a:miter lim="400000"/>
          </a:ln>
        </p:spPr>
        <p:txBody>
          <a:bodyPr lIns="36000" tIns="36000" rIns="36000" bIns="36000" anchor="ctr"/>
          <a:lstStyle/>
          <a:p>
            <a:endParaRPr lang="en-US" dirty="0">
              <a:latin typeface="+mj-lt"/>
            </a:endParaRPr>
          </a:p>
        </p:txBody>
      </p:sp>
      <p:grpSp>
        <p:nvGrpSpPr>
          <p:cNvPr id="73" name="Group">
            <a:extLst>
              <a:ext uri="{FF2B5EF4-FFF2-40B4-BE49-F238E27FC236}">
                <a16:creationId xmlns:a16="http://schemas.microsoft.com/office/drawing/2014/main" id="{E75E2B3C-54B1-54E2-D309-A7A8B9BA111F}"/>
              </a:ext>
            </a:extLst>
          </p:cNvPr>
          <p:cNvGrpSpPr/>
          <p:nvPr/>
        </p:nvGrpSpPr>
        <p:grpSpPr>
          <a:xfrm>
            <a:off x="7355910" y="4027544"/>
            <a:ext cx="667889" cy="788699"/>
            <a:chOff x="0" y="0"/>
            <a:chExt cx="667887" cy="788698"/>
          </a:xfrm>
        </p:grpSpPr>
        <p:sp>
          <p:nvSpPr>
            <p:cNvPr id="74" name="Rectangle">
              <a:extLst>
                <a:ext uri="{FF2B5EF4-FFF2-40B4-BE49-F238E27FC236}">
                  <a16:creationId xmlns:a16="http://schemas.microsoft.com/office/drawing/2014/main" id="{673CA629-898B-1BE8-3A0B-A72812FD6789}"/>
                </a:ext>
              </a:extLst>
            </p:cNvPr>
            <p:cNvSpPr/>
            <p:nvPr/>
          </p:nvSpPr>
          <p:spPr>
            <a:xfrm>
              <a:off x="5014" y="0"/>
              <a:ext cx="662874" cy="768910"/>
            </a:xfrm>
            <a:prstGeom prst="rect">
              <a:avLst/>
            </a:prstGeom>
            <a:solidFill>
              <a:srgbClr val="FFFFFF"/>
            </a:solidFill>
            <a:ln w="12700" cap="flat">
              <a:solidFill>
                <a:schemeClr val="accent1">
                  <a:satOff val="-3054"/>
                  <a:lumOff val="-11647"/>
                </a:schemeClr>
              </a:solidFill>
              <a:prstDash val="solid"/>
              <a:round/>
            </a:ln>
            <a:effectLst>
              <a:outerShdw blurRad="38100" dist="58100" dir="6673739" rotWithShape="0">
                <a:srgbClr val="000000">
                  <a:alpha val="38000"/>
                </a:srgbClr>
              </a:outerShdw>
            </a:effectLst>
          </p:spPr>
          <p:txBody>
            <a:bodyPr wrap="square" lIns="36000" tIns="36000" rIns="36000" bIns="36000" numCol="1" anchor="ctr">
              <a:noAutofit/>
            </a:bodyPr>
            <a:lstStyle/>
            <a:p>
              <a:endParaRPr lang="en-US" dirty="0">
                <a:latin typeface="+mj-lt"/>
              </a:endParaRPr>
            </a:p>
          </p:txBody>
        </p:sp>
        <p:sp>
          <p:nvSpPr>
            <p:cNvPr id="75" name="Bar Chart">
              <a:extLst>
                <a:ext uri="{FF2B5EF4-FFF2-40B4-BE49-F238E27FC236}">
                  <a16:creationId xmlns:a16="http://schemas.microsoft.com/office/drawing/2014/main" id="{C1B7634F-6F2B-EB93-74F0-0E19DFE4BD26}"/>
                </a:ext>
              </a:extLst>
            </p:cNvPr>
            <p:cNvSpPr/>
            <p:nvPr/>
          </p:nvSpPr>
          <p:spPr>
            <a:xfrm>
              <a:off x="54718" y="27068"/>
              <a:ext cx="262121" cy="261425"/>
            </a:xfrm>
            <a:custGeom>
              <a:avLst/>
              <a:gdLst/>
              <a:ahLst/>
              <a:cxnLst>
                <a:cxn ang="0">
                  <a:pos x="wd2" y="hd2"/>
                </a:cxn>
                <a:cxn ang="5400000">
                  <a:pos x="wd2" y="hd2"/>
                </a:cxn>
                <a:cxn ang="10800000">
                  <a:pos x="wd2" y="hd2"/>
                </a:cxn>
                <a:cxn ang="16200000">
                  <a:pos x="wd2" y="hd2"/>
                </a:cxn>
              </a:cxnLst>
              <a:rect l="0" t="0" r="r" b="b"/>
              <a:pathLst>
                <a:path w="21600" h="21600" extrusionOk="0">
                  <a:moveTo>
                    <a:pt x="194" y="0"/>
                  </a:moveTo>
                  <a:cubicBezTo>
                    <a:pt x="87" y="0"/>
                    <a:pt x="0" y="87"/>
                    <a:pt x="0" y="194"/>
                  </a:cubicBezTo>
                  <a:lnTo>
                    <a:pt x="0" y="21404"/>
                  </a:lnTo>
                  <a:cubicBezTo>
                    <a:pt x="0" y="21511"/>
                    <a:pt x="87" y="21600"/>
                    <a:pt x="194" y="21600"/>
                  </a:cubicBezTo>
                  <a:lnTo>
                    <a:pt x="21406" y="21600"/>
                  </a:lnTo>
                  <a:cubicBezTo>
                    <a:pt x="21513" y="21600"/>
                    <a:pt x="21600" y="21511"/>
                    <a:pt x="21600" y="21404"/>
                  </a:cubicBezTo>
                  <a:lnTo>
                    <a:pt x="21600" y="20822"/>
                  </a:lnTo>
                  <a:cubicBezTo>
                    <a:pt x="21600" y="20715"/>
                    <a:pt x="21513" y="20628"/>
                    <a:pt x="21406" y="20628"/>
                  </a:cubicBezTo>
                  <a:lnTo>
                    <a:pt x="1163" y="20628"/>
                  </a:lnTo>
                  <a:cubicBezTo>
                    <a:pt x="1057" y="20628"/>
                    <a:pt x="970" y="20539"/>
                    <a:pt x="970" y="20432"/>
                  </a:cubicBezTo>
                  <a:lnTo>
                    <a:pt x="970" y="194"/>
                  </a:lnTo>
                  <a:cubicBezTo>
                    <a:pt x="970" y="87"/>
                    <a:pt x="883" y="0"/>
                    <a:pt x="776" y="0"/>
                  </a:cubicBezTo>
                  <a:lnTo>
                    <a:pt x="194" y="0"/>
                  </a:lnTo>
                  <a:close/>
                  <a:moveTo>
                    <a:pt x="16860" y="3004"/>
                  </a:moveTo>
                  <a:lnTo>
                    <a:pt x="16860" y="19065"/>
                  </a:lnTo>
                  <a:lnTo>
                    <a:pt x="19553" y="19065"/>
                  </a:lnTo>
                  <a:lnTo>
                    <a:pt x="19553" y="3004"/>
                  </a:lnTo>
                  <a:lnTo>
                    <a:pt x="16860" y="3004"/>
                  </a:lnTo>
                  <a:close/>
                  <a:moveTo>
                    <a:pt x="7272" y="6922"/>
                  </a:moveTo>
                  <a:lnTo>
                    <a:pt x="7272" y="19065"/>
                  </a:lnTo>
                  <a:lnTo>
                    <a:pt x="9965" y="19065"/>
                  </a:lnTo>
                  <a:lnTo>
                    <a:pt x="9965" y="6922"/>
                  </a:lnTo>
                  <a:lnTo>
                    <a:pt x="7272" y="6922"/>
                  </a:lnTo>
                  <a:close/>
                  <a:moveTo>
                    <a:pt x="12066" y="10127"/>
                  </a:moveTo>
                  <a:lnTo>
                    <a:pt x="12066" y="19065"/>
                  </a:lnTo>
                  <a:lnTo>
                    <a:pt x="14759" y="19065"/>
                  </a:lnTo>
                  <a:lnTo>
                    <a:pt x="14759" y="10127"/>
                  </a:lnTo>
                  <a:lnTo>
                    <a:pt x="12066" y="10127"/>
                  </a:lnTo>
                  <a:close/>
                  <a:moveTo>
                    <a:pt x="2478" y="15151"/>
                  </a:moveTo>
                  <a:lnTo>
                    <a:pt x="2478" y="19065"/>
                  </a:lnTo>
                  <a:lnTo>
                    <a:pt x="5171" y="19065"/>
                  </a:lnTo>
                  <a:lnTo>
                    <a:pt x="5171" y="15151"/>
                  </a:lnTo>
                  <a:lnTo>
                    <a:pt x="2478" y="15151"/>
                  </a:lnTo>
                  <a:close/>
                </a:path>
              </a:pathLst>
            </a:custGeom>
            <a:solidFill>
              <a:srgbClr val="FFFFFF"/>
            </a:solidFill>
            <a:ln w="9525" cap="flat">
              <a:solidFill>
                <a:schemeClr val="accent1"/>
              </a:solidFill>
              <a:prstDash val="solid"/>
              <a:round/>
            </a:ln>
            <a:effectLst/>
          </p:spPr>
          <p:txBody>
            <a:bodyPr wrap="square" lIns="36000" tIns="36000" rIns="36000" bIns="36000" numCol="1" anchor="ctr">
              <a:noAutofit/>
            </a:bodyPr>
            <a:lstStyle/>
            <a:p>
              <a:endParaRPr lang="en-US" dirty="0">
                <a:latin typeface="+mj-lt"/>
              </a:endParaRPr>
            </a:p>
          </p:txBody>
        </p:sp>
        <p:sp>
          <p:nvSpPr>
            <p:cNvPr id="76" name="Line Graph">
              <a:extLst>
                <a:ext uri="{FF2B5EF4-FFF2-40B4-BE49-F238E27FC236}">
                  <a16:creationId xmlns:a16="http://schemas.microsoft.com/office/drawing/2014/main" id="{B6A46B42-B4A2-2381-D2E8-05524854318F}"/>
                </a:ext>
              </a:extLst>
            </p:cNvPr>
            <p:cNvSpPr/>
            <p:nvPr/>
          </p:nvSpPr>
          <p:spPr>
            <a:xfrm>
              <a:off x="371702" y="53647"/>
              <a:ext cx="208820" cy="208267"/>
            </a:xfrm>
            <a:custGeom>
              <a:avLst/>
              <a:gdLst/>
              <a:ahLst/>
              <a:cxnLst>
                <a:cxn ang="0">
                  <a:pos x="wd2" y="hd2"/>
                </a:cxn>
                <a:cxn ang="5400000">
                  <a:pos x="wd2" y="hd2"/>
                </a:cxn>
                <a:cxn ang="10800000">
                  <a:pos x="wd2" y="hd2"/>
                </a:cxn>
                <a:cxn ang="16200000">
                  <a:pos x="wd2" y="hd2"/>
                </a:cxn>
              </a:cxnLst>
              <a:rect l="0" t="0" r="r" b="b"/>
              <a:pathLst>
                <a:path w="21600" h="21600" extrusionOk="0">
                  <a:moveTo>
                    <a:pt x="194" y="0"/>
                  </a:moveTo>
                  <a:cubicBezTo>
                    <a:pt x="87" y="0"/>
                    <a:pt x="0" y="87"/>
                    <a:pt x="0" y="194"/>
                  </a:cubicBezTo>
                  <a:lnTo>
                    <a:pt x="0" y="21404"/>
                  </a:lnTo>
                  <a:cubicBezTo>
                    <a:pt x="0" y="21511"/>
                    <a:pt x="87" y="21600"/>
                    <a:pt x="194" y="21600"/>
                  </a:cubicBezTo>
                  <a:lnTo>
                    <a:pt x="21406" y="21600"/>
                  </a:lnTo>
                  <a:cubicBezTo>
                    <a:pt x="21513" y="21600"/>
                    <a:pt x="21600" y="21511"/>
                    <a:pt x="21600" y="21404"/>
                  </a:cubicBezTo>
                  <a:lnTo>
                    <a:pt x="21600" y="20822"/>
                  </a:lnTo>
                  <a:cubicBezTo>
                    <a:pt x="21600" y="20715"/>
                    <a:pt x="21513" y="20628"/>
                    <a:pt x="21406" y="20628"/>
                  </a:cubicBezTo>
                  <a:lnTo>
                    <a:pt x="1163" y="20628"/>
                  </a:lnTo>
                  <a:cubicBezTo>
                    <a:pt x="1057" y="20628"/>
                    <a:pt x="970" y="20539"/>
                    <a:pt x="970" y="20432"/>
                  </a:cubicBezTo>
                  <a:lnTo>
                    <a:pt x="970" y="194"/>
                  </a:lnTo>
                  <a:cubicBezTo>
                    <a:pt x="970" y="87"/>
                    <a:pt x="883" y="0"/>
                    <a:pt x="776" y="0"/>
                  </a:cubicBezTo>
                  <a:lnTo>
                    <a:pt x="194" y="0"/>
                  </a:lnTo>
                  <a:close/>
                  <a:moveTo>
                    <a:pt x="19991" y="7364"/>
                  </a:moveTo>
                  <a:lnTo>
                    <a:pt x="17165" y="8228"/>
                  </a:lnTo>
                  <a:lnTo>
                    <a:pt x="17811" y="8832"/>
                  </a:lnTo>
                  <a:lnTo>
                    <a:pt x="13288" y="13689"/>
                  </a:lnTo>
                  <a:lnTo>
                    <a:pt x="10021" y="10341"/>
                  </a:lnTo>
                  <a:lnTo>
                    <a:pt x="2932" y="17951"/>
                  </a:lnTo>
                  <a:lnTo>
                    <a:pt x="3799" y="18763"/>
                  </a:lnTo>
                  <a:lnTo>
                    <a:pt x="10041" y="12061"/>
                  </a:lnTo>
                  <a:lnTo>
                    <a:pt x="13327" y="15430"/>
                  </a:lnTo>
                  <a:lnTo>
                    <a:pt x="13766" y="14916"/>
                  </a:lnTo>
                  <a:lnTo>
                    <a:pt x="18678" y="9644"/>
                  </a:lnTo>
                  <a:lnTo>
                    <a:pt x="19324" y="10250"/>
                  </a:lnTo>
                  <a:lnTo>
                    <a:pt x="19991" y="7364"/>
                  </a:lnTo>
                  <a:close/>
                </a:path>
              </a:pathLst>
            </a:custGeom>
            <a:solidFill>
              <a:srgbClr val="FFFFFF"/>
            </a:solidFill>
            <a:ln w="9525" cap="flat">
              <a:solidFill>
                <a:schemeClr val="accent1"/>
              </a:solidFill>
              <a:prstDash val="solid"/>
              <a:round/>
            </a:ln>
            <a:effectLst/>
          </p:spPr>
          <p:txBody>
            <a:bodyPr wrap="square" lIns="36000" tIns="36000" rIns="36000" bIns="36000" numCol="1" anchor="ctr">
              <a:noAutofit/>
            </a:bodyPr>
            <a:lstStyle/>
            <a:p>
              <a:endParaRPr lang="en-US" dirty="0">
                <a:latin typeface="+mj-lt"/>
              </a:endParaRPr>
            </a:p>
          </p:txBody>
        </p:sp>
        <p:grpSp>
          <p:nvGrpSpPr>
            <p:cNvPr id="77" name="Group">
              <a:extLst>
                <a:ext uri="{FF2B5EF4-FFF2-40B4-BE49-F238E27FC236}">
                  <a16:creationId xmlns:a16="http://schemas.microsoft.com/office/drawing/2014/main" id="{B4DDFB7B-803D-AD76-B7F3-8615B05EAE7B}"/>
                </a:ext>
              </a:extLst>
            </p:cNvPr>
            <p:cNvGrpSpPr/>
            <p:nvPr/>
          </p:nvGrpSpPr>
          <p:grpSpPr>
            <a:xfrm>
              <a:off x="50957" y="322563"/>
              <a:ext cx="570988" cy="466136"/>
              <a:chOff x="0" y="0"/>
              <a:chExt cx="570986" cy="466134"/>
            </a:xfrm>
          </p:grpSpPr>
          <p:sp>
            <p:nvSpPr>
              <p:cNvPr id="92" name="Line">
                <a:extLst>
                  <a:ext uri="{FF2B5EF4-FFF2-40B4-BE49-F238E27FC236}">
                    <a16:creationId xmlns:a16="http://schemas.microsoft.com/office/drawing/2014/main" id="{D78898CC-FC91-4B2F-D5BE-08F69C605804}"/>
                  </a:ext>
                </a:extLst>
              </p:cNvPr>
              <p:cNvSpPr/>
              <p:nvPr/>
            </p:nvSpPr>
            <p:spPr>
              <a:xfrm flipV="1">
                <a:off x="-1" y="-1"/>
                <a:ext cx="2" cy="466136"/>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93" name="Line">
                <a:extLst>
                  <a:ext uri="{FF2B5EF4-FFF2-40B4-BE49-F238E27FC236}">
                    <a16:creationId xmlns:a16="http://schemas.microsoft.com/office/drawing/2014/main" id="{393A955A-0EA1-575B-AF84-0C1C83602DDE}"/>
                  </a:ext>
                </a:extLst>
              </p:cNvPr>
              <p:cNvSpPr/>
              <p:nvPr/>
            </p:nvSpPr>
            <p:spPr>
              <a:xfrm flipV="1">
                <a:off x="95164" y="-1"/>
                <a:ext cx="1" cy="466136"/>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94" name="Line">
                <a:extLst>
                  <a:ext uri="{FF2B5EF4-FFF2-40B4-BE49-F238E27FC236}">
                    <a16:creationId xmlns:a16="http://schemas.microsoft.com/office/drawing/2014/main" id="{FD4136E6-94EC-CE62-4E71-24258C8FC2FB}"/>
                  </a:ext>
                </a:extLst>
              </p:cNvPr>
              <p:cNvSpPr/>
              <p:nvPr/>
            </p:nvSpPr>
            <p:spPr>
              <a:xfrm flipV="1">
                <a:off x="570986" y="-1"/>
                <a:ext cx="1" cy="466136"/>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95" name="Line">
                <a:extLst>
                  <a:ext uri="{FF2B5EF4-FFF2-40B4-BE49-F238E27FC236}">
                    <a16:creationId xmlns:a16="http://schemas.microsoft.com/office/drawing/2014/main" id="{BD5A9910-AD1D-633B-8C2C-5CFC340EB8BD}"/>
                  </a:ext>
                </a:extLst>
              </p:cNvPr>
              <p:cNvSpPr/>
              <p:nvPr/>
            </p:nvSpPr>
            <p:spPr>
              <a:xfrm flipV="1">
                <a:off x="285493" y="-1"/>
                <a:ext cx="1" cy="466136"/>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96" name="Line">
                <a:extLst>
                  <a:ext uri="{FF2B5EF4-FFF2-40B4-BE49-F238E27FC236}">
                    <a16:creationId xmlns:a16="http://schemas.microsoft.com/office/drawing/2014/main" id="{E19744CD-BD8D-4FB5-E98B-3A0082A16120}"/>
                  </a:ext>
                </a:extLst>
              </p:cNvPr>
              <p:cNvSpPr/>
              <p:nvPr/>
            </p:nvSpPr>
            <p:spPr>
              <a:xfrm flipV="1">
                <a:off x="380657" y="-1"/>
                <a:ext cx="1" cy="466136"/>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97" name="Line">
                <a:extLst>
                  <a:ext uri="{FF2B5EF4-FFF2-40B4-BE49-F238E27FC236}">
                    <a16:creationId xmlns:a16="http://schemas.microsoft.com/office/drawing/2014/main" id="{42200D91-620C-AE6C-317F-A1D56FBB1A71}"/>
                  </a:ext>
                </a:extLst>
              </p:cNvPr>
              <p:cNvSpPr/>
              <p:nvPr/>
            </p:nvSpPr>
            <p:spPr>
              <a:xfrm flipV="1">
                <a:off x="190328" y="-1"/>
                <a:ext cx="1" cy="466136"/>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98" name="Line">
                <a:extLst>
                  <a:ext uri="{FF2B5EF4-FFF2-40B4-BE49-F238E27FC236}">
                    <a16:creationId xmlns:a16="http://schemas.microsoft.com/office/drawing/2014/main" id="{AAC90252-E302-9AA4-9A13-A8416D15B907}"/>
                  </a:ext>
                </a:extLst>
              </p:cNvPr>
              <p:cNvSpPr/>
              <p:nvPr/>
            </p:nvSpPr>
            <p:spPr>
              <a:xfrm flipV="1">
                <a:off x="475822" y="-1"/>
                <a:ext cx="1" cy="466136"/>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grpSp>
        <p:grpSp>
          <p:nvGrpSpPr>
            <p:cNvPr id="78" name="Group">
              <a:extLst>
                <a:ext uri="{FF2B5EF4-FFF2-40B4-BE49-F238E27FC236}">
                  <a16:creationId xmlns:a16="http://schemas.microsoft.com/office/drawing/2014/main" id="{2C69BD66-721B-6699-EAC6-BDE8C49B4176}"/>
                </a:ext>
              </a:extLst>
            </p:cNvPr>
            <p:cNvGrpSpPr/>
            <p:nvPr/>
          </p:nvGrpSpPr>
          <p:grpSpPr>
            <a:xfrm>
              <a:off x="-1" y="322563"/>
              <a:ext cx="665607" cy="466136"/>
              <a:chOff x="0" y="0"/>
              <a:chExt cx="665605" cy="466134"/>
            </a:xfrm>
          </p:grpSpPr>
          <p:sp>
            <p:nvSpPr>
              <p:cNvPr id="79" name="Line">
                <a:extLst>
                  <a:ext uri="{FF2B5EF4-FFF2-40B4-BE49-F238E27FC236}">
                    <a16:creationId xmlns:a16="http://schemas.microsoft.com/office/drawing/2014/main" id="{1B6863D7-CFCB-F05F-9DC9-26C4CA835956}"/>
                  </a:ext>
                </a:extLst>
              </p:cNvPr>
              <p:cNvSpPr/>
              <p:nvPr/>
            </p:nvSpPr>
            <p:spPr>
              <a:xfrm>
                <a:off x="3617" y="38844"/>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0" name="Line">
                <a:extLst>
                  <a:ext uri="{FF2B5EF4-FFF2-40B4-BE49-F238E27FC236}">
                    <a16:creationId xmlns:a16="http://schemas.microsoft.com/office/drawing/2014/main" id="{648DFC3F-B223-BF3D-FAF6-D202B24A56E8}"/>
                  </a:ext>
                </a:extLst>
              </p:cNvPr>
              <p:cNvSpPr/>
              <p:nvPr/>
            </p:nvSpPr>
            <p:spPr>
              <a:xfrm>
                <a:off x="0" y="310756"/>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1" name="Line">
                <a:extLst>
                  <a:ext uri="{FF2B5EF4-FFF2-40B4-BE49-F238E27FC236}">
                    <a16:creationId xmlns:a16="http://schemas.microsoft.com/office/drawing/2014/main" id="{4ECEF19B-9AAD-B6FB-76B5-AE8F5C8C1B64}"/>
                  </a:ext>
                </a:extLst>
              </p:cNvPr>
              <p:cNvSpPr/>
              <p:nvPr/>
            </p:nvSpPr>
            <p:spPr>
              <a:xfrm>
                <a:off x="0" y="427290"/>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2" name="Line">
                <a:extLst>
                  <a:ext uri="{FF2B5EF4-FFF2-40B4-BE49-F238E27FC236}">
                    <a16:creationId xmlns:a16="http://schemas.microsoft.com/office/drawing/2014/main" id="{50348BA0-3D90-2719-896E-7C726A3A2555}"/>
                  </a:ext>
                </a:extLst>
              </p:cNvPr>
              <p:cNvSpPr/>
              <p:nvPr/>
            </p:nvSpPr>
            <p:spPr>
              <a:xfrm>
                <a:off x="0" y="0"/>
                <a:ext cx="660180" cy="0"/>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3" name="Line">
                <a:extLst>
                  <a:ext uri="{FF2B5EF4-FFF2-40B4-BE49-F238E27FC236}">
                    <a16:creationId xmlns:a16="http://schemas.microsoft.com/office/drawing/2014/main" id="{FB8E8171-BD0C-92B8-8819-5FC3C00740C7}"/>
                  </a:ext>
                </a:extLst>
              </p:cNvPr>
              <p:cNvSpPr/>
              <p:nvPr/>
            </p:nvSpPr>
            <p:spPr>
              <a:xfrm>
                <a:off x="0" y="77689"/>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4" name="Line">
                <a:extLst>
                  <a:ext uri="{FF2B5EF4-FFF2-40B4-BE49-F238E27FC236}">
                    <a16:creationId xmlns:a16="http://schemas.microsoft.com/office/drawing/2014/main" id="{989BBF57-2F25-74B9-4034-EA9861EB0FA5}"/>
                  </a:ext>
                </a:extLst>
              </p:cNvPr>
              <p:cNvSpPr/>
              <p:nvPr/>
            </p:nvSpPr>
            <p:spPr>
              <a:xfrm>
                <a:off x="0" y="466134"/>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5" name="Line">
                <a:extLst>
                  <a:ext uri="{FF2B5EF4-FFF2-40B4-BE49-F238E27FC236}">
                    <a16:creationId xmlns:a16="http://schemas.microsoft.com/office/drawing/2014/main" id="{7000F469-9937-92A8-C5E4-9EA4B65F279E}"/>
                  </a:ext>
                </a:extLst>
              </p:cNvPr>
              <p:cNvSpPr/>
              <p:nvPr/>
            </p:nvSpPr>
            <p:spPr>
              <a:xfrm>
                <a:off x="0" y="194222"/>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6" name="Line">
                <a:extLst>
                  <a:ext uri="{FF2B5EF4-FFF2-40B4-BE49-F238E27FC236}">
                    <a16:creationId xmlns:a16="http://schemas.microsoft.com/office/drawing/2014/main" id="{F4C0B768-F476-2076-2F67-39ACAED68242}"/>
                  </a:ext>
                </a:extLst>
              </p:cNvPr>
              <p:cNvSpPr/>
              <p:nvPr/>
            </p:nvSpPr>
            <p:spPr>
              <a:xfrm>
                <a:off x="3617" y="116533"/>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7" name="Line">
                <a:extLst>
                  <a:ext uri="{FF2B5EF4-FFF2-40B4-BE49-F238E27FC236}">
                    <a16:creationId xmlns:a16="http://schemas.microsoft.com/office/drawing/2014/main" id="{AEC3AFC8-E057-67BF-2390-D5F1E390C7DD}"/>
                  </a:ext>
                </a:extLst>
              </p:cNvPr>
              <p:cNvSpPr/>
              <p:nvPr/>
            </p:nvSpPr>
            <p:spPr>
              <a:xfrm>
                <a:off x="3617" y="388445"/>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8" name="Line">
                <a:extLst>
                  <a:ext uri="{FF2B5EF4-FFF2-40B4-BE49-F238E27FC236}">
                    <a16:creationId xmlns:a16="http://schemas.microsoft.com/office/drawing/2014/main" id="{CC014ADE-369B-2C28-36AF-EFA72372E9D9}"/>
                  </a:ext>
                </a:extLst>
              </p:cNvPr>
              <p:cNvSpPr/>
              <p:nvPr/>
            </p:nvSpPr>
            <p:spPr>
              <a:xfrm>
                <a:off x="3617" y="233067"/>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89" name="Line">
                <a:extLst>
                  <a:ext uri="{FF2B5EF4-FFF2-40B4-BE49-F238E27FC236}">
                    <a16:creationId xmlns:a16="http://schemas.microsoft.com/office/drawing/2014/main" id="{BC2B72F5-53E3-979C-413C-7D2CF0FD8BCB}"/>
                  </a:ext>
                </a:extLst>
              </p:cNvPr>
              <p:cNvSpPr/>
              <p:nvPr/>
            </p:nvSpPr>
            <p:spPr>
              <a:xfrm>
                <a:off x="1808" y="271911"/>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90" name="Line">
                <a:extLst>
                  <a:ext uri="{FF2B5EF4-FFF2-40B4-BE49-F238E27FC236}">
                    <a16:creationId xmlns:a16="http://schemas.microsoft.com/office/drawing/2014/main" id="{6ACE396B-D63C-C46B-BC14-005438B6112D}"/>
                  </a:ext>
                </a:extLst>
              </p:cNvPr>
              <p:cNvSpPr/>
              <p:nvPr/>
            </p:nvSpPr>
            <p:spPr>
              <a:xfrm>
                <a:off x="1808" y="349600"/>
                <a:ext cx="660180"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sp>
            <p:nvSpPr>
              <p:cNvPr id="91" name="Line">
                <a:extLst>
                  <a:ext uri="{FF2B5EF4-FFF2-40B4-BE49-F238E27FC236}">
                    <a16:creationId xmlns:a16="http://schemas.microsoft.com/office/drawing/2014/main" id="{CD133DBE-167D-7C9A-E388-BBFE0E6F18F6}"/>
                  </a:ext>
                </a:extLst>
              </p:cNvPr>
              <p:cNvSpPr/>
              <p:nvPr/>
            </p:nvSpPr>
            <p:spPr>
              <a:xfrm>
                <a:off x="5425" y="155378"/>
                <a:ext cx="660181" cy="1"/>
              </a:xfrm>
              <a:prstGeom prst="line">
                <a:avLst/>
              </a:prstGeom>
              <a:noFill/>
              <a:ln w="6350" cap="flat">
                <a:solidFill>
                  <a:schemeClr val="accent1"/>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lang="en-US" dirty="0">
                  <a:latin typeface="+mj-lt"/>
                </a:endParaRPr>
              </a:p>
            </p:txBody>
          </p:sp>
        </p:grpSp>
      </p:grpSp>
      <p:sp>
        <p:nvSpPr>
          <p:cNvPr id="99" name="TextBox 37">
            <a:extLst>
              <a:ext uri="{FF2B5EF4-FFF2-40B4-BE49-F238E27FC236}">
                <a16:creationId xmlns:a16="http://schemas.microsoft.com/office/drawing/2014/main" id="{17A80BAC-6568-FB31-8258-C47BAA52F0CD}"/>
              </a:ext>
            </a:extLst>
          </p:cNvPr>
          <p:cNvSpPr txBox="1"/>
          <p:nvPr/>
        </p:nvSpPr>
        <p:spPr>
          <a:xfrm>
            <a:off x="1088892" y="4059352"/>
            <a:ext cx="1217976"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200" i="1">
                <a:solidFill>
                  <a:schemeClr val="accent1">
                    <a:satOff val="-3054"/>
                    <a:lumOff val="-11647"/>
                  </a:schemeClr>
                </a:solidFill>
              </a:defRPr>
            </a:lvl1pPr>
          </a:lstStyle>
          <a:p>
            <a:r>
              <a:rPr lang="en-US" dirty="0">
                <a:latin typeface="+mj-lt"/>
              </a:rPr>
              <a:t>spreadsheets</a:t>
            </a:r>
          </a:p>
        </p:txBody>
      </p:sp>
      <p:grpSp>
        <p:nvGrpSpPr>
          <p:cNvPr id="100" name="Gruppieren 99">
            <a:extLst>
              <a:ext uri="{FF2B5EF4-FFF2-40B4-BE49-F238E27FC236}">
                <a16:creationId xmlns:a16="http://schemas.microsoft.com/office/drawing/2014/main" id="{800F9DBB-1B4A-BAEB-0641-ED328F423E14}"/>
              </a:ext>
            </a:extLst>
          </p:cNvPr>
          <p:cNvGrpSpPr/>
          <p:nvPr/>
        </p:nvGrpSpPr>
        <p:grpSpPr>
          <a:xfrm>
            <a:off x="2591732" y="4060159"/>
            <a:ext cx="287704" cy="288000"/>
            <a:chOff x="3360000" y="3069000"/>
            <a:chExt cx="287704" cy="288000"/>
          </a:xfrm>
        </p:grpSpPr>
        <p:sp>
          <p:nvSpPr>
            <p:cNvPr id="101" name="Rechteck: abgerundete Ecken 100">
              <a:extLst>
                <a:ext uri="{FF2B5EF4-FFF2-40B4-BE49-F238E27FC236}">
                  <a16:creationId xmlns:a16="http://schemas.microsoft.com/office/drawing/2014/main" id="{9AFAF75D-6A2E-F08F-29D1-FEA85DCCA362}"/>
                </a:ext>
              </a:extLst>
            </p:cNvPr>
            <p:cNvSpPr/>
            <p:nvPr/>
          </p:nvSpPr>
          <p:spPr>
            <a:xfrm>
              <a:off x="3431704" y="3104964"/>
              <a:ext cx="216000" cy="216000"/>
            </a:xfrm>
            <a:prstGeom prst="roundRect">
              <a:avLst>
                <a:gd name="adj" fmla="val 11155"/>
              </a:avLst>
            </a:prstGeom>
            <a:solidFill>
              <a:srgbClr val="FFFFFF"/>
            </a:solidFill>
            <a:ln w="19050" cap="flat">
              <a:solidFill>
                <a:schemeClr val="bg1">
                  <a:lumMod val="65000"/>
                </a:schemeClr>
              </a:solidFill>
              <a:prstDash val="solid"/>
              <a:round/>
            </a:ln>
            <a:effectLst>
              <a:outerShdw blurRad="38100" dist="65517" dir="6203283" rotWithShape="0">
                <a:srgbClr val="000000">
                  <a:alpha val="38000"/>
                </a:srgbClr>
              </a:outerShdw>
            </a:effectLst>
          </p:spPr>
          <p:txBody>
            <a:bodyPr wrap="square" lIns="36000" tIns="36000" rIns="36000" bIns="36000" numCol="1" anchor="ctr">
              <a:noAutofit/>
            </a:bodyPr>
            <a:lstStyle/>
            <a:p>
              <a:endParaRPr lang="en-US" dirty="0">
                <a:latin typeface="+mj-lt"/>
              </a:endParaRPr>
            </a:p>
          </p:txBody>
        </p:sp>
        <p:cxnSp>
          <p:nvCxnSpPr>
            <p:cNvPr id="102" name="Gerader Verbinder 101">
              <a:extLst>
                <a:ext uri="{FF2B5EF4-FFF2-40B4-BE49-F238E27FC236}">
                  <a16:creationId xmlns:a16="http://schemas.microsoft.com/office/drawing/2014/main" id="{8C3A32B7-17B8-EBCA-A012-C89DEFF7778F}"/>
                </a:ext>
              </a:extLst>
            </p:cNvPr>
            <p:cNvCxnSpPr/>
            <p:nvPr/>
          </p:nvCxnSpPr>
          <p:spPr>
            <a:xfrm>
              <a:off x="3530192" y="3140968"/>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03" name="Gerader Verbinder 102">
              <a:extLst>
                <a:ext uri="{FF2B5EF4-FFF2-40B4-BE49-F238E27FC236}">
                  <a16:creationId xmlns:a16="http://schemas.microsoft.com/office/drawing/2014/main" id="{86430FD1-9C1B-5F21-A774-192A5C394A7A}"/>
                </a:ext>
              </a:extLst>
            </p:cNvPr>
            <p:cNvCxnSpPr/>
            <p:nvPr/>
          </p:nvCxnSpPr>
          <p:spPr>
            <a:xfrm>
              <a:off x="3585244" y="3140968"/>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04" name="Gerader Verbinder 103">
              <a:extLst>
                <a:ext uri="{FF2B5EF4-FFF2-40B4-BE49-F238E27FC236}">
                  <a16:creationId xmlns:a16="http://schemas.microsoft.com/office/drawing/2014/main" id="{79D505D0-67CF-132A-76F3-810D9E7125A2}"/>
                </a:ext>
              </a:extLst>
            </p:cNvPr>
            <p:cNvCxnSpPr/>
            <p:nvPr/>
          </p:nvCxnSpPr>
          <p:spPr>
            <a:xfrm>
              <a:off x="3530192" y="3176972"/>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05" name="Gerader Verbinder 104">
              <a:extLst>
                <a:ext uri="{FF2B5EF4-FFF2-40B4-BE49-F238E27FC236}">
                  <a16:creationId xmlns:a16="http://schemas.microsoft.com/office/drawing/2014/main" id="{ACB19CA1-8892-B414-0CFA-A7A26639CB38}"/>
                </a:ext>
              </a:extLst>
            </p:cNvPr>
            <p:cNvCxnSpPr/>
            <p:nvPr/>
          </p:nvCxnSpPr>
          <p:spPr>
            <a:xfrm>
              <a:off x="3585244" y="3176972"/>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06" name="Gerader Verbinder 105">
              <a:extLst>
                <a:ext uri="{FF2B5EF4-FFF2-40B4-BE49-F238E27FC236}">
                  <a16:creationId xmlns:a16="http://schemas.microsoft.com/office/drawing/2014/main" id="{ED41E1AF-D321-60EB-561A-290CDD0C8141}"/>
                </a:ext>
              </a:extLst>
            </p:cNvPr>
            <p:cNvCxnSpPr/>
            <p:nvPr/>
          </p:nvCxnSpPr>
          <p:spPr>
            <a:xfrm>
              <a:off x="3530192" y="3212976"/>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07" name="Gerader Verbinder 106">
              <a:extLst>
                <a:ext uri="{FF2B5EF4-FFF2-40B4-BE49-F238E27FC236}">
                  <a16:creationId xmlns:a16="http://schemas.microsoft.com/office/drawing/2014/main" id="{F0BC95FB-30FA-9C0D-806B-D134D174C205}"/>
                </a:ext>
              </a:extLst>
            </p:cNvPr>
            <p:cNvCxnSpPr/>
            <p:nvPr/>
          </p:nvCxnSpPr>
          <p:spPr>
            <a:xfrm>
              <a:off x="3585244" y="3212976"/>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08" name="Gerader Verbinder 107">
              <a:extLst>
                <a:ext uri="{FF2B5EF4-FFF2-40B4-BE49-F238E27FC236}">
                  <a16:creationId xmlns:a16="http://schemas.microsoft.com/office/drawing/2014/main" id="{5F7A718F-07EB-4512-10CC-B4FE29C714FE}"/>
                </a:ext>
              </a:extLst>
            </p:cNvPr>
            <p:cNvCxnSpPr/>
            <p:nvPr/>
          </p:nvCxnSpPr>
          <p:spPr>
            <a:xfrm>
              <a:off x="3530192" y="3248980"/>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09" name="Gerader Verbinder 108">
              <a:extLst>
                <a:ext uri="{FF2B5EF4-FFF2-40B4-BE49-F238E27FC236}">
                  <a16:creationId xmlns:a16="http://schemas.microsoft.com/office/drawing/2014/main" id="{3275B551-165D-86A5-DB01-375E844FBAA9}"/>
                </a:ext>
              </a:extLst>
            </p:cNvPr>
            <p:cNvCxnSpPr/>
            <p:nvPr/>
          </p:nvCxnSpPr>
          <p:spPr>
            <a:xfrm>
              <a:off x="3585244" y="3248980"/>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10" name="Gerader Verbinder 109">
              <a:extLst>
                <a:ext uri="{FF2B5EF4-FFF2-40B4-BE49-F238E27FC236}">
                  <a16:creationId xmlns:a16="http://schemas.microsoft.com/office/drawing/2014/main" id="{50AC9062-D8BB-C9AB-EE28-6846ADCA9DB4}"/>
                </a:ext>
              </a:extLst>
            </p:cNvPr>
            <p:cNvCxnSpPr/>
            <p:nvPr/>
          </p:nvCxnSpPr>
          <p:spPr>
            <a:xfrm>
              <a:off x="3530192" y="3284984"/>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11" name="Gerader Verbinder 110">
              <a:extLst>
                <a:ext uri="{FF2B5EF4-FFF2-40B4-BE49-F238E27FC236}">
                  <a16:creationId xmlns:a16="http://schemas.microsoft.com/office/drawing/2014/main" id="{7AE4AF3A-326D-C213-E96C-8CEF128D7028}"/>
                </a:ext>
              </a:extLst>
            </p:cNvPr>
            <p:cNvCxnSpPr/>
            <p:nvPr/>
          </p:nvCxnSpPr>
          <p:spPr>
            <a:xfrm>
              <a:off x="3585244" y="3284984"/>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sp>
          <p:nvSpPr>
            <p:cNvPr id="112" name="Trapezoid 111">
              <a:extLst>
                <a:ext uri="{FF2B5EF4-FFF2-40B4-BE49-F238E27FC236}">
                  <a16:creationId xmlns:a16="http://schemas.microsoft.com/office/drawing/2014/main" id="{1E4345C1-336E-CB5C-BD43-227A92540931}"/>
                </a:ext>
              </a:extLst>
            </p:cNvPr>
            <p:cNvSpPr/>
            <p:nvPr/>
          </p:nvSpPr>
          <p:spPr>
            <a:xfrm rot="16200000" flipH="1">
              <a:off x="3306000" y="3123000"/>
              <a:ext cx="288000" cy="180000"/>
            </a:xfrm>
            <a:prstGeom prst="trapezoid">
              <a:avLst/>
            </a:prstGeom>
            <a:solidFill>
              <a:srgbClr val="FFFFFF"/>
            </a:solidFill>
            <a:ln w="19050" cap="flat">
              <a:solidFill>
                <a:schemeClr val="bg1">
                  <a:lumMod val="65000"/>
                </a:schemeClr>
              </a:solidFill>
              <a:prstDash val="solid"/>
              <a:round/>
            </a:ln>
            <a:effectLst>
              <a:outerShdw blurRad="38100" dist="65517" dir="6203283" rotWithShape="0">
                <a:srgbClr val="000000">
                  <a:alpha val="38000"/>
                </a:srgbClr>
              </a:outerShdw>
            </a:effectLst>
          </p:spPr>
          <p:txBody>
            <a:bodyPr vert="vert" wrap="square" lIns="36000" tIns="36000" rIns="36000" bIns="36000" numCol="1" anchor="ctr">
              <a:noAutofit/>
            </a:bodyPr>
            <a:lstStyle/>
            <a:p>
              <a:pPr algn="ctr"/>
              <a:r>
                <a:rPr lang="en-US" sz="1400" b="1" dirty="0">
                  <a:solidFill>
                    <a:srgbClr val="A6A6A6"/>
                  </a:solidFill>
                  <a:latin typeface="+mj-lt"/>
                </a:rPr>
                <a:t>X</a:t>
              </a:r>
              <a:endParaRPr lang="en-US" b="1" dirty="0">
                <a:solidFill>
                  <a:srgbClr val="A6A6A6"/>
                </a:solidFill>
                <a:latin typeface="+mj-lt"/>
              </a:endParaRPr>
            </a:p>
          </p:txBody>
        </p:sp>
      </p:grpSp>
      <p:grpSp>
        <p:nvGrpSpPr>
          <p:cNvPr id="113" name="Gruppieren 112">
            <a:extLst>
              <a:ext uri="{FF2B5EF4-FFF2-40B4-BE49-F238E27FC236}">
                <a16:creationId xmlns:a16="http://schemas.microsoft.com/office/drawing/2014/main" id="{2F686216-6CEF-E59C-8113-2C3870458436}"/>
              </a:ext>
            </a:extLst>
          </p:cNvPr>
          <p:cNvGrpSpPr/>
          <p:nvPr/>
        </p:nvGrpSpPr>
        <p:grpSpPr>
          <a:xfrm>
            <a:off x="6552214" y="4204143"/>
            <a:ext cx="431636" cy="432080"/>
            <a:chOff x="3360000" y="3069000"/>
            <a:chExt cx="287704" cy="288000"/>
          </a:xfrm>
        </p:grpSpPr>
        <p:sp>
          <p:nvSpPr>
            <p:cNvPr id="114" name="Rechteck: abgerundete Ecken 113">
              <a:extLst>
                <a:ext uri="{FF2B5EF4-FFF2-40B4-BE49-F238E27FC236}">
                  <a16:creationId xmlns:a16="http://schemas.microsoft.com/office/drawing/2014/main" id="{F19C84D7-A61B-A5D4-7055-5BB6609C12B7}"/>
                </a:ext>
              </a:extLst>
            </p:cNvPr>
            <p:cNvSpPr/>
            <p:nvPr/>
          </p:nvSpPr>
          <p:spPr>
            <a:xfrm>
              <a:off x="3431704" y="3104964"/>
              <a:ext cx="216000" cy="216000"/>
            </a:xfrm>
            <a:prstGeom prst="roundRect">
              <a:avLst>
                <a:gd name="adj" fmla="val 11155"/>
              </a:avLst>
            </a:prstGeom>
            <a:solidFill>
              <a:srgbClr val="FFFFFF"/>
            </a:solidFill>
            <a:ln w="19050" cap="flat">
              <a:solidFill>
                <a:schemeClr val="bg1">
                  <a:lumMod val="65000"/>
                </a:schemeClr>
              </a:solidFill>
              <a:prstDash val="solid"/>
              <a:round/>
            </a:ln>
            <a:effectLst>
              <a:outerShdw blurRad="38100" dist="65517" dir="6203283" rotWithShape="0">
                <a:srgbClr val="000000">
                  <a:alpha val="38000"/>
                </a:srgbClr>
              </a:outerShdw>
            </a:effectLst>
          </p:spPr>
          <p:txBody>
            <a:bodyPr wrap="square" lIns="36000" tIns="36000" rIns="36000" bIns="36000" numCol="1" anchor="ctr">
              <a:noAutofit/>
            </a:bodyPr>
            <a:lstStyle/>
            <a:p>
              <a:endParaRPr lang="en-US" dirty="0">
                <a:latin typeface="+mj-lt"/>
              </a:endParaRPr>
            </a:p>
          </p:txBody>
        </p:sp>
        <p:cxnSp>
          <p:nvCxnSpPr>
            <p:cNvPr id="115" name="Gerader Verbinder 114">
              <a:extLst>
                <a:ext uri="{FF2B5EF4-FFF2-40B4-BE49-F238E27FC236}">
                  <a16:creationId xmlns:a16="http://schemas.microsoft.com/office/drawing/2014/main" id="{CED4A458-585E-8DA6-12F4-D22E4ABDB8B4}"/>
                </a:ext>
              </a:extLst>
            </p:cNvPr>
            <p:cNvCxnSpPr/>
            <p:nvPr/>
          </p:nvCxnSpPr>
          <p:spPr>
            <a:xfrm>
              <a:off x="3530192" y="3140968"/>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16" name="Gerader Verbinder 115">
              <a:extLst>
                <a:ext uri="{FF2B5EF4-FFF2-40B4-BE49-F238E27FC236}">
                  <a16:creationId xmlns:a16="http://schemas.microsoft.com/office/drawing/2014/main" id="{9435E48B-55DD-F58C-C965-E892082267EE}"/>
                </a:ext>
              </a:extLst>
            </p:cNvPr>
            <p:cNvCxnSpPr/>
            <p:nvPr/>
          </p:nvCxnSpPr>
          <p:spPr>
            <a:xfrm>
              <a:off x="3585244" y="3140968"/>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17" name="Gerader Verbinder 116">
              <a:extLst>
                <a:ext uri="{FF2B5EF4-FFF2-40B4-BE49-F238E27FC236}">
                  <a16:creationId xmlns:a16="http://schemas.microsoft.com/office/drawing/2014/main" id="{77AE2495-325B-A512-B5B3-AE3E00873938}"/>
                </a:ext>
              </a:extLst>
            </p:cNvPr>
            <p:cNvCxnSpPr/>
            <p:nvPr/>
          </p:nvCxnSpPr>
          <p:spPr>
            <a:xfrm>
              <a:off x="3530192" y="3176972"/>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18" name="Gerader Verbinder 117">
              <a:extLst>
                <a:ext uri="{FF2B5EF4-FFF2-40B4-BE49-F238E27FC236}">
                  <a16:creationId xmlns:a16="http://schemas.microsoft.com/office/drawing/2014/main" id="{8073F959-1C29-85CF-12D4-EE9448493F77}"/>
                </a:ext>
              </a:extLst>
            </p:cNvPr>
            <p:cNvCxnSpPr/>
            <p:nvPr/>
          </p:nvCxnSpPr>
          <p:spPr>
            <a:xfrm>
              <a:off x="3585244" y="3176972"/>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19" name="Gerader Verbinder 118">
              <a:extLst>
                <a:ext uri="{FF2B5EF4-FFF2-40B4-BE49-F238E27FC236}">
                  <a16:creationId xmlns:a16="http://schemas.microsoft.com/office/drawing/2014/main" id="{202595AE-6A5D-C896-C18F-DD6C4201E940}"/>
                </a:ext>
              </a:extLst>
            </p:cNvPr>
            <p:cNvCxnSpPr/>
            <p:nvPr/>
          </p:nvCxnSpPr>
          <p:spPr>
            <a:xfrm>
              <a:off x="3530192" y="3212976"/>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20" name="Gerader Verbinder 119">
              <a:extLst>
                <a:ext uri="{FF2B5EF4-FFF2-40B4-BE49-F238E27FC236}">
                  <a16:creationId xmlns:a16="http://schemas.microsoft.com/office/drawing/2014/main" id="{54AEC64B-26D0-8692-D4FE-5B46DF6A2483}"/>
                </a:ext>
              </a:extLst>
            </p:cNvPr>
            <p:cNvCxnSpPr/>
            <p:nvPr/>
          </p:nvCxnSpPr>
          <p:spPr>
            <a:xfrm>
              <a:off x="3585244" y="3212976"/>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21" name="Gerader Verbinder 120">
              <a:extLst>
                <a:ext uri="{FF2B5EF4-FFF2-40B4-BE49-F238E27FC236}">
                  <a16:creationId xmlns:a16="http://schemas.microsoft.com/office/drawing/2014/main" id="{4A4131CE-7275-FA9D-7C91-0F4F58FE7850}"/>
                </a:ext>
              </a:extLst>
            </p:cNvPr>
            <p:cNvCxnSpPr/>
            <p:nvPr/>
          </p:nvCxnSpPr>
          <p:spPr>
            <a:xfrm>
              <a:off x="3530192" y="3248980"/>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22" name="Gerader Verbinder 121">
              <a:extLst>
                <a:ext uri="{FF2B5EF4-FFF2-40B4-BE49-F238E27FC236}">
                  <a16:creationId xmlns:a16="http://schemas.microsoft.com/office/drawing/2014/main" id="{71F9775E-BD26-C771-0CC7-9B101E46737B}"/>
                </a:ext>
              </a:extLst>
            </p:cNvPr>
            <p:cNvCxnSpPr/>
            <p:nvPr/>
          </p:nvCxnSpPr>
          <p:spPr>
            <a:xfrm>
              <a:off x="3585244" y="3248980"/>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23" name="Gerader Verbinder 122">
              <a:extLst>
                <a:ext uri="{FF2B5EF4-FFF2-40B4-BE49-F238E27FC236}">
                  <a16:creationId xmlns:a16="http://schemas.microsoft.com/office/drawing/2014/main" id="{F7E7158C-1ACF-7745-0A27-AD0A0F614CCC}"/>
                </a:ext>
              </a:extLst>
            </p:cNvPr>
            <p:cNvCxnSpPr/>
            <p:nvPr/>
          </p:nvCxnSpPr>
          <p:spPr>
            <a:xfrm>
              <a:off x="3530192" y="3284984"/>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cxnSp>
          <p:nvCxnSpPr>
            <p:cNvPr id="124" name="Gerader Verbinder 123">
              <a:extLst>
                <a:ext uri="{FF2B5EF4-FFF2-40B4-BE49-F238E27FC236}">
                  <a16:creationId xmlns:a16="http://schemas.microsoft.com/office/drawing/2014/main" id="{B4513561-82A9-45F8-979D-7F3151D21183}"/>
                </a:ext>
              </a:extLst>
            </p:cNvPr>
            <p:cNvCxnSpPr/>
            <p:nvPr/>
          </p:nvCxnSpPr>
          <p:spPr>
            <a:xfrm>
              <a:off x="3585244" y="3284984"/>
              <a:ext cx="36004" cy="0"/>
            </a:xfrm>
            <a:prstGeom prst="line">
              <a:avLst/>
            </a:prstGeom>
            <a:ln>
              <a:solidFill>
                <a:srgbClr val="A6A6A6"/>
              </a:solidFill>
            </a:ln>
          </p:spPr>
          <p:style>
            <a:lnRef idx="1">
              <a:schemeClr val="accent1"/>
            </a:lnRef>
            <a:fillRef idx="0">
              <a:schemeClr val="accent1"/>
            </a:fillRef>
            <a:effectRef idx="0">
              <a:schemeClr val="accent1"/>
            </a:effectRef>
            <a:fontRef idx="minor">
              <a:schemeClr val="tx1"/>
            </a:fontRef>
          </p:style>
        </p:cxnSp>
        <p:sp>
          <p:nvSpPr>
            <p:cNvPr id="125" name="Trapezoid 124">
              <a:extLst>
                <a:ext uri="{FF2B5EF4-FFF2-40B4-BE49-F238E27FC236}">
                  <a16:creationId xmlns:a16="http://schemas.microsoft.com/office/drawing/2014/main" id="{EA490302-138D-05BC-9D57-45FFDDF8F9DD}"/>
                </a:ext>
              </a:extLst>
            </p:cNvPr>
            <p:cNvSpPr/>
            <p:nvPr/>
          </p:nvSpPr>
          <p:spPr>
            <a:xfrm rot="16200000" flipH="1">
              <a:off x="3306000" y="3123000"/>
              <a:ext cx="288000" cy="180000"/>
            </a:xfrm>
            <a:prstGeom prst="trapezoid">
              <a:avLst/>
            </a:prstGeom>
            <a:solidFill>
              <a:srgbClr val="FFFFFF"/>
            </a:solidFill>
            <a:ln w="19050" cap="flat">
              <a:solidFill>
                <a:schemeClr val="bg1">
                  <a:lumMod val="65000"/>
                </a:schemeClr>
              </a:solidFill>
              <a:prstDash val="solid"/>
              <a:round/>
            </a:ln>
            <a:effectLst>
              <a:outerShdw blurRad="38100" dist="65517" dir="6203283" rotWithShape="0">
                <a:srgbClr val="000000">
                  <a:alpha val="38000"/>
                </a:srgbClr>
              </a:outerShdw>
            </a:effectLst>
          </p:spPr>
          <p:txBody>
            <a:bodyPr vert="vert" wrap="square" lIns="36000" tIns="36000" rIns="36000" bIns="36000" numCol="1" anchor="ctr">
              <a:noAutofit/>
            </a:bodyPr>
            <a:lstStyle/>
            <a:p>
              <a:pPr algn="ctr"/>
              <a:r>
                <a:rPr lang="en-US" b="1" dirty="0">
                  <a:solidFill>
                    <a:srgbClr val="A6A6A6"/>
                  </a:solidFill>
                  <a:latin typeface="+mj-lt"/>
                </a:rPr>
                <a:t>X</a:t>
              </a:r>
              <a:endParaRPr lang="en-US" sz="2400" b="1" dirty="0">
                <a:solidFill>
                  <a:srgbClr val="A6A6A6"/>
                </a:solidFill>
                <a:latin typeface="+mj-lt"/>
              </a:endParaRPr>
            </a:p>
          </p:txBody>
        </p:sp>
      </p:grpSp>
      <p:grpSp>
        <p:nvGrpSpPr>
          <p:cNvPr id="126" name="Gruppieren 125">
            <a:extLst>
              <a:ext uri="{FF2B5EF4-FFF2-40B4-BE49-F238E27FC236}">
                <a16:creationId xmlns:a16="http://schemas.microsoft.com/office/drawing/2014/main" id="{354A2566-4CBC-F039-0A19-271602C7E2E9}"/>
              </a:ext>
            </a:extLst>
          </p:cNvPr>
          <p:cNvGrpSpPr/>
          <p:nvPr/>
        </p:nvGrpSpPr>
        <p:grpSpPr>
          <a:xfrm>
            <a:off x="2591732" y="5032267"/>
            <a:ext cx="324000" cy="324000"/>
            <a:chOff x="2495600" y="4725144"/>
            <a:chExt cx="324000" cy="324000"/>
          </a:xfrm>
        </p:grpSpPr>
        <p:sp>
          <p:nvSpPr>
            <p:cNvPr id="127" name="World">
              <a:extLst>
                <a:ext uri="{FF2B5EF4-FFF2-40B4-BE49-F238E27FC236}">
                  <a16:creationId xmlns:a16="http://schemas.microsoft.com/office/drawing/2014/main" id="{A1AFA65E-30C7-92D8-9BCA-36816821BCA8}"/>
                </a:ext>
              </a:extLst>
            </p:cNvPr>
            <p:cNvSpPr/>
            <p:nvPr/>
          </p:nvSpPr>
          <p:spPr>
            <a:xfrm>
              <a:off x="2495600" y="4725144"/>
              <a:ext cx="324000" cy="32400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45" y="0"/>
                    <a:pt x="0" y="4845"/>
                    <a:pt x="0" y="10800"/>
                  </a:cubicBezTo>
                  <a:cubicBezTo>
                    <a:pt x="0" y="16755"/>
                    <a:pt x="4845" y="21600"/>
                    <a:pt x="10800" y="21600"/>
                  </a:cubicBezTo>
                  <a:cubicBezTo>
                    <a:pt x="16755" y="21600"/>
                    <a:pt x="21600" y="16755"/>
                    <a:pt x="21600" y="10800"/>
                  </a:cubicBezTo>
                  <a:cubicBezTo>
                    <a:pt x="21600" y="4845"/>
                    <a:pt x="16755" y="0"/>
                    <a:pt x="10800" y="0"/>
                  </a:cubicBezTo>
                  <a:close/>
                  <a:moveTo>
                    <a:pt x="11993" y="938"/>
                  </a:moveTo>
                  <a:cubicBezTo>
                    <a:pt x="14122" y="1194"/>
                    <a:pt x="16044" y="2125"/>
                    <a:pt x="17542" y="3512"/>
                  </a:cubicBezTo>
                  <a:cubicBezTo>
                    <a:pt x="16898" y="4108"/>
                    <a:pt x="16188" y="4611"/>
                    <a:pt x="15429" y="5012"/>
                  </a:cubicBezTo>
                  <a:cubicBezTo>
                    <a:pt x="15343" y="4850"/>
                    <a:pt x="15255" y="4689"/>
                    <a:pt x="15162" y="4531"/>
                  </a:cubicBezTo>
                  <a:cubicBezTo>
                    <a:pt x="14347" y="3140"/>
                    <a:pt x="13267" y="1918"/>
                    <a:pt x="11993" y="938"/>
                  </a:cubicBezTo>
                  <a:close/>
                  <a:moveTo>
                    <a:pt x="9560" y="943"/>
                  </a:moveTo>
                  <a:cubicBezTo>
                    <a:pt x="8289" y="1922"/>
                    <a:pt x="7211" y="3142"/>
                    <a:pt x="6397" y="4531"/>
                  </a:cubicBezTo>
                  <a:cubicBezTo>
                    <a:pt x="6308" y="4684"/>
                    <a:pt x="6222" y="4839"/>
                    <a:pt x="6139" y="4995"/>
                  </a:cubicBezTo>
                  <a:cubicBezTo>
                    <a:pt x="5392" y="4597"/>
                    <a:pt x="4693" y="4100"/>
                    <a:pt x="4058" y="3512"/>
                  </a:cubicBezTo>
                  <a:cubicBezTo>
                    <a:pt x="5545" y="2136"/>
                    <a:pt x="7450" y="1207"/>
                    <a:pt x="9560" y="943"/>
                  </a:cubicBezTo>
                  <a:close/>
                  <a:moveTo>
                    <a:pt x="10366" y="1421"/>
                  </a:moveTo>
                  <a:lnTo>
                    <a:pt x="10366" y="6141"/>
                  </a:lnTo>
                  <a:cubicBezTo>
                    <a:pt x="9165" y="6090"/>
                    <a:pt x="8002" y="5827"/>
                    <a:pt x="6920" y="5368"/>
                  </a:cubicBezTo>
                  <a:cubicBezTo>
                    <a:pt x="6992" y="5234"/>
                    <a:pt x="7066" y="5100"/>
                    <a:pt x="7143" y="4968"/>
                  </a:cubicBezTo>
                  <a:cubicBezTo>
                    <a:pt x="7960" y="3575"/>
                    <a:pt x="9062" y="2365"/>
                    <a:pt x="10366" y="1421"/>
                  </a:cubicBezTo>
                  <a:close/>
                  <a:moveTo>
                    <a:pt x="11234" y="1451"/>
                  </a:moveTo>
                  <a:cubicBezTo>
                    <a:pt x="12520" y="2391"/>
                    <a:pt x="13607" y="3589"/>
                    <a:pt x="14415" y="4968"/>
                  </a:cubicBezTo>
                  <a:cubicBezTo>
                    <a:pt x="14495" y="5104"/>
                    <a:pt x="14572" y="5244"/>
                    <a:pt x="14646" y="5383"/>
                  </a:cubicBezTo>
                  <a:cubicBezTo>
                    <a:pt x="13574" y="5833"/>
                    <a:pt x="12424" y="6090"/>
                    <a:pt x="11234" y="6141"/>
                  </a:cubicBezTo>
                  <a:lnTo>
                    <a:pt x="11234" y="1451"/>
                  </a:lnTo>
                  <a:close/>
                  <a:moveTo>
                    <a:pt x="3448" y="4128"/>
                  </a:moveTo>
                  <a:cubicBezTo>
                    <a:pt x="4152" y="4783"/>
                    <a:pt x="4928" y="5335"/>
                    <a:pt x="5759" y="5775"/>
                  </a:cubicBezTo>
                  <a:cubicBezTo>
                    <a:pt x="5120" y="7219"/>
                    <a:pt x="4759" y="8779"/>
                    <a:pt x="4701" y="10368"/>
                  </a:cubicBezTo>
                  <a:lnTo>
                    <a:pt x="876" y="10368"/>
                  </a:lnTo>
                  <a:cubicBezTo>
                    <a:pt x="979" y="7972"/>
                    <a:pt x="1935" y="5793"/>
                    <a:pt x="3448" y="4128"/>
                  </a:cubicBezTo>
                  <a:close/>
                  <a:moveTo>
                    <a:pt x="18152" y="4128"/>
                  </a:moveTo>
                  <a:cubicBezTo>
                    <a:pt x="19665" y="5793"/>
                    <a:pt x="20621" y="7972"/>
                    <a:pt x="20724" y="10368"/>
                  </a:cubicBezTo>
                  <a:lnTo>
                    <a:pt x="16858" y="10368"/>
                  </a:lnTo>
                  <a:cubicBezTo>
                    <a:pt x="16800" y="8785"/>
                    <a:pt x="16441" y="7231"/>
                    <a:pt x="15807" y="5792"/>
                  </a:cubicBezTo>
                  <a:cubicBezTo>
                    <a:pt x="16650" y="5349"/>
                    <a:pt x="17439" y="4792"/>
                    <a:pt x="18152" y="4128"/>
                  </a:cubicBezTo>
                  <a:close/>
                  <a:moveTo>
                    <a:pt x="6541" y="6148"/>
                  </a:moveTo>
                  <a:cubicBezTo>
                    <a:pt x="7739" y="6662"/>
                    <a:pt x="9031" y="6956"/>
                    <a:pt x="10366" y="7008"/>
                  </a:cubicBezTo>
                  <a:lnTo>
                    <a:pt x="10366" y="10368"/>
                  </a:lnTo>
                  <a:lnTo>
                    <a:pt x="5569" y="10368"/>
                  </a:lnTo>
                  <a:cubicBezTo>
                    <a:pt x="5626" y="8908"/>
                    <a:pt x="5956" y="7475"/>
                    <a:pt x="6541" y="6148"/>
                  </a:cubicBezTo>
                  <a:close/>
                  <a:moveTo>
                    <a:pt x="15024" y="6163"/>
                  </a:moveTo>
                  <a:cubicBezTo>
                    <a:pt x="15604" y="7486"/>
                    <a:pt x="15934" y="8914"/>
                    <a:pt x="15991" y="10368"/>
                  </a:cubicBezTo>
                  <a:lnTo>
                    <a:pt x="11234" y="10368"/>
                  </a:lnTo>
                  <a:lnTo>
                    <a:pt x="11234" y="7008"/>
                  </a:lnTo>
                  <a:cubicBezTo>
                    <a:pt x="12557" y="6956"/>
                    <a:pt x="13835" y="6668"/>
                    <a:pt x="15024" y="6163"/>
                  </a:cubicBezTo>
                  <a:close/>
                  <a:moveTo>
                    <a:pt x="876" y="11234"/>
                  </a:moveTo>
                  <a:lnTo>
                    <a:pt x="4700" y="11234"/>
                  </a:lnTo>
                  <a:cubicBezTo>
                    <a:pt x="4753" y="12849"/>
                    <a:pt x="5119" y="14437"/>
                    <a:pt x="5773" y="15903"/>
                  </a:cubicBezTo>
                  <a:cubicBezTo>
                    <a:pt x="4953" y="16335"/>
                    <a:pt x="4185" y="16876"/>
                    <a:pt x="3488" y="17518"/>
                  </a:cubicBezTo>
                  <a:cubicBezTo>
                    <a:pt x="1952" y="15847"/>
                    <a:pt x="980" y="13652"/>
                    <a:pt x="876" y="11234"/>
                  </a:cubicBezTo>
                  <a:close/>
                  <a:moveTo>
                    <a:pt x="5567" y="11234"/>
                  </a:moveTo>
                  <a:lnTo>
                    <a:pt x="10366" y="11234"/>
                  </a:lnTo>
                  <a:lnTo>
                    <a:pt x="10366" y="14676"/>
                  </a:lnTo>
                  <a:cubicBezTo>
                    <a:pt x="9036" y="14728"/>
                    <a:pt x="7749" y="15021"/>
                    <a:pt x="6554" y="15532"/>
                  </a:cubicBezTo>
                  <a:cubicBezTo>
                    <a:pt x="5955" y="14182"/>
                    <a:pt x="5619" y="12720"/>
                    <a:pt x="5567" y="11234"/>
                  </a:cubicBezTo>
                  <a:close/>
                  <a:moveTo>
                    <a:pt x="11234" y="11234"/>
                  </a:moveTo>
                  <a:lnTo>
                    <a:pt x="15992" y="11234"/>
                  </a:lnTo>
                  <a:cubicBezTo>
                    <a:pt x="15940" y="12714"/>
                    <a:pt x="15605" y="14169"/>
                    <a:pt x="15010" y="15515"/>
                  </a:cubicBezTo>
                  <a:cubicBezTo>
                    <a:pt x="13825" y="15013"/>
                    <a:pt x="12552" y="14728"/>
                    <a:pt x="11234" y="14676"/>
                  </a:cubicBezTo>
                  <a:lnTo>
                    <a:pt x="11234" y="11234"/>
                  </a:lnTo>
                  <a:close/>
                  <a:moveTo>
                    <a:pt x="16860" y="11234"/>
                  </a:moveTo>
                  <a:lnTo>
                    <a:pt x="20724" y="11234"/>
                  </a:lnTo>
                  <a:cubicBezTo>
                    <a:pt x="20620" y="13652"/>
                    <a:pt x="19648" y="15847"/>
                    <a:pt x="18112" y="17518"/>
                  </a:cubicBezTo>
                  <a:cubicBezTo>
                    <a:pt x="17406" y="16867"/>
                    <a:pt x="16627" y="16321"/>
                    <a:pt x="15795" y="15886"/>
                  </a:cubicBezTo>
                  <a:cubicBezTo>
                    <a:pt x="16444" y="14425"/>
                    <a:pt x="16807" y="12842"/>
                    <a:pt x="16860" y="11234"/>
                  </a:cubicBezTo>
                  <a:close/>
                  <a:moveTo>
                    <a:pt x="10366" y="15544"/>
                  </a:moveTo>
                  <a:lnTo>
                    <a:pt x="10366" y="20226"/>
                  </a:lnTo>
                  <a:cubicBezTo>
                    <a:pt x="9026" y="19256"/>
                    <a:pt x="7899" y="18005"/>
                    <a:pt x="7077" y="16566"/>
                  </a:cubicBezTo>
                  <a:cubicBezTo>
                    <a:pt x="7029" y="16481"/>
                    <a:pt x="6982" y="16396"/>
                    <a:pt x="6936" y="16310"/>
                  </a:cubicBezTo>
                  <a:cubicBezTo>
                    <a:pt x="8013" y="15855"/>
                    <a:pt x="9170" y="15594"/>
                    <a:pt x="10366" y="15544"/>
                  </a:cubicBezTo>
                  <a:close/>
                  <a:moveTo>
                    <a:pt x="11234" y="15544"/>
                  </a:moveTo>
                  <a:cubicBezTo>
                    <a:pt x="12418" y="15594"/>
                    <a:pt x="13563" y="15849"/>
                    <a:pt x="14631" y="16295"/>
                  </a:cubicBezTo>
                  <a:cubicBezTo>
                    <a:pt x="14582" y="16386"/>
                    <a:pt x="14532" y="16476"/>
                    <a:pt x="14480" y="16566"/>
                  </a:cubicBezTo>
                  <a:cubicBezTo>
                    <a:pt x="13667" y="17990"/>
                    <a:pt x="12556" y="19230"/>
                    <a:pt x="11234" y="20196"/>
                  </a:cubicBezTo>
                  <a:lnTo>
                    <a:pt x="11234" y="15544"/>
                  </a:lnTo>
                  <a:close/>
                  <a:moveTo>
                    <a:pt x="15415" y="16666"/>
                  </a:moveTo>
                  <a:cubicBezTo>
                    <a:pt x="16162" y="17059"/>
                    <a:pt x="16861" y="17548"/>
                    <a:pt x="17498" y="18131"/>
                  </a:cubicBezTo>
                  <a:cubicBezTo>
                    <a:pt x="16023" y="19479"/>
                    <a:pt x="14143" y="20390"/>
                    <a:pt x="12062" y="20655"/>
                  </a:cubicBezTo>
                  <a:cubicBezTo>
                    <a:pt x="13343" y="19655"/>
                    <a:pt x="14426" y="18410"/>
                    <a:pt x="15233" y="16997"/>
                  </a:cubicBezTo>
                  <a:cubicBezTo>
                    <a:pt x="15295" y="16887"/>
                    <a:pt x="15356" y="16777"/>
                    <a:pt x="15415" y="16666"/>
                  </a:cubicBezTo>
                  <a:close/>
                  <a:moveTo>
                    <a:pt x="6153" y="16683"/>
                  </a:moveTo>
                  <a:cubicBezTo>
                    <a:pt x="6209" y="16788"/>
                    <a:pt x="6267" y="16893"/>
                    <a:pt x="6326" y="16997"/>
                  </a:cubicBezTo>
                  <a:cubicBezTo>
                    <a:pt x="7132" y="18407"/>
                    <a:pt x="8212" y="19649"/>
                    <a:pt x="9489" y="20648"/>
                  </a:cubicBezTo>
                  <a:cubicBezTo>
                    <a:pt x="7428" y="20375"/>
                    <a:pt x="5565" y="19468"/>
                    <a:pt x="4102" y="18131"/>
                  </a:cubicBezTo>
                  <a:cubicBezTo>
                    <a:pt x="4730" y="17557"/>
                    <a:pt x="5418" y="17073"/>
                    <a:pt x="6153" y="16683"/>
                  </a:cubicBezTo>
                  <a:close/>
                </a:path>
              </a:pathLst>
            </a:custGeom>
            <a:solidFill>
              <a:srgbClr val="FFFFFF"/>
            </a:solidFill>
            <a:ln w="9525" cap="flat">
              <a:solidFill>
                <a:schemeClr val="bg1"/>
              </a:solidFill>
              <a:prstDash val="solid"/>
              <a:round/>
            </a:ln>
            <a:effectLst>
              <a:outerShdw blurRad="38100" dist="71525" dir="7882388" rotWithShape="0">
                <a:srgbClr val="000000">
                  <a:alpha val="38000"/>
                </a:srgbClr>
              </a:outerShdw>
            </a:effectLst>
          </p:spPr>
          <p:txBody>
            <a:bodyPr wrap="square" lIns="36000" tIns="36000" rIns="36000" bIns="36000" numCol="1" anchor="ctr">
              <a:noAutofit/>
            </a:bodyPr>
            <a:lstStyle/>
            <a:p>
              <a:endParaRPr lang="en-US" dirty="0">
                <a:latin typeface="+mj-lt"/>
              </a:endParaRPr>
            </a:p>
          </p:txBody>
        </p:sp>
        <p:sp>
          <p:nvSpPr>
            <p:cNvPr id="128" name="World">
              <a:extLst>
                <a:ext uri="{FF2B5EF4-FFF2-40B4-BE49-F238E27FC236}">
                  <a16:creationId xmlns:a16="http://schemas.microsoft.com/office/drawing/2014/main" id="{26E345A2-4062-596A-34F8-E9977F7C536D}"/>
                </a:ext>
              </a:extLst>
            </p:cNvPr>
            <p:cNvSpPr/>
            <p:nvPr/>
          </p:nvSpPr>
          <p:spPr>
            <a:xfrm>
              <a:off x="2495600" y="4725144"/>
              <a:ext cx="324000" cy="32400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45" y="0"/>
                    <a:pt x="0" y="4845"/>
                    <a:pt x="0" y="10800"/>
                  </a:cubicBezTo>
                  <a:cubicBezTo>
                    <a:pt x="0" y="16755"/>
                    <a:pt x="4845" y="21600"/>
                    <a:pt x="10800" y="21600"/>
                  </a:cubicBezTo>
                  <a:cubicBezTo>
                    <a:pt x="16755" y="21600"/>
                    <a:pt x="21600" y="16755"/>
                    <a:pt x="21600" y="10800"/>
                  </a:cubicBezTo>
                  <a:cubicBezTo>
                    <a:pt x="21600" y="4845"/>
                    <a:pt x="16755" y="0"/>
                    <a:pt x="10800" y="0"/>
                  </a:cubicBezTo>
                  <a:close/>
                  <a:moveTo>
                    <a:pt x="11993" y="938"/>
                  </a:moveTo>
                  <a:cubicBezTo>
                    <a:pt x="14122" y="1194"/>
                    <a:pt x="16044" y="2125"/>
                    <a:pt x="17542" y="3512"/>
                  </a:cubicBezTo>
                  <a:cubicBezTo>
                    <a:pt x="16898" y="4108"/>
                    <a:pt x="16188" y="4611"/>
                    <a:pt x="15429" y="5012"/>
                  </a:cubicBezTo>
                  <a:cubicBezTo>
                    <a:pt x="15343" y="4850"/>
                    <a:pt x="15255" y="4689"/>
                    <a:pt x="15162" y="4531"/>
                  </a:cubicBezTo>
                  <a:cubicBezTo>
                    <a:pt x="14347" y="3140"/>
                    <a:pt x="13267" y="1918"/>
                    <a:pt x="11993" y="938"/>
                  </a:cubicBezTo>
                  <a:close/>
                  <a:moveTo>
                    <a:pt x="9560" y="943"/>
                  </a:moveTo>
                  <a:cubicBezTo>
                    <a:pt x="8289" y="1922"/>
                    <a:pt x="7211" y="3142"/>
                    <a:pt x="6397" y="4531"/>
                  </a:cubicBezTo>
                  <a:cubicBezTo>
                    <a:pt x="6308" y="4684"/>
                    <a:pt x="6222" y="4839"/>
                    <a:pt x="6139" y="4995"/>
                  </a:cubicBezTo>
                  <a:cubicBezTo>
                    <a:pt x="5392" y="4597"/>
                    <a:pt x="4693" y="4100"/>
                    <a:pt x="4058" y="3512"/>
                  </a:cubicBezTo>
                  <a:cubicBezTo>
                    <a:pt x="5545" y="2136"/>
                    <a:pt x="7450" y="1207"/>
                    <a:pt x="9560" y="943"/>
                  </a:cubicBezTo>
                  <a:close/>
                  <a:moveTo>
                    <a:pt x="10366" y="1421"/>
                  </a:moveTo>
                  <a:lnTo>
                    <a:pt x="10366" y="6141"/>
                  </a:lnTo>
                  <a:cubicBezTo>
                    <a:pt x="9165" y="6090"/>
                    <a:pt x="8002" y="5827"/>
                    <a:pt x="6920" y="5368"/>
                  </a:cubicBezTo>
                  <a:cubicBezTo>
                    <a:pt x="6992" y="5234"/>
                    <a:pt x="7066" y="5100"/>
                    <a:pt x="7143" y="4968"/>
                  </a:cubicBezTo>
                  <a:cubicBezTo>
                    <a:pt x="7960" y="3575"/>
                    <a:pt x="9062" y="2365"/>
                    <a:pt x="10366" y="1421"/>
                  </a:cubicBezTo>
                  <a:close/>
                  <a:moveTo>
                    <a:pt x="11234" y="1451"/>
                  </a:moveTo>
                  <a:cubicBezTo>
                    <a:pt x="12520" y="2391"/>
                    <a:pt x="13607" y="3589"/>
                    <a:pt x="14415" y="4968"/>
                  </a:cubicBezTo>
                  <a:cubicBezTo>
                    <a:pt x="14495" y="5104"/>
                    <a:pt x="14572" y="5244"/>
                    <a:pt x="14646" y="5383"/>
                  </a:cubicBezTo>
                  <a:cubicBezTo>
                    <a:pt x="13574" y="5833"/>
                    <a:pt x="12424" y="6090"/>
                    <a:pt x="11234" y="6141"/>
                  </a:cubicBezTo>
                  <a:lnTo>
                    <a:pt x="11234" y="1451"/>
                  </a:lnTo>
                  <a:close/>
                  <a:moveTo>
                    <a:pt x="3448" y="4128"/>
                  </a:moveTo>
                  <a:cubicBezTo>
                    <a:pt x="4152" y="4783"/>
                    <a:pt x="4928" y="5335"/>
                    <a:pt x="5759" y="5775"/>
                  </a:cubicBezTo>
                  <a:cubicBezTo>
                    <a:pt x="5120" y="7219"/>
                    <a:pt x="4759" y="8779"/>
                    <a:pt x="4701" y="10368"/>
                  </a:cubicBezTo>
                  <a:lnTo>
                    <a:pt x="876" y="10368"/>
                  </a:lnTo>
                  <a:cubicBezTo>
                    <a:pt x="979" y="7972"/>
                    <a:pt x="1935" y="5793"/>
                    <a:pt x="3448" y="4128"/>
                  </a:cubicBezTo>
                  <a:close/>
                  <a:moveTo>
                    <a:pt x="18152" y="4128"/>
                  </a:moveTo>
                  <a:cubicBezTo>
                    <a:pt x="19665" y="5793"/>
                    <a:pt x="20621" y="7972"/>
                    <a:pt x="20724" y="10368"/>
                  </a:cubicBezTo>
                  <a:lnTo>
                    <a:pt x="16858" y="10368"/>
                  </a:lnTo>
                  <a:cubicBezTo>
                    <a:pt x="16800" y="8785"/>
                    <a:pt x="16441" y="7231"/>
                    <a:pt x="15807" y="5792"/>
                  </a:cubicBezTo>
                  <a:cubicBezTo>
                    <a:pt x="16650" y="5349"/>
                    <a:pt x="17439" y="4792"/>
                    <a:pt x="18152" y="4128"/>
                  </a:cubicBezTo>
                  <a:close/>
                  <a:moveTo>
                    <a:pt x="6541" y="6148"/>
                  </a:moveTo>
                  <a:cubicBezTo>
                    <a:pt x="7739" y="6662"/>
                    <a:pt x="9031" y="6956"/>
                    <a:pt x="10366" y="7008"/>
                  </a:cubicBezTo>
                  <a:lnTo>
                    <a:pt x="10366" y="10368"/>
                  </a:lnTo>
                  <a:lnTo>
                    <a:pt x="5569" y="10368"/>
                  </a:lnTo>
                  <a:cubicBezTo>
                    <a:pt x="5626" y="8908"/>
                    <a:pt x="5956" y="7475"/>
                    <a:pt x="6541" y="6148"/>
                  </a:cubicBezTo>
                  <a:close/>
                  <a:moveTo>
                    <a:pt x="15024" y="6163"/>
                  </a:moveTo>
                  <a:cubicBezTo>
                    <a:pt x="15604" y="7486"/>
                    <a:pt x="15934" y="8914"/>
                    <a:pt x="15991" y="10368"/>
                  </a:cubicBezTo>
                  <a:lnTo>
                    <a:pt x="11234" y="10368"/>
                  </a:lnTo>
                  <a:lnTo>
                    <a:pt x="11234" y="7008"/>
                  </a:lnTo>
                  <a:cubicBezTo>
                    <a:pt x="12557" y="6956"/>
                    <a:pt x="13835" y="6668"/>
                    <a:pt x="15024" y="6163"/>
                  </a:cubicBezTo>
                  <a:close/>
                  <a:moveTo>
                    <a:pt x="876" y="11234"/>
                  </a:moveTo>
                  <a:lnTo>
                    <a:pt x="4700" y="11234"/>
                  </a:lnTo>
                  <a:cubicBezTo>
                    <a:pt x="4753" y="12849"/>
                    <a:pt x="5119" y="14437"/>
                    <a:pt x="5773" y="15903"/>
                  </a:cubicBezTo>
                  <a:cubicBezTo>
                    <a:pt x="4953" y="16335"/>
                    <a:pt x="4185" y="16876"/>
                    <a:pt x="3488" y="17518"/>
                  </a:cubicBezTo>
                  <a:cubicBezTo>
                    <a:pt x="1952" y="15847"/>
                    <a:pt x="980" y="13652"/>
                    <a:pt x="876" y="11234"/>
                  </a:cubicBezTo>
                  <a:close/>
                  <a:moveTo>
                    <a:pt x="5567" y="11234"/>
                  </a:moveTo>
                  <a:lnTo>
                    <a:pt x="10366" y="11234"/>
                  </a:lnTo>
                  <a:lnTo>
                    <a:pt x="10366" y="14676"/>
                  </a:lnTo>
                  <a:cubicBezTo>
                    <a:pt x="9036" y="14728"/>
                    <a:pt x="7749" y="15021"/>
                    <a:pt x="6554" y="15532"/>
                  </a:cubicBezTo>
                  <a:cubicBezTo>
                    <a:pt x="5955" y="14182"/>
                    <a:pt x="5619" y="12720"/>
                    <a:pt x="5567" y="11234"/>
                  </a:cubicBezTo>
                  <a:close/>
                  <a:moveTo>
                    <a:pt x="11234" y="11234"/>
                  </a:moveTo>
                  <a:lnTo>
                    <a:pt x="15992" y="11234"/>
                  </a:lnTo>
                  <a:cubicBezTo>
                    <a:pt x="15940" y="12714"/>
                    <a:pt x="15605" y="14169"/>
                    <a:pt x="15010" y="15515"/>
                  </a:cubicBezTo>
                  <a:cubicBezTo>
                    <a:pt x="13825" y="15013"/>
                    <a:pt x="12552" y="14728"/>
                    <a:pt x="11234" y="14676"/>
                  </a:cubicBezTo>
                  <a:lnTo>
                    <a:pt x="11234" y="11234"/>
                  </a:lnTo>
                  <a:close/>
                  <a:moveTo>
                    <a:pt x="16860" y="11234"/>
                  </a:moveTo>
                  <a:lnTo>
                    <a:pt x="20724" y="11234"/>
                  </a:lnTo>
                  <a:cubicBezTo>
                    <a:pt x="20620" y="13652"/>
                    <a:pt x="19648" y="15847"/>
                    <a:pt x="18112" y="17518"/>
                  </a:cubicBezTo>
                  <a:cubicBezTo>
                    <a:pt x="17406" y="16867"/>
                    <a:pt x="16627" y="16321"/>
                    <a:pt x="15795" y="15886"/>
                  </a:cubicBezTo>
                  <a:cubicBezTo>
                    <a:pt x="16444" y="14425"/>
                    <a:pt x="16807" y="12842"/>
                    <a:pt x="16860" y="11234"/>
                  </a:cubicBezTo>
                  <a:close/>
                  <a:moveTo>
                    <a:pt x="10366" y="15544"/>
                  </a:moveTo>
                  <a:lnTo>
                    <a:pt x="10366" y="20226"/>
                  </a:lnTo>
                  <a:cubicBezTo>
                    <a:pt x="9026" y="19256"/>
                    <a:pt x="7899" y="18005"/>
                    <a:pt x="7077" y="16566"/>
                  </a:cubicBezTo>
                  <a:cubicBezTo>
                    <a:pt x="7029" y="16481"/>
                    <a:pt x="6982" y="16396"/>
                    <a:pt x="6936" y="16310"/>
                  </a:cubicBezTo>
                  <a:cubicBezTo>
                    <a:pt x="8013" y="15855"/>
                    <a:pt x="9170" y="15594"/>
                    <a:pt x="10366" y="15544"/>
                  </a:cubicBezTo>
                  <a:close/>
                  <a:moveTo>
                    <a:pt x="11234" y="15544"/>
                  </a:moveTo>
                  <a:cubicBezTo>
                    <a:pt x="12418" y="15594"/>
                    <a:pt x="13563" y="15849"/>
                    <a:pt x="14631" y="16295"/>
                  </a:cubicBezTo>
                  <a:cubicBezTo>
                    <a:pt x="14582" y="16386"/>
                    <a:pt x="14532" y="16476"/>
                    <a:pt x="14480" y="16566"/>
                  </a:cubicBezTo>
                  <a:cubicBezTo>
                    <a:pt x="13667" y="17990"/>
                    <a:pt x="12556" y="19230"/>
                    <a:pt x="11234" y="20196"/>
                  </a:cubicBezTo>
                  <a:lnTo>
                    <a:pt x="11234" y="15544"/>
                  </a:lnTo>
                  <a:close/>
                  <a:moveTo>
                    <a:pt x="15415" y="16666"/>
                  </a:moveTo>
                  <a:cubicBezTo>
                    <a:pt x="16162" y="17059"/>
                    <a:pt x="16861" y="17548"/>
                    <a:pt x="17498" y="18131"/>
                  </a:cubicBezTo>
                  <a:cubicBezTo>
                    <a:pt x="16023" y="19479"/>
                    <a:pt x="14143" y="20390"/>
                    <a:pt x="12062" y="20655"/>
                  </a:cubicBezTo>
                  <a:cubicBezTo>
                    <a:pt x="13343" y="19655"/>
                    <a:pt x="14426" y="18410"/>
                    <a:pt x="15233" y="16997"/>
                  </a:cubicBezTo>
                  <a:cubicBezTo>
                    <a:pt x="15295" y="16887"/>
                    <a:pt x="15356" y="16777"/>
                    <a:pt x="15415" y="16666"/>
                  </a:cubicBezTo>
                  <a:close/>
                  <a:moveTo>
                    <a:pt x="6153" y="16683"/>
                  </a:moveTo>
                  <a:cubicBezTo>
                    <a:pt x="6209" y="16788"/>
                    <a:pt x="6267" y="16893"/>
                    <a:pt x="6326" y="16997"/>
                  </a:cubicBezTo>
                  <a:cubicBezTo>
                    <a:pt x="7132" y="18407"/>
                    <a:pt x="8212" y="19649"/>
                    <a:pt x="9489" y="20648"/>
                  </a:cubicBezTo>
                  <a:cubicBezTo>
                    <a:pt x="7428" y="20375"/>
                    <a:pt x="5565" y="19468"/>
                    <a:pt x="4102" y="18131"/>
                  </a:cubicBezTo>
                  <a:cubicBezTo>
                    <a:pt x="4730" y="17557"/>
                    <a:pt x="5418" y="17073"/>
                    <a:pt x="6153" y="16683"/>
                  </a:cubicBezTo>
                  <a:close/>
                </a:path>
              </a:pathLst>
            </a:custGeom>
            <a:solidFill>
              <a:srgbClr val="FFFFFF"/>
            </a:solidFill>
            <a:ln w="6350">
              <a:solidFill>
                <a:srgbClr val="535353"/>
              </a:solidFill>
              <a:miter lim="400000"/>
            </a:ln>
          </p:spPr>
          <p:txBody>
            <a:bodyPr lIns="36000" tIns="36000" rIns="36000" bIns="36000" anchor="ctr"/>
            <a:lstStyle/>
            <a:p>
              <a:endParaRPr lang="en-US" dirty="0">
                <a:latin typeface="+mj-lt"/>
              </a:endParaRPr>
            </a:p>
          </p:txBody>
        </p:sp>
      </p:grpSp>
      <p:sp>
        <p:nvSpPr>
          <p:cNvPr id="129" name="TextBox 36">
            <a:extLst>
              <a:ext uri="{FF2B5EF4-FFF2-40B4-BE49-F238E27FC236}">
                <a16:creationId xmlns:a16="http://schemas.microsoft.com/office/drawing/2014/main" id="{3071225D-9825-6CA1-7582-67607F342852}"/>
              </a:ext>
            </a:extLst>
          </p:cNvPr>
          <p:cNvSpPr txBox="1"/>
          <p:nvPr/>
        </p:nvSpPr>
        <p:spPr>
          <a:xfrm>
            <a:off x="3557830" y="2853000"/>
            <a:ext cx="2379155"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defRPr sz="1600" b="1">
                <a:solidFill>
                  <a:srgbClr val="535353"/>
                </a:solidFill>
              </a:defRPr>
            </a:pPr>
            <a:r>
              <a:rPr lang="en-US" sz="1400" dirty="0">
                <a:solidFill>
                  <a:srgbClr val="3264C8"/>
                </a:solidFill>
                <a:latin typeface="+mj-lt"/>
              </a:rPr>
              <a:t>B4P Data Integration and Analytics Engine</a:t>
            </a:r>
          </a:p>
        </p:txBody>
      </p:sp>
      <p:sp>
        <p:nvSpPr>
          <p:cNvPr id="130" name="Rounded Rectangle 2">
            <a:extLst>
              <a:ext uri="{FF2B5EF4-FFF2-40B4-BE49-F238E27FC236}">
                <a16:creationId xmlns:a16="http://schemas.microsoft.com/office/drawing/2014/main" id="{C1298F32-A488-2565-75FA-577F9E0D69BA}"/>
              </a:ext>
            </a:extLst>
          </p:cNvPr>
          <p:cNvSpPr/>
          <p:nvPr/>
        </p:nvSpPr>
        <p:spPr>
          <a:xfrm>
            <a:off x="3732009" y="3712780"/>
            <a:ext cx="2207991" cy="2975440"/>
          </a:xfrm>
          <a:prstGeom prst="roundRect">
            <a:avLst/>
          </a:prstGeom>
          <a:solidFill>
            <a:srgbClr val="3264C8">
              <a:alpha val="7063"/>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latin typeface="+mj-lt"/>
            </a:endParaRPr>
          </a:p>
        </p:txBody>
      </p:sp>
      <p:sp>
        <p:nvSpPr>
          <p:cNvPr id="131" name="Textfeld 130">
            <a:extLst>
              <a:ext uri="{FF2B5EF4-FFF2-40B4-BE49-F238E27FC236}">
                <a16:creationId xmlns:a16="http://schemas.microsoft.com/office/drawing/2014/main" id="{94B80C71-AE6F-171C-161E-7E5D6194B1BF}"/>
              </a:ext>
            </a:extLst>
          </p:cNvPr>
          <p:cNvSpPr txBox="1"/>
          <p:nvPr/>
        </p:nvSpPr>
        <p:spPr>
          <a:xfrm>
            <a:off x="972000" y="1053000"/>
            <a:ext cx="7344000" cy="400110"/>
          </a:xfrm>
          <a:prstGeom prst="rect">
            <a:avLst/>
          </a:prstGeom>
          <a:noFill/>
        </p:spPr>
        <p:txBody>
          <a:bodyPr wrap="square">
            <a:spAutoFit/>
          </a:bodyPr>
          <a:lstStyle/>
          <a:p>
            <a:pPr algn="ctr"/>
            <a:r>
              <a:rPr lang="en-US" sz="2000" b="1" i="0" dirty="0">
                <a:solidFill>
                  <a:srgbClr val="3264C8"/>
                </a:solidFill>
                <a:effectLst/>
                <a:latin typeface="+mj-lt"/>
              </a:rPr>
              <a:t>B4P: Transforming Big Data into Powerful Insights</a:t>
            </a:r>
          </a:p>
        </p:txBody>
      </p:sp>
      <p:sp>
        <p:nvSpPr>
          <p:cNvPr id="133" name="Textfeld 132">
            <a:extLst>
              <a:ext uri="{FF2B5EF4-FFF2-40B4-BE49-F238E27FC236}">
                <a16:creationId xmlns:a16="http://schemas.microsoft.com/office/drawing/2014/main" id="{4258D11F-25D7-66F9-3613-5CB803FB7A9D}"/>
              </a:ext>
            </a:extLst>
          </p:cNvPr>
          <p:cNvSpPr txBox="1"/>
          <p:nvPr/>
        </p:nvSpPr>
        <p:spPr>
          <a:xfrm>
            <a:off x="900000" y="1753780"/>
            <a:ext cx="7560000" cy="646331"/>
          </a:xfrm>
          <a:prstGeom prst="rect">
            <a:avLst/>
          </a:prstGeom>
          <a:noFill/>
        </p:spPr>
        <p:txBody>
          <a:bodyPr wrap="square">
            <a:spAutoFit/>
          </a:bodyPr>
          <a:lstStyle/>
          <a:p>
            <a:r>
              <a:rPr lang="en-US" sz="1200" b="1" i="0" dirty="0">
                <a:solidFill>
                  <a:schemeClr val="tx1">
                    <a:lumMod val="50000"/>
                    <a:lumOff val="50000"/>
                  </a:schemeClr>
                </a:solidFill>
                <a:effectLst/>
                <a:latin typeface="+mj-lt"/>
              </a:rPr>
              <a:t>B4P is a Low-Code Solution to improve the performance in extracting insights from big data.</a:t>
            </a:r>
            <a:r>
              <a:rPr lang="en-US" sz="1200" b="0" i="0" dirty="0">
                <a:solidFill>
                  <a:schemeClr val="tx1">
                    <a:lumMod val="50000"/>
                    <a:lumOff val="50000"/>
                  </a:schemeClr>
                </a:solidFill>
                <a:effectLst/>
                <a:latin typeface="+mj-lt"/>
              </a:rPr>
              <a:t> </a:t>
            </a:r>
            <a:r>
              <a:rPr lang="en-US" sz="1200" dirty="0">
                <a:solidFill>
                  <a:schemeClr val="tx1">
                    <a:lumMod val="50000"/>
                    <a:lumOff val="50000"/>
                  </a:schemeClr>
                </a:solidFill>
                <a:latin typeface="+mj-lt"/>
              </a:rPr>
              <a:t>It</a:t>
            </a:r>
            <a:r>
              <a:rPr lang="en-US" sz="1200" b="0" i="0" dirty="0">
                <a:solidFill>
                  <a:schemeClr val="tx1">
                    <a:lumMod val="50000"/>
                    <a:lumOff val="50000"/>
                  </a:schemeClr>
                </a:solidFill>
                <a:effectLst/>
                <a:latin typeface="+mj-lt"/>
              </a:rPr>
              <a:t> is purpose-built for integration and analysis of large complex data to rapidly generate results for Excel and other business intelligence tools.</a:t>
            </a:r>
            <a:endParaRPr lang="de-CH" sz="1200" dirty="0">
              <a:solidFill>
                <a:schemeClr val="tx1">
                  <a:lumMod val="50000"/>
                  <a:lumOff val="50000"/>
                </a:schemeClr>
              </a:solidFill>
              <a:latin typeface="+mj-lt"/>
            </a:endParaRPr>
          </a:p>
        </p:txBody>
      </p:sp>
    </p:spTree>
    <p:extLst>
      <p:ext uri="{BB962C8B-B14F-4D97-AF65-F5344CB8AC3E}">
        <p14:creationId xmlns:p14="http://schemas.microsoft.com/office/powerpoint/2010/main" val="1583574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FA16-FC90-2CF9-A5BB-385F8338D4F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DA5F58D-784E-390B-095D-48B6D49FB6D9}"/>
              </a:ext>
            </a:extLst>
          </p:cNvPr>
          <p:cNvSpPr>
            <a:spLocks noGrp="1"/>
          </p:cNvSpPr>
          <p:nvPr>
            <p:ph type="title"/>
          </p:nvPr>
        </p:nvSpPr>
        <p:spPr/>
        <p:txBody>
          <a:bodyPr/>
          <a:lstStyle/>
          <a:p>
            <a:r>
              <a:rPr lang="en-US" dirty="0"/>
              <a:t>Introduction</a:t>
            </a:r>
            <a:br>
              <a:rPr lang="en-US" dirty="0"/>
            </a:br>
            <a:r>
              <a:rPr lang="en-US" dirty="0"/>
              <a:t>Problem Statement</a:t>
            </a:r>
          </a:p>
        </p:txBody>
      </p:sp>
      <p:sp>
        <p:nvSpPr>
          <p:cNvPr id="50" name="Textfeld 49">
            <a:extLst>
              <a:ext uri="{FF2B5EF4-FFF2-40B4-BE49-F238E27FC236}">
                <a16:creationId xmlns:a16="http://schemas.microsoft.com/office/drawing/2014/main" id="{6719B432-3D49-DC61-DB10-C0ED04439BB4}"/>
              </a:ext>
            </a:extLst>
          </p:cNvPr>
          <p:cNvSpPr txBox="1"/>
          <p:nvPr/>
        </p:nvSpPr>
        <p:spPr>
          <a:xfrm>
            <a:off x="828000" y="881342"/>
            <a:ext cx="6912000" cy="707886"/>
          </a:xfrm>
          <a:prstGeom prst="rect">
            <a:avLst/>
          </a:prstGeom>
          <a:noFill/>
        </p:spPr>
        <p:txBody>
          <a:bodyPr wrap="square">
            <a:spAutoFit/>
          </a:bodyPr>
          <a:lstStyle/>
          <a:p>
            <a:pPr algn="ctr"/>
            <a:r>
              <a:rPr lang="en-US" sz="2000" b="1" i="0" dirty="0">
                <a:solidFill>
                  <a:srgbClr val="3264C8"/>
                </a:solidFill>
                <a:effectLst/>
                <a:latin typeface="+mj-lt"/>
              </a:rPr>
              <a:t>Spreadsheets are essential to business, </a:t>
            </a:r>
            <a:br>
              <a:rPr lang="en-US" sz="2000" b="1" i="0" dirty="0">
                <a:solidFill>
                  <a:srgbClr val="3264C8"/>
                </a:solidFill>
                <a:effectLst/>
                <a:latin typeface="+mj-lt"/>
              </a:rPr>
            </a:br>
            <a:r>
              <a:rPr lang="en-US" sz="2000" b="1" i="0" dirty="0">
                <a:solidFill>
                  <a:srgbClr val="3264C8"/>
                </a:solidFill>
                <a:effectLst/>
                <a:latin typeface="+mj-lt"/>
              </a:rPr>
              <a:t>but are a source of error, risk, and loss</a:t>
            </a:r>
          </a:p>
        </p:txBody>
      </p:sp>
      <p:sp>
        <p:nvSpPr>
          <p:cNvPr id="10" name="Rechteck 15">
            <a:extLst>
              <a:ext uri="{FF2B5EF4-FFF2-40B4-BE49-F238E27FC236}">
                <a16:creationId xmlns:a16="http://schemas.microsoft.com/office/drawing/2014/main" id="{843C5AC7-9B75-7643-AA21-E7204B97654B}"/>
              </a:ext>
            </a:extLst>
          </p:cNvPr>
          <p:cNvSpPr/>
          <p:nvPr/>
        </p:nvSpPr>
        <p:spPr>
          <a:xfrm>
            <a:off x="1108096" y="2029885"/>
            <a:ext cx="1620000" cy="91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ctr" anchorCtr="0"/>
          <a:lstStyle/>
          <a:p>
            <a:pPr algn="ctr">
              <a:lnSpc>
                <a:spcPct val="90000"/>
              </a:lnSpc>
              <a:spcBef>
                <a:spcPts val="225"/>
              </a:spcBef>
              <a:spcAft>
                <a:spcPts val="225"/>
              </a:spcAft>
              <a:buClr>
                <a:srgbClr val="003399"/>
              </a:buClr>
            </a:pPr>
            <a:r>
              <a:rPr lang="en-US" sz="1050" b="1" dirty="0">
                <a:solidFill>
                  <a:schemeClr val="tx1"/>
                </a:solidFill>
              </a:rPr>
              <a:t> </a:t>
            </a:r>
            <a:r>
              <a:rPr lang="en-US" sz="1200" b="1" i="1" dirty="0">
                <a:solidFill>
                  <a:schemeClr val="tx1"/>
                </a:solidFill>
              </a:rPr>
              <a:t>Essential</a:t>
            </a:r>
            <a:endParaRPr lang="en-US" sz="1200" b="1" dirty="0">
              <a:solidFill>
                <a:schemeClr val="tx1"/>
              </a:solidFill>
            </a:endParaRPr>
          </a:p>
        </p:txBody>
      </p:sp>
      <p:sp>
        <p:nvSpPr>
          <p:cNvPr id="11" name="Rechteck 16">
            <a:extLst>
              <a:ext uri="{FF2B5EF4-FFF2-40B4-BE49-F238E27FC236}">
                <a16:creationId xmlns:a16="http://schemas.microsoft.com/office/drawing/2014/main" id="{EE851C1A-D279-9D48-820C-C1222D3C7928}"/>
              </a:ext>
            </a:extLst>
          </p:cNvPr>
          <p:cNvSpPr/>
          <p:nvPr/>
        </p:nvSpPr>
        <p:spPr>
          <a:xfrm>
            <a:off x="1108096" y="3331784"/>
            <a:ext cx="1620000" cy="966101"/>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ctr" anchorCtr="0"/>
          <a:lstStyle/>
          <a:p>
            <a:pPr algn="ctr">
              <a:lnSpc>
                <a:spcPct val="90000"/>
              </a:lnSpc>
              <a:spcBef>
                <a:spcPts val="225"/>
              </a:spcBef>
              <a:spcAft>
                <a:spcPts val="225"/>
              </a:spcAft>
              <a:buClr>
                <a:srgbClr val="003399"/>
              </a:buClr>
            </a:pPr>
            <a:r>
              <a:rPr lang="en-US" sz="1200" b="1" i="1" dirty="0">
                <a:solidFill>
                  <a:schemeClr val="tx1"/>
                </a:solidFill>
              </a:rPr>
              <a:t>Error Prone</a:t>
            </a:r>
            <a:endParaRPr lang="en-US" sz="1200" b="1" dirty="0">
              <a:solidFill>
                <a:schemeClr val="tx1"/>
              </a:solidFill>
            </a:endParaRPr>
          </a:p>
        </p:txBody>
      </p:sp>
      <p:sp>
        <p:nvSpPr>
          <p:cNvPr id="14" name="Rechteck 17">
            <a:extLst>
              <a:ext uri="{FF2B5EF4-FFF2-40B4-BE49-F238E27FC236}">
                <a16:creationId xmlns:a16="http://schemas.microsoft.com/office/drawing/2014/main" id="{22D2C9CB-424A-DB4E-B743-25BA01F8309F}"/>
              </a:ext>
            </a:extLst>
          </p:cNvPr>
          <p:cNvSpPr/>
          <p:nvPr/>
        </p:nvSpPr>
        <p:spPr>
          <a:xfrm>
            <a:off x="1108096" y="4621885"/>
            <a:ext cx="1620000" cy="10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ctr" anchorCtr="0"/>
          <a:lstStyle/>
          <a:p>
            <a:pPr algn="ctr">
              <a:lnSpc>
                <a:spcPct val="90000"/>
              </a:lnSpc>
              <a:spcBef>
                <a:spcPts val="225"/>
              </a:spcBef>
              <a:spcAft>
                <a:spcPts val="225"/>
              </a:spcAft>
              <a:buClr>
                <a:srgbClr val="003399"/>
              </a:buClr>
            </a:pPr>
            <a:r>
              <a:rPr lang="en-US" sz="1200" b="1" i="1" dirty="0">
                <a:solidFill>
                  <a:schemeClr val="tx1"/>
                </a:solidFill>
              </a:rPr>
              <a:t>Errors are costly</a:t>
            </a:r>
            <a:endParaRPr lang="en-US" sz="1200" b="1" dirty="0">
              <a:solidFill>
                <a:schemeClr val="tx1"/>
              </a:solidFill>
            </a:endParaRPr>
          </a:p>
        </p:txBody>
      </p:sp>
      <p:sp>
        <p:nvSpPr>
          <p:cNvPr id="21" name="TextBox 3">
            <a:extLst>
              <a:ext uri="{FF2B5EF4-FFF2-40B4-BE49-F238E27FC236}">
                <a16:creationId xmlns:a16="http://schemas.microsoft.com/office/drawing/2014/main" id="{A76F511B-A827-1D43-93FD-1286B48412C1}"/>
              </a:ext>
            </a:extLst>
          </p:cNvPr>
          <p:cNvSpPr txBox="1"/>
          <p:nvPr/>
        </p:nvSpPr>
        <p:spPr>
          <a:xfrm>
            <a:off x="3276000" y="2133000"/>
            <a:ext cx="3952096" cy="646331"/>
          </a:xfrm>
          <a:prstGeom prst="rect">
            <a:avLst/>
          </a:prstGeom>
          <a:noFill/>
        </p:spPr>
        <p:txBody>
          <a:bodyPr wrap="square" rtlCol="0">
            <a:spAutoFit/>
          </a:bodyPr>
          <a:lstStyle/>
          <a:p>
            <a:r>
              <a:rPr lang="en-US" sz="1200" b="1" i="1" dirty="0">
                <a:solidFill>
                  <a:schemeClr val="tx1">
                    <a:lumMod val="75000"/>
                    <a:lumOff val="25000"/>
                  </a:schemeClr>
                </a:solidFill>
              </a:rPr>
              <a:t>Excel is the most common tool used in business and finance.  </a:t>
            </a:r>
            <a:r>
              <a:rPr lang="en-US" sz="1200" dirty="0">
                <a:solidFill>
                  <a:schemeClr val="tx1">
                    <a:lumMod val="75000"/>
                    <a:lumOff val="25000"/>
                  </a:schemeClr>
                </a:solidFill>
              </a:rPr>
              <a:t>According to of Microsoft, there are over </a:t>
            </a:r>
            <a:r>
              <a:rPr lang="en-US" sz="1200" b="1" i="1" dirty="0"/>
              <a:t>750 million Excel users worldwide</a:t>
            </a:r>
            <a:r>
              <a:rPr lang="en-US" sz="1200" dirty="0">
                <a:solidFill>
                  <a:schemeClr val="tx1">
                    <a:lumMod val="75000"/>
                    <a:lumOff val="25000"/>
                  </a:schemeClr>
                </a:solidFill>
              </a:rPr>
              <a:t> [1].</a:t>
            </a:r>
          </a:p>
        </p:txBody>
      </p:sp>
      <p:sp>
        <p:nvSpPr>
          <p:cNvPr id="22" name="TextBox 3">
            <a:extLst>
              <a:ext uri="{FF2B5EF4-FFF2-40B4-BE49-F238E27FC236}">
                <a16:creationId xmlns:a16="http://schemas.microsoft.com/office/drawing/2014/main" id="{5E4D2DE8-12C4-7F46-8DA1-19B2DB4D25CC}"/>
              </a:ext>
            </a:extLst>
          </p:cNvPr>
          <p:cNvSpPr txBox="1"/>
          <p:nvPr/>
        </p:nvSpPr>
        <p:spPr>
          <a:xfrm>
            <a:off x="3276000" y="3461719"/>
            <a:ext cx="3952096" cy="646331"/>
          </a:xfrm>
          <a:prstGeom prst="rect">
            <a:avLst/>
          </a:prstGeom>
          <a:noFill/>
        </p:spPr>
        <p:txBody>
          <a:bodyPr wrap="square" rtlCol="0">
            <a:spAutoFit/>
          </a:bodyPr>
          <a:lstStyle/>
          <a:p>
            <a:r>
              <a:rPr lang="en-US" sz="1200" dirty="0">
                <a:solidFill>
                  <a:schemeClr val="tx1">
                    <a:lumMod val="75000"/>
                    <a:lumOff val="25000"/>
                  </a:schemeClr>
                </a:solidFill>
              </a:rPr>
              <a:t>Studies show that </a:t>
            </a:r>
            <a:r>
              <a:rPr lang="en-US" sz="1200" b="1" i="1" dirty="0">
                <a:solidFill>
                  <a:schemeClr val="tx1">
                    <a:lumMod val="75000"/>
                    <a:lumOff val="25000"/>
                  </a:schemeClr>
                </a:solidFill>
              </a:rPr>
              <a:t>88% of corporate spreadsheets contain at least one - but most commonly multiple - material errors </a:t>
            </a:r>
            <a:r>
              <a:rPr lang="en-US" sz="1200" dirty="0">
                <a:solidFill>
                  <a:schemeClr val="tx1">
                    <a:lumMod val="75000"/>
                    <a:lumOff val="25000"/>
                  </a:schemeClr>
                </a:solidFill>
              </a:rPr>
              <a:t>[2, 3, 4, 5].</a:t>
            </a:r>
          </a:p>
        </p:txBody>
      </p:sp>
      <p:sp>
        <p:nvSpPr>
          <p:cNvPr id="23" name="TextBox 3">
            <a:extLst>
              <a:ext uri="{FF2B5EF4-FFF2-40B4-BE49-F238E27FC236}">
                <a16:creationId xmlns:a16="http://schemas.microsoft.com/office/drawing/2014/main" id="{C25F090E-8063-E24E-BBA8-4AF68DE8246F}"/>
              </a:ext>
            </a:extLst>
          </p:cNvPr>
          <p:cNvSpPr txBox="1"/>
          <p:nvPr/>
        </p:nvSpPr>
        <p:spPr>
          <a:xfrm>
            <a:off x="3276000" y="4797000"/>
            <a:ext cx="3952096" cy="646331"/>
          </a:xfrm>
          <a:prstGeom prst="rect">
            <a:avLst/>
          </a:prstGeom>
          <a:noFill/>
        </p:spPr>
        <p:txBody>
          <a:bodyPr wrap="square" rtlCol="0">
            <a:spAutoFit/>
          </a:bodyPr>
          <a:lstStyle/>
          <a:p>
            <a:r>
              <a:rPr lang="en-US" sz="1200" b="1" i="1" dirty="0">
                <a:solidFill>
                  <a:schemeClr val="tx1">
                    <a:lumMod val="75000"/>
                    <a:lumOff val="25000"/>
                  </a:schemeClr>
                </a:solidFill>
              </a:rPr>
              <a:t>$2.6 Billion:  </a:t>
            </a:r>
            <a:r>
              <a:rPr lang="en-US" sz="1200" dirty="0">
                <a:solidFill>
                  <a:schemeClr val="tx1">
                    <a:lumMod val="75000"/>
                    <a:lumOff val="25000"/>
                  </a:schemeClr>
                </a:solidFill>
              </a:rPr>
              <a:t>Fidelity Magellan Fund (minus sign error) </a:t>
            </a:r>
          </a:p>
          <a:p>
            <a:r>
              <a:rPr lang="en-US" sz="1200" b="1" i="1" dirty="0">
                <a:solidFill>
                  <a:schemeClr val="tx1">
                    <a:lumMod val="75000"/>
                    <a:lumOff val="25000"/>
                  </a:schemeClr>
                </a:solidFill>
              </a:rPr>
              <a:t>$1.1 Billion:  </a:t>
            </a:r>
            <a:r>
              <a:rPr lang="en-US" sz="1200" dirty="0">
                <a:solidFill>
                  <a:schemeClr val="tx1">
                    <a:lumMod val="75000"/>
                    <a:lumOff val="25000"/>
                  </a:schemeClr>
                </a:solidFill>
              </a:rPr>
              <a:t>Fannie Mae  (“honest mistake”)</a:t>
            </a:r>
          </a:p>
          <a:p>
            <a:r>
              <a:rPr lang="en-US" sz="1200" b="1" i="1" dirty="0">
                <a:solidFill>
                  <a:schemeClr val="tx1">
                    <a:lumMod val="75000"/>
                    <a:lumOff val="25000"/>
                  </a:schemeClr>
                </a:solidFill>
              </a:rPr>
              <a:t>$6.2 Billion: </a:t>
            </a:r>
            <a:r>
              <a:rPr lang="en-US" sz="1200" dirty="0">
                <a:solidFill>
                  <a:schemeClr val="tx1">
                    <a:lumMod val="75000"/>
                    <a:lumOff val="25000"/>
                  </a:schemeClr>
                </a:solidFill>
              </a:rPr>
              <a:t>JPMorgan Chase:  (copy-paste errors)</a:t>
            </a:r>
          </a:p>
        </p:txBody>
      </p:sp>
    </p:spTree>
    <p:extLst>
      <p:ext uri="{BB962C8B-B14F-4D97-AF65-F5344CB8AC3E}">
        <p14:creationId xmlns:p14="http://schemas.microsoft.com/office/powerpoint/2010/main" val="2873047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358D4-6466-8140-2E25-2A104BBA8F0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B54019B-4AF8-B4B9-DD90-7F46818E6B7E}"/>
              </a:ext>
            </a:extLst>
          </p:cNvPr>
          <p:cNvSpPr>
            <a:spLocks noGrp="1"/>
          </p:cNvSpPr>
          <p:nvPr>
            <p:ph type="title"/>
          </p:nvPr>
        </p:nvSpPr>
        <p:spPr/>
        <p:txBody>
          <a:bodyPr/>
          <a:lstStyle/>
          <a:p>
            <a:r>
              <a:rPr lang="en-US" dirty="0"/>
              <a:t>Introduction</a:t>
            </a:r>
            <a:br>
              <a:rPr lang="en-US" dirty="0"/>
            </a:br>
            <a:r>
              <a:rPr lang="en-US" dirty="0"/>
              <a:t>Problem Statement</a:t>
            </a:r>
          </a:p>
        </p:txBody>
      </p:sp>
      <p:sp>
        <p:nvSpPr>
          <p:cNvPr id="5" name="TextBox 29">
            <a:extLst>
              <a:ext uri="{FF2B5EF4-FFF2-40B4-BE49-F238E27FC236}">
                <a16:creationId xmlns:a16="http://schemas.microsoft.com/office/drawing/2014/main" id="{00D51134-FDE6-F486-446B-B9AF3DDBCF5E}"/>
              </a:ext>
            </a:extLst>
          </p:cNvPr>
          <p:cNvSpPr txBox="1"/>
          <p:nvPr/>
        </p:nvSpPr>
        <p:spPr>
          <a:xfrm>
            <a:off x="3563999" y="5330486"/>
            <a:ext cx="4739927" cy="830997"/>
          </a:xfrm>
          <a:prstGeom prst="rect">
            <a:avLst/>
          </a:prstGeom>
          <a:noFill/>
        </p:spPr>
        <p:txBody>
          <a:bodyPr wrap="square" rtlCol="0">
            <a:spAutoFit/>
          </a:bodyPr>
          <a:lstStyle/>
          <a:p>
            <a:r>
              <a:rPr lang="en-US" sz="1200" b="1" dirty="0">
                <a:solidFill>
                  <a:schemeClr val="accent5"/>
                </a:solidFill>
              </a:rPr>
              <a:t>$ 1 Billion loss:  </a:t>
            </a:r>
            <a:r>
              <a:rPr lang="en-US" sz="1200" dirty="0">
                <a:solidFill>
                  <a:schemeClr val="tx1">
                    <a:lumMod val="65000"/>
                    <a:lumOff val="35000"/>
                  </a:schemeClr>
                </a:solidFill>
              </a:rPr>
              <a:t>A </a:t>
            </a:r>
            <a:r>
              <a:rPr lang="en-US" sz="1200" b="1" i="1" dirty="0">
                <a:solidFill>
                  <a:schemeClr val="tx1">
                    <a:lumMod val="65000"/>
                    <a:lumOff val="35000"/>
                  </a:schemeClr>
                </a:solidFill>
              </a:rPr>
              <a:t>manual spreadsheet error at Fannie Mae </a:t>
            </a:r>
            <a:r>
              <a:rPr lang="en-US" sz="1200" dirty="0">
                <a:solidFill>
                  <a:schemeClr val="tx1">
                    <a:lumMod val="65000"/>
                    <a:lumOff val="35000"/>
                  </a:schemeClr>
                </a:solidFill>
              </a:rPr>
              <a:t>cost the company in excess of $1 billion, causing the share price to fall from $73.10 to $2.25 after the error was announced publicly</a:t>
            </a:r>
            <a:r>
              <a:rPr lang="en-US" sz="1200" dirty="0">
                <a:solidFill>
                  <a:schemeClr val="tx1">
                    <a:lumMod val="50000"/>
                    <a:lumOff val="50000"/>
                  </a:schemeClr>
                </a:solidFill>
              </a:rPr>
              <a:t>. [10]</a:t>
            </a:r>
          </a:p>
        </p:txBody>
      </p:sp>
      <p:pic>
        <p:nvPicPr>
          <p:cNvPr id="12" name="Picture 2" descr="CSRWire - JPMorgan Chase &amp; Co.">
            <a:extLst>
              <a:ext uri="{FF2B5EF4-FFF2-40B4-BE49-F238E27FC236}">
                <a16:creationId xmlns:a16="http://schemas.microsoft.com/office/drawing/2014/main" id="{41CC49A5-9AF0-8C93-F33F-EFD27E58D0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788" b="27374"/>
          <a:stretch/>
        </p:blipFill>
        <p:spPr bwMode="auto">
          <a:xfrm>
            <a:off x="828000" y="2230918"/>
            <a:ext cx="2273845" cy="31637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27">
            <a:extLst>
              <a:ext uri="{FF2B5EF4-FFF2-40B4-BE49-F238E27FC236}">
                <a16:creationId xmlns:a16="http://schemas.microsoft.com/office/drawing/2014/main" id="{DB95BE20-6B9C-3A46-4380-1B39B760D73B}"/>
              </a:ext>
            </a:extLst>
          </p:cNvPr>
          <p:cNvSpPr txBox="1"/>
          <p:nvPr/>
        </p:nvSpPr>
        <p:spPr>
          <a:xfrm>
            <a:off x="3564000" y="1557000"/>
            <a:ext cx="4824000" cy="1938992"/>
          </a:xfrm>
          <a:prstGeom prst="rect">
            <a:avLst/>
          </a:prstGeom>
          <a:noFill/>
        </p:spPr>
        <p:txBody>
          <a:bodyPr wrap="square" rtlCol="0">
            <a:spAutoFit/>
          </a:bodyPr>
          <a:lstStyle/>
          <a:p>
            <a:r>
              <a:rPr lang="en-US" sz="1200" b="1" dirty="0">
                <a:solidFill>
                  <a:schemeClr val="accent5"/>
                </a:solidFill>
              </a:rPr>
              <a:t>$6.4 Billion loss</a:t>
            </a:r>
            <a:r>
              <a:rPr lang="en-US" sz="1200" b="1" dirty="0">
                <a:solidFill>
                  <a:schemeClr val="tx1">
                    <a:lumMod val="65000"/>
                    <a:lumOff val="35000"/>
                  </a:schemeClr>
                </a:solidFill>
              </a:rPr>
              <a:t>:  </a:t>
            </a:r>
            <a:r>
              <a:rPr lang="en-US" sz="1200" dirty="0">
                <a:solidFill>
                  <a:schemeClr val="tx1">
                    <a:lumMod val="65000"/>
                    <a:lumOff val="35000"/>
                  </a:schemeClr>
                </a:solidFill>
              </a:rPr>
              <a:t>“The London Whale,” the name given to a </a:t>
            </a:r>
            <a:r>
              <a:rPr lang="en-US" sz="1200" b="1" dirty="0">
                <a:solidFill>
                  <a:schemeClr val="tx1">
                    <a:lumMod val="65000"/>
                    <a:lumOff val="35000"/>
                  </a:schemeClr>
                </a:solidFill>
              </a:rPr>
              <a:t>JP Morgan </a:t>
            </a:r>
            <a:r>
              <a:rPr lang="en-US" sz="1200" dirty="0">
                <a:solidFill>
                  <a:schemeClr val="tx1">
                    <a:lumMod val="65000"/>
                    <a:lumOff val="35000"/>
                  </a:schemeClr>
                </a:solidFill>
              </a:rPr>
              <a:t>trading operation in London by its counterparties because of the outsized bets it was making. In the wake of a discovery of the large losses racked up by “the Whale,” JP Morgan launched an internal investigation into how it happened. One of the key points that came out of the investigation was the role of desktop spreadsheets in creating the mess. “The Model Review Group noted that the </a:t>
            </a:r>
            <a:r>
              <a:rPr lang="en-US" sz="1200" b="1" i="1" dirty="0">
                <a:solidFill>
                  <a:schemeClr val="tx1">
                    <a:lumMod val="65000"/>
                    <a:lumOff val="35000"/>
                  </a:schemeClr>
                </a:solidFill>
              </a:rPr>
              <a:t>Value at Risk computation was done on spreadsheets using a manual process and it was therefore ‘error prone’ ”  </a:t>
            </a:r>
            <a:r>
              <a:rPr lang="en-US" sz="1200" dirty="0">
                <a:solidFill>
                  <a:schemeClr val="tx1">
                    <a:lumMod val="50000"/>
                    <a:lumOff val="50000"/>
                  </a:schemeClr>
                </a:solidFill>
              </a:rPr>
              <a:t>[6,7,8,9]</a:t>
            </a:r>
          </a:p>
        </p:txBody>
      </p:sp>
      <p:pic>
        <p:nvPicPr>
          <p:cNvPr id="18" name="Picture 14" descr="Logo, company name&#10;&#10;Description automatically generated">
            <a:extLst>
              <a:ext uri="{FF2B5EF4-FFF2-40B4-BE49-F238E27FC236}">
                <a16:creationId xmlns:a16="http://schemas.microsoft.com/office/drawing/2014/main" id="{078772AB-2BEF-9ECE-7257-2B4BEDEE2DE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332"/>
          <a:stretch/>
        </p:blipFill>
        <p:spPr>
          <a:xfrm>
            <a:off x="968507" y="3767267"/>
            <a:ext cx="1782840" cy="594885"/>
          </a:xfrm>
          <a:prstGeom prst="rect">
            <a:avLst/>
          </a:prstGeom>
        </p:spPr>
      </p:pic>
      <p:sp>
        <p:nvSpPr>
          <p:cNvPr id="32" name="TextBox 7">
            <a:extLst>
              <a:ext uri="{FF2B5EF4-FFF2-40B4-BE49-F238E27FC236}">
                <a16:creationId xmlns:a16="http://schemas.microsoft.com/office/drawing/2014/main" id="{7E5CF891-4033-F6AA-3038-7E9DF9F70719}"/>
              </a:ext>
            </a:extLst>
          </p:cNvPr>
          <p:cNvSpPr txBox="1"/>
          <p:nvPr/>
        </p:nvSpPr>
        <p:spPr>
          <a:xfrm>
            <a:off x="3551399" y="3641933"/>
            <a:ext cx="4823999" cy="1015663"/>
          </a:xfrm>
          <a:prstGeom prst="rect">
            <a:avLst/>
          </a:prstGeom>
          <a:noFill/>
        </p:spPr>
        <p:txBody>
          <a:bodyPr wrap="square" rtlCol="0">
            <a:spAutoFit/>
          </a:bodyPr>
          <a:lstStyle/>
          <a:p>
            <a:r>
              <a:rPr lang="en-US" sz="1200" b="1" dirty="0">
                <a:solidFill>
                  <a:schemeClr val="accent5"/>
                </a:solidFill>
              </a:rPr>
              <a:t>$2.6 Billion loss: </a:t>
            </a:r>
            <a:r>
              <a:rPr lang="en-US" sz="1200" dirty="0">
                <a:solidFill>
                  <a:schemeClr val="tx1">
                    <a:lumMod val="65000"/>
                    <a:lumOff val="35000"/>
                  </a:schemeClr>
                </a:solidFill>
              </a:rPr>
              <a:t>An accountant at the </a:t>
            </a:r>
            <a:r>
              <a:rPr lang="en-US" sz="1200" b="1" dirty="0">
                <a:solidFill>
                  <a:schemeClr val="tx1">
                    <a:lumMod val="65000"/>
                    <a:lumOff val="35000"/>
                  </a:schemeClr>
                </a:solidFill>
              </a:rPr>
              <a:t>Fidelity Investments’ Magellan mutual fund </a:t>
            </a:r>
            <a:r>
              <a:rPr lang="en-US" sz="1200" b="1" i="1" dirty="0">
                <a:solidFill>
                  <a:schemeClr val="tx1">
                    <a:lumMod val="65000"/>
                    <a:lumOff val="35000"/>
                  </a:schemeClr>
                </a:solidFill>
              </a:rPr>
              <a:t>omitted a minus (-) sign in a spreadsheet </a:t>
            </a:r>
            <a:r>
              <a:rPr lang="en-US" sz="1200" dirty="0">
                <a:solidFill>
                  <a:schemeClr val="tx1">
                    <a:lumMod val="65000"/>
                    <a:lumOff val="35000"/>
                  </a:schemeClr>
                </a:solidFill>
              </a:rPr>
              <a:t>and turned a US$ 1.3bn net capital loss into a US $1.3bn gain. This $2.6 bn error required the company to withdraw its promised year-end distribution of $4.32 per share. </a:t>
            </a:r>
            <a:r>
              <a:rPr lang="en-US" sz="1200" dirty="0">
                <a:solidFill>
                  <a:schemeClr val="tx1">
                    <a:lumMod val="50000"/>
                    <a:lumOff val="50000"/>
                  </a:schemeClr>
                </a:solidFill>
              </a:rPr>
              <a:t>[6, 8]</a:t>
            </a:r>
          </a:p>
        </p:txBody>
      </p:sp>
      <p:pic>
        <p:nvPicPr>
          <p:cNvPr id="40" name="Picture 31" descr="Shape, logo&#10;&#10;Description automatically generated">
            <a:extLst>
              <a:ext uri="{FF2B5EF4-FFF2-40B4-BE49-F238E27FC236}">
                <a16:creationId xmlns:a16="http://schemas.microsoft.com/office/drawing/2014/main" id="{2D57B087-CB81-5903-7690-9B1A5FFD74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7927" y="5309877"/>
            <a:ext cx="1584000" cy="436107"/>
          </a:xfrm>
          <a:prstGeom prst="rect">
            <a:avLst/>
          </a:prstGeom>
        </p:spPr>
      </p:pic>
      <p:sp>
        <p:nvSpPr>
          <p:cNvPr id="10" name="Textfeld 49">
            <a:extLst>
              <a:ext uri="{FF2B5EF4-FFF2-40B4-BE49-F238E27FC236}">
                <a16:creationId xmlns:a16="http://schemas.microsoft.com/office/drawing/2014/main" id="{6ADFD90D-1165-5742-A017-2D37F0365CF5}"/>
              </a:ext>
            </a:extLst>
          </p:cNvPr>
          <p:cNvSpPr txBox="1"/>
          <p:nvPr/>
        </p:nvSpPr>
        <p:spPr>
          <a:xfrm>
            <a:off x="468000" y="883083"/>
            <a:ext cx="6912000" cy="400110"/>
          </a:xfrm>
          <a:prstGeom prst="rect">
            <a:avLst/>
          </a:prstGeom>
          <a:noFill/>
        </p:spPr>
        <p:txBody>
          <a:bodyPr wrap="square">
            <a:spAutoFit/>
          </a:bodyPr>
          <a:lstStyle/>
          <a:p>
            <a:pPr algn="ctr"/>
            <a:r>
              <a:rPr lang="en-US" sz="2000" b="1" i="0" dirty="0">
                <a:solidFill>
                  <a:srgbClr val="3264C8"/>
                </a:solidFill>
                <a:effectLst/>
                <a:latin typeface="+mj-lt"/>
              </a:rPr>
              <a:t>Spreadsheet errors are costly</a:t>
            </a:r>
          </a:p>
        </p:txBody>
      </p:sp>
    </p:spTree>
    <p:extLst>
      <p:ext uri="{BB962C8B-B14F-4D97-AF65-F5344CB8AC3E}">
        <p14:creationId xmlns:p14="http://schemas.microsoft.com/office/powerpoint/2010/main" val="1350568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358D4-6466-8140-2E25-2A104BBA8F0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B54019B-4AF8-B4B9-DD90-7F46818E6B7E}"/>
              </a:ext>
            </a:extLst>
          </p:cNvPr>
          <p:cNvSpPr>
            <a:spLocks noGrp="1"/>
          </p:cNvSpPr>
          <p:nvPr>
            <p:ph type="title"/>
          </p:nvPr>
        </p:nvSpPr>
        <p:spPr/>
        <p:txBody>
          <a:bodyPr/>
          <a:lstStyle/>
          <a:p>
            <a:r>
              <a:rPr lang="en-US" dirty="0"/>
              <a:t>Introduction</a:t>
            </a:r>
            <a:br>
              <a:rPr lang="en-US" dirty="0"/>
            </a:br>
            <a:r>
              <a:rPr lang="en-US" dirty="0"/>
              <a:t>Problem Statement</a:t>
            </a:r>
          </a:p>
        </p:txBody>
      </p:sp>
      <p:sp>
        <p:nvSpPr>
          <p:cNvPr id="22" name="Rechteck 15">
            <a:extLst>
              <a:ext uri="{FF2B5EF4-FFF2-40B4-BE49-F238E27FC236}">
                <a16:creationId xmlns:a16="http://schemas.microsoft.com/office/drawing/2014/main" id="{14969173-7857-AF46-9FAA-6DCC101D7E75}"/>
              </a:ext>
            </a:extLst>
          </p:cNvPr>
          <p:cNvSpPr/>
          <p:nvPr/>
        </p:nvSpPr>
        <p:spPr>
          <a:xfrm>
            <a:off x="828000" y="2007064"/>
            <a:ext cx="1620000" cy="91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ctr" anchorCtr="0"/>
          <a:lstStyle/>
          <a:p>
            <a:pPr algn="ctr">
              <a:lnSpc>
                <a:spcPct val="90000"/>
              </a:lnSpc>
              <a:spcBef>
                <a:spcPts val="225"/>
              </a:spcBef>
              <a:spcAft>
                <a:spcPts val="225"/>
              </a:spcAft>
              <a:buClr>
                <a:srgbClr val="003399"/>
              </a:buClr>
            </a:pPr>
            <a:r>
              <a:rPr lang="en-US" sz="1050" b="1" dirty="0">
                <a:solidFill>
                  <a:schemeClr val="tx1"/>
                </a:solidFill>
              </a:rPr>
              <a:t> </a:t>
            </a:r>
            <a:r>
              <a:rPr lang="en-US" sz="1200" b="1" i="1" dirty="0">
                <a:solidFill>
                  <a:schemeClr val="tx1"/>
                </a:solidFill>
              </a:rPr>
              <a:t>Unsafe</a:t>
            </a:r>
            <a:endParaRPr lang="en-US" sz="1200" b="1" dirty="0">
              <a:solidFill>
                <a:schemeClr val="tx1"/>
              </a:solidFill>
            </a:endParaRPr>
          </a:p>
          <a:p>
            <a:pPr algn="ctr">
              <a:lnSpc>
                <a:spcPct val="90000"/>
              </a:lnSpc>
              <a:spcBef>
                <a:spcPts val="225"/>
              </a:spcBef>
              <a:spcAft>
                <a:spcPts val="225"/>
              </a:spcAft>
              <a:buClr>
                <a:srgbClr val="003399"/>
              </a:buClr>
            </a:pPr>
            <a:r>
              <a:rPr lang="en-US" sz="1050" b="1" dirty="0">
                <a:solidFill>
                  <a:schemeClr val="tx1">
                    <a:lumMod val="50000"/>
                    <a:lumOff val="50000"/>
                  </a:schemeClr>
                </a:solidFill>
              </a:rPr>
              <a:t>Excel Macros</a:t>
            </a:r>
          </a:p>
          <a:p>
            <a:pPr algn="ctr">
              <a:lnSpc>
                <a:spcPct val="90000"/>
              </a:lnSpc>
              <a:spcBef>
                <a:spcPts val="225"/>
              </a:spcBef>
              <a:spcAft>
                <a:spcPts val="225"/>
              </a:spcAft>
              <a:buClr>
                <a:srgbClr val="003399"/>
              </a:buClr>
            </a:pPr>
            <a:r>
              <a:rPr lang="en-US" sz="750" dirty="0">
                <a:solidFill>
                  <a:schemeClr val="tx1">
                    <a:lumMod val="50000"/>
                    <a:lumOff val="50000"/>
                  </a:schemeClr>
                </a:solidFill>
              </a:rPr>
              <a:t>(Visual Basic)</a:t>
            </a:r>
          </a:p>
        </p:txBody>
      </p:sp>
      <p:sp>
        <p:nvSpPr>
          <p:cNvPr id="23" name="Rechteck 16">
            <a:extLst>
              <a:ext uri="{FF2B5EF4-FFF2-40B4-BE49-F238E27FC236}">
                <a16:creationId xmlns:a16="http://schemas.microsoft.com/office/drawing/2014/main" id="{7F032587-FC83-F14B-A293-12126FF292E1}"/>
              </a:ext>
            </a:extLst>
          </p:cNvPr>
          <p:cNvSpPr/>
          <p:nvPr/>
        </p:nvSpPr>
        <p:spPr>
          <a:xfrm>
            <a:off x="828000" y="3141064"/>
            <a:ext cx="1620000" cy="124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ctr" anchorCtr="0"/>
          <a:lstStyle/>
          <a:p>
            <a:pPr algn="ctr">
              <a:lnSpc>
                <a:spcPct val="90000"/>
              </a:lnSpc>
              <a:spcBef>
                <a:spcPts val="225"/>
              </a:spcBef>
              <a:spcAft>
                <a:spcPts val="225"/>
              </a:spcAft>
              <a:buClr>
                <a:srgbClr val="003399"/>
              </a:buClr>
            </a:pPr>
            <a:br>
              <a:rPr lang="en-US" sz="1050" b="1" dirty="0">
                <a:solidFill>
                  <a:schemeClr val="tx1"/>
                </a:solidFill>
              </a:rPr>
            </a:br>
            <a:r>
              <a:rPr lang="en-US" sz="1200" b="1" i="1" dirty="0">
                <a:solidFill>
                  <a:schemeClr val="tx1"/>
                </a:solidFill>
              </a:rPr>
              <a:t>Complex</a:t>
            </a:r>
            <a:endParaRPr lang="en-US" sz="1200" b="1" dirty="0">
              <a:solidFill>
                <a:schemeClr val="tx1"/>
              </a:solidFill>
            </a:endParaRPr>
          </a:p>
          <a:p>
            <a:pPr algn="ctr">
              <a:lnSpc>
                <a:spcPct val="90000"/>
              </a:lnSpc>
              <a:spcBef>
                <a:spcPts val="225"/>
              </a:spcBef>
              <a:spcAft>
                <a:spcPts val="225"/>
              </a:spcAft>
              <a:buClr>
                <a:srgbClr val="003399"/>
              </a:buClr>
            </a:pPr>
            <a:r>
              <a:rPr lang="en-US" sz="1050" b="1" dirty="0">
                <a:solidFill>
                  <a:schemeClr val="tx1">
                    <a:lumMod val="50000"/>
                    <a:lumOff val="50000"/>
                  </a:schemeClr>
                </a:solidFill>
              </a:rPr>
              <a:t>Programming </a:t>
            </a:r>
          </a:p>
          <a:p>
            <a:pPr algn="ctr">
              <a:lnSpc>
                <a:spcPct val="90000"/>
              </a:lnSpc>
              <a:spcBef>
                <a:spcPts val="225"/>
              </a:spcBef>
              <a:spcAft>
                <a:spcPts val="225"/>
              </a:spcAft>
              <a:buClr>
                <a:srgbClr val="003399"/>
              </a:buClr>
            </a:pPr>
            <a:r>
              <a:rPr lang="en-US" sz="750" dirty="0">
                <a:solidFill>
                  <a:schemeClr val="tx1">
                    <a:lumMod val="50000"/>
                    <a:lumOff val="50000"/>
                  </a:schemeClr>
                </a:solidFill>
              </a:rPr>
              <a:t>(Python, R,  SAS etc.)</a:t>
            </a:r>
          </a:p>
        </p:txBody>
      </p:sp>
      <p:sp>
        <p:nvSpPr>
          <p:cNvPr id="24" name="Rechteck 17">
            <a:extLst>
              <a:ext uri="{FF2B5EF4-FFF2-40B4-BE49-F238E27FC236}">
                <a16:creationId xmlns:a16="http://schemas.microsoft.com/office/drawing/2014/main" id="{BECC104A-E10C-F747-8EDF-8A079576A5A8}"/>
              </a:ext>
            </a:extLst>
          </p:cNvPr>
          <p:cNvSpPr/>
          <p:nvPr/>
        </p:nvSpPr>
        <p:spPr>
          <a:xfrm>
            <a:off x="828000" y="4599064"/>
            <a:ext cx="1620000" cy="10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ctr" anchorCtr="0"/>
          <a:lstStyle/>
          <a:p>
            <a:pPr algn="ctr">
              <a:lnSpc>
                <a:spcPct val="90000"/>
              </a:lnSpc>
              <a:spcBef>
                <a:spcPts val="225"/>
              </a:spcBef>
              <a:spcAft>
                <a:spcPts val="225"/>
              </a:spcAft>
              <a:buClr>
                <a:srgbClr val="003399"/>
              </a:buClr>
            </a:pPr>
            <a:r>
              <a:rPr lang="en-US" sz="1200" b="1" i="1" dirty="0">
                <a:solidFill>
                  <a:schemeClr val="tx1"/>
                </a:solidFill>
              </a:rPr>
              <a:t>Expensive</a:t>
            </a:r>
            <a:endParaRPr lang="en-US" sz="1200" b="1" dirty="0">
              <a:solidFill>
                <a:schemeClr val="tx1"/>
              </a:solidFill>
            </a:endParaRPr>
          </a:p>
          <a:p>
            <a:pPr algn="ctr">
              <a:lnSpc>
                <a:spcPct val="90000"/>
              </a:lnSpc>
              <a:spcBef>
                <a:spcPts val="225"/>
              </a:spcBef>
              <a:spcAft>
                <a:spcPts val="225"/>
              </a:spcAft>
              <a:buClr>
                <a:srgbClr val="003399"/>
              </a:buClr>
            </a:pPr>
            <a:r>
              <a:rPr lang="en-US" sz="1050" b="1" dirty="0">
                <a:solidFill>
                  <a:schemeClr val="tx1">
                    <a:lumMod val="50000"/>
                    <a:lumOff val="50000"/>
                  </a:schemeClr>
                </a:solidFill>
              </a:rPr>
              <a:t>Consultants</a:t>
            </a:r>
          </a:p>
        </p:txBody>
      </p:sp>
      <p:sp>
        <p:nvSpPr>
          <p:cNvPr id="25" name="Rechteck 18">
            <a:extLst>
              <a:ext uri="{FF2B5EF4-FFF2-40B4-BE49-F238E27FC236}">
                <a16:creationId xmlns:a16="http://schemas.microsoft.com/office/drawing/2014/main" id="{6C177216-1601-324D-ABDC-815858C2F028}"/>
              </a:ext>
            </a:extLst>
          </p:cNvPr>
          <p:cNvSpPr/>
          <p:nvPr/>
        </p:nvSpPr>
        <p:spPr>
          <a:xfrm>
            <a:off x="2556000" y="5463064"/>
            <a:ext cx="5634586" cy="216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t" anchorCtr="0"/>
          <a:lstStyle/>
          <a:p>
            <a:pPr>
              <a:spcBef>
                <a:spcPts val="225"/>
              </a:spcBef>
              <a:spcAft>
                <a:spcPts val="225"/>
              </a:spcAft>
              <a:buClr>
                <a:srgbClr val="003399"/>
              </a:buClr>
            </a:pPr>
            <a:r>
              <a:rPr lang="en-US" sz="1050" b="1" dirty="0">
                <a:solidFill>
                  <a:schemeClr val="tx1"/>
                </a:solidFill>
              </a:rPr>
              <a:t>Solution is expensive with vendor lock-in and no long-term sustainability</a:t>
            </a:r>
          </a:p>
        </p:txBody>
      </p:sp>
      <p:sp>
        <p:nvSpPr>
          <p:cNvPr id="26" name="Rechteck 19">
            <a:extLst>
              <a:ext uri="{FF2B5EF4-FFF2-40B4-BE49-F238E27FC236}">
                <a16:creationId xmlns:a16="http://schemas.microsoft.com/office/drawing/2014/main" id="{17FC0536-8FAC-7846-BECA-84A925A93D0A}"/>
              </a:ext>
            </a:extLst>
          </p:cNvPr>
          <p:cNvSpPr/>
          <p:nvPr/>
        </p:nvSpPr>
        <p:spPr>
          <a:xfrm>
            <a:off x="2556000" y="4167064"/>
            <a:ext cx="5634586" cy="216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t" anchorCtr="0"/>
          <a:lstStyle/>
          <a:p>
            <a:pPr>
              <a:spcBef>
                <a:spcPts val="225"/>
              </a:spcBef>
              <a:spcAft>
                <a:spcPts val="225"/>
              </a:spcAft>
              <a:buClr>
                <a:srgbClr val="003399"/>
              </a:buClr>
            </a:pPr>
            <a:r>
              <a:rPr lang="en-US" sz="1050" b="1" dirty="0">
                <a:solidFill>
                  <a:schemeClr val="tx1"/>
                </a:solidFill>
              </a:rPr>
              <a:t>Code difficult to create, comprehend, share, manage, maintain, or adapt</a:t>
            </a:r>
          </a:p>
        </p:txBody>
      </p:sp>
      <p:sp>
        <p:nvSpPr>
          <p:cNvPr id="27" name="Rechteck 20">
            <a:extLst>
              <a:ext uri="{FF2B5EF4-FFF2-40B4-BE49-F238E27FC236}">
                <a16:creationId xmlns:a16="http://schemas.microsoft.com/office/drawing/2014/main" id="{FBF30DEC-2BB1-A24D-AD07-4BA9455E0275}"/>
              </a:ext>
            </a:extLst>
          </p:cNvPr>
          <p:cNvSpPr/>
          <p:nvPr/>
        </p:nvSpPr>
        <p:spPr>
          <a:xfrm>
            <a:off x="2556000" y="2709064"/>
            <a:ext cx="5202586" cy="27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t" anchorCtr="0"/>
          <a:lstStyle/>
          <a:p>
            <a:pPr>
              <a:spcBef>
                <a:spcPts val="225"/>
              </a:spcBef>
              <a:spcAft>
                <a:spcPts val="225"/>
              </a:spcAft>
              <a:buClr>
                <a:srgbClr val="003399"/>
              </a:buClr>
            </a:pPr>
            <a:r>
              <a:rPr lang="en-US" sz="1050" b="1" dirty="0">
                <a:solidFill>
                  <a:schemeClr val="tx1"/>
                </a:solidFill>
              </a:rPr>
              <a:t>Manual, opaque, un-auditable, poorly performing “code” with high risk for error</a:t>
            </a:r>
          </a:p>
        </p:txBody>
      </p:sp>
      <p:sp>
        <p:nvSpPr>
          <p:cNvPr id="28" name="Rechteck 21">
            <a:extLst>
              <a:ext uri="{FF2B5EF4-FFF2-40B4-BE49-F238E27FC236}">
                <a16:creationId xmlns:a16="http://schemas.microsoft.com/office/drawing/2014/main" id="{10B59A30-BA76-0D4B-94CD-111E14115F0B}"/>
              </a:ext>
            </a:extLst>
          </p:cNvPr>
          <p:cNvSpPr/>
          <p:nvPr/>
        </p:nvSpPr>
        <p:spPr>
          <a:xfrm>
            <a:off x="2556000" y="2025000"/>
            <a:ext cx="5202586" cy="75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t" anchorCtr="0"/>
          <a:lstStyle/>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Formulas are ‘hidden’ and opaque and not auditable. </a:t>
            </a:r>
          </a:p>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Macros are cumbersome and cryptic</a:t>
            </a:r>
          </a:p>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Performance extremely poor if working with large, real-world data sets.</a:t>
            </a:r>
          </a:p>
        </p:txBody>
      </p:sp>
      <p:sp>
        <p:nvSpPr>
          <p:cNvPr id="29" name="Rechteck 22">
            <a:extLst>
              <a:ext uri="{FF2B5EF4-FFF2-40B4-BE49-F238E27FC236}">
                <a16:creationId xmlns:a16="http://schemas.microsoft.com/office/drawing/2014/main" id="{92230A9B-879F-9A49-B440-F9B585B042A0}"/>
              </a:ext>
            </a:extLst>
          </p:cNvPr>
          <p:cNvSpPr/>
          <p:nvPr/>
        </p:nvSpPr>
        <p:spPr>
          <a:xfrm>
            <a:off x="2556000" y="3249064"/>
            <a:ext cx="5634586" cy="86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t" anchorCtr="0"/>
          <a:lstStyle/>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Requires programming expertise and complex development environment</a:t>
            </a:r>
          </a:p>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Runs fast, but requires years of programming experience to program, debug and optimize.</a:t>
            </a:r>
          </a:p>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Others may have difficulties to understand what is written.</a:t>
            </a:r>
          </a:p>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Large, complex code with many functional details coded by hand.</a:t>
            </a:r>
          </a:p>
        </p:txBody>
      </p:sp>
      <p:sp>
        <p:nvSpPr>
          <p:cNvPr id="30" name="Rechteck 23">
            <a:extLst>
              <a:ext uri="{FF2B5EF4-FFF2-40B4-BE49-F238E27FC236}">
                <a16:creationId xmlns:a16="http://schemas.microsoft.com/office/drawing/2014/main" id="{1DDB7D9A-F339-AE4D-8574-4BB20B9B2AA1}"/>
              </a:ext>
            </a:extLst>
          </p:cNvPr>
          <p:cNvSpPr/>
          <p:nvPr/>
        </p:nvSpPr>
        <p:spPr>
          <a:xfrm>
            <a:off x="2556000" y="4617000"/>
            <a:ext cx="5508000" cy="75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27000" tIns="27000" rIns="27000" bIns="27000" rtlCol="0" anchor="t" anchorCtr="0"/>
          <a:lstStyle/>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Consultants are happy to solve specific point problems … for a fee.  </a:t>
            </a:r>
          </a:p>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Solutions can be decent, but if you need any changes, you will need to hire them again.</a:t>
            </a:r>
          </a:p>
          <a:p>
            <a:pPr marL="128588" indent="-128588">
              <a:spcBef>
                <a:spcPts val="150"/>
              </a:spcBef>
              <a:spcAft>
                <a:spcPts val="150"/>
              </a:spcAft>
              <a:buClr>
                <a:srgbClr val="003399"/>
              </a:buClr>
              <a:buFont typeface="Wingdings" panose="05000000000000000000" pitchFamily="2" charset="2"/>
              <a:buChar char="§"/>
            </a:pPr>
            <a:r>
              <a:rPr lang="en-US" sz="1050" dirty="0">
                <a:solidFill>
                  <a:schemeClr val="tx1"/>
                </a:solidFill>
              </a:rPr>
              <a:t>You end up depending on them, and you need to repeatedly convince management that the updates are worth the money.</a:t>
            </a:r>
          </a:p>
        </p:txBody>
      </p:sp>
      <p:sp>
        <p:nvSpPr>
          <p:cNvPr id="31" name="Textfeld 49">
            <a:extLst>
              <a:ext uri="{FF2B5EF4-FFF2-40B4-BE49-F238E27FC236}">
                <a16:creationId xmlns:a16="http://schemas.microsoft.com/office/drawing/2014/main" id="{AA884ED3-4567-D64A-851C-9BF3AE8D254D}"/>
              </a:ext>
            </a:extLst>
          </p:cNvPr>
          <p:cNvSpPr txBox="1"/>
          <p:nvPr/>
        </p:nvSpPr>
        <p:spPr>
          <a:xfrm>
            <a:off x="1980000" y="842053"/>
            <a:ext cx="4752000" cy="707886"/>
          </a:xfrm>
          <a:prstGeom prst="rect">
            <a:avLst/>
          </a:prstGeom>
          <a:noFill/>
        </p:spPr>
        <p:txBody>
          <a:bodyPr wrap="square">
            <a:spAutoFit/>
          </a:bodyPr>
          <a:lstStyle/>
          <a:p>
            <a:pPr algn="ctr"/>
            <a:r>
              <a:rPr lang="en-US" sz="2000" b="1" dirty="0">
                <a:solidFill>
                  <a:srgbClr val="3264C8"/>
                </a:solidFill>
                <a:latin typeface="+mj-lt"/>
              </a:rPr>
              <a:t>Current s</a:t>
            </a:r>
            <a:r>
              <a:rPr lang="en-US" sz="2000" b="1" i="0" dirty="0">
                <a:solidFill>
                  <a:srgbClr val="3264C8"/>
                </a:solidFill>
                <a:effectLst/>
                <a:latin typeface="+mj-lt"/>
              </a:rPr>
              <a:t>preadsheet </a:t>
            </a:r>
            <a:r>
              <a:rPr lang="en-US" sz="2000" b="1" dirty="0">
                <a:solidFill>
                  <a:srgbClr val="3264C8"/>
                </a:solidFill>
                <a:latin typeface="+mj-lt"/>
              </a:rPr>
              <a:t>t</a:t>
            </a:r>
            <a:r>
              <a:rPr lang="en-US" sz="2000" b="1" i="0" dirty="0">
                <a:solidFill>
                  <a:srgbClr val="3264C8"/>
                </a:solidFill>
                <a:effectLst/>
                <a:latin typeface="+mj-lt"/>
              </a:rPr>
              <a:t>ools are unsafe, complex, and expensive</a:t>
            </a:r>
          </a:p>
        </p:txBody>
      </p:sp>
    </p:spTree>
    <p:extLst>
      <p:ext uri="{BB962C8B-B14F-4D97-AF65-F5344CB8AC3E}">
        <p14:creationId xmlns:p14="http://schemas.microsoft.com/office/powerpoint/2010/main" val="2452745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ACAF3-C044-5399-B96F-6FB0520873B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3E52C1-FE40-0114-8519-73AF5A4C8357}"/>
              </a:ext>
            </a:extLst>
          </p:cNvPr>
          <p:cNvSpPr>
            <a:spLocks noGrp="1"/>
          </p:cNvSpPr>
          <p:nvPr>
            <p:ph type="title"/>
          </p:nvPr>
        </p:nvSpPr>
        <p:spPr/>
        <p:txBody>
          <a:bodyPr/>
          <a:lstStyle/>
          <a:p>
            <a:r>
              <a:rPr lang="en-US" dirty="0"/>
              <a:t>Introduction</a:t>
            </a:r>
            <a:br>
              <a:rPr lang="en-US" dirty="0"/>
            </a:br>
            <a:r>
              <a:rPr lang="en-US" dirty="0"/>
              <a:t>Running a B4P Program</a:t>
            </a:r>
          </a:p>
        </p:txBody>
      </p:sp>
      <p:sp>
        <p:nvSpPr>
          <p:cNvPr id="3" name="Rechteck 2">
            <a:extLst>
              <a:ext uri="{FF2B5EF4-FFF2-40B4-BE49-F238E27FC236}">
                <a16:creationId xmlns:a16="http://schemas.microsoft.com/office/drawing/2014/main" id="{ED91F30C-CE55-2FD1-B7B2-EA6232A49925}"/>
              </a:ext>
            </a:extLst>
          </p:cNvPr>
          <p:cNvSpPr/>
          <p:nvPr/>
        </p:nvSpPr>
        <p:spPr>
          <a:xfrm>
            <a:off x="1332000" y="2349000"/>
            <a:ext cx="2304000" cy="64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dirty="0">
                <a:solidFill>
                  <a:schemeClr val="tx1"/>
                </a:solidFill>
              </a:rPr>
              <a:t>Recommended:</a:t>
            </a:r>
            <a:br>
              <a:rPr lang="en-US" sz="1200" dirty="0">
                <a:solidFill>
                  <a:schemeClr val="tx1"/>
                </a:solidFill>
              </a:rPr>
            </a:br>
            <a:r>
              <a:rPr lang="en-US" sz="1200" dirty="0">
                <a:solidFill>
                  <a:schemeClr val="tx1"/>
                </a:solidFill>
              </a:rPr>
              <a:t>Create a new empty folder</a:t>
            </a:r>
            <a:br>
              <a:rPr lang="en-US" sz="1200" dirty="0">
                <a:solidFill>
                  <a:schemeClr val="tx1"/>
                </a:solidFill>
              </a:rPr>
            </a:br>
            <a:r>
              <a:rPr lang="en-US" sz="1200" dirty="0">
                <a:solidFill>
                  <a:schemeClr val="tx1"/>
                </a:solidFill>
              </a:rPr>
              <a:t>for your work</a:t>
            </a:r>
          </a:p>
        </p:txBody>
      </p:sp>
      <p:sp>
        <p:nvSpPr>
          <p:cNvPr id="4" name="Rechteck 3">
            <a:extLst>
              <a:ext uri="{FF2B5EF4-FFF2-40B4-BE49-F238E27FC236}">
                <a16:creationId xmlns:a16="http://schemas.microsoft.com/office/drawing/2014/main" id="{77EA44EF-432B-CB73-A259-5D8B3A318042}"/>
              </a:ext>
            </a:extLst>
          </p:cNvPr>
          <p:cNvSpPr/>
          <p:nvPr/>
        </p:nvSpPr>
        <p:spPr>
          <a:xfrm>
            <a:off x="1332000" y="3429000"/>
            <a:ext cx="2304000" cy="64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dirty="0">
                <a:solidFill>
                  <a:schemeClr val="tx1"/>
                </a:solidFill>
              </a:rPr>
              <a:t>Use a text editor of choice</a:t>
            </a:r>
            <a:br>
              <a:rPr lang="en-US" sz="1200" dirty="0">
                <a:solidFill>
                  <a:schemeClr val="tx1"/>
                </a:solidFill>
              </a:rPr>
            </a:br>
            <a:r>
              <a:rPr lang="en-US" sz="1200" dirty="0">
                <a:solidFill>
                  <a:schemeClr val="tx1"/>
                </a:solidFill>
              </a:rPr>
              <a:t>to create a B4P program</a:t>
            </a:r>
          </a:p>
        </p:txBody>
      </p:sp>
      <p:cxnSp>
        <p:nvCxnSpPr>
          <p:cNvPr id="6" name="Gerade Verbindung mit Pfeil 5">
            <a:extLst>
              <a:ext uri="{FF2B5EF4-FFF2-40B4-BE49-F238E27FC236}">
                <a16:creationId xmlns:a16="http://schemas.microsoft.com/office/drawing/2014/main" id="{B81C4FB6-736C-4A71-E712-13463629467F}"/>
              </a:ext>
            </a:extLst>
          </p:cNvPr>
          <p:cNvCxnSpPr>
            <a:cxnSpLocks/>
            <a:stCxn id="3" idx="2"/>
          </p:cNvCxnSpPr>
          <p:nvPr/>
        </p:nvCxnSpPr>
        <p:spPr>
          <a:xfrm>
            <a:off x="2484000" y="2997000"/>
            <a:ext cx="0" cy="432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 name="Gerade Verbindung mit Pfeil 6">
            <a:extLst>
              <a:ext uri="{FF2B5EF4-FFF2-40B4-BE49-F238E27FC236}">
                <a16:creationId xmlns:a16="http://schemas.microsoft.com/office/drawing/2014/main" id="{28C0D83E-3419-F685-A6A8-05B59F3D05E1}"/>
              </a:ext>
            </a:extLst>
          </p:cNvPr>
          <p:cNvCxnSpPr/>
          <p:nvPr/>
        </p:nvCxnSpPr>
        <p:spPr>
          <a:xfrm>
            <a:off x="2484000" y="4077000"/>
            <a:ext cx="0" cy="432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 name="Rechteck 8">
            <a:extLst>
              <a:ext uri="{FF2B5EF4-FFF2-40B4-BE49-F238E27FC236}">
                <a16:creationId xmlns:a16="http://schemas.microsoft.com/office/drawing/2014/main" id="{07DC5D5F-D585-84A1-9538-284D6C660555}"/>
              </a:ext>
            </a:extLst>
          </p:cNvPr>
          <p:cNvSpPr/>
          <p:nvPr/>
        </p:nvSpPr>
        <p:spPr>
          <a:xfrm>
            <a:off x="1332000" y="4509000"/>
            <a:ext cx="2304000" cy="64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dirty="0">
                <a:solidFill>
                  <a:schemeClr val="tx1"/>
                </a:solidFill>
              </a:rPr>
              <a:t>Run the B4P program</a:t>
            </a:r>
          </a:p>
        </p:txBody>
      </p:sp>
      <p:cxnSp>
        <p:nvCxnSpPr>
          <p:cNvPr id="10" name="Gerade Verbindung mit Pfeil 9">
            <a:extLst>
              <a:ext uri="{FF2B5EF4-FFF2-40B4-BE49-F238E27FC236}">
                <a16:creationId xmlns:a16="http://schemas.microsoft.com/office/drawing/2014/main" id="{E5218120-0EDF-7353-7503-BF6339473C6D}"/>
              </a:ext>
            </a:extLst>
          </p:cNvPr>
          <p:cNvCxnSpPr>
            <a:cxnSpLocks/>
          </p:cNvCxnSpPr>
          <p:nvPr/>
        </p:nvCxnSpPr>
        <p:spPr>
          <a:xfrm>
            <a:off x="3348000" y="5157000"/>
            <a:ext cx="0" cy="28800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Gerade Verbindung mit Pfeil 11">
            <a:extLst>
              <a:ext uri="{FF2B5EF4-FFF2-40B4-BE49-F238E27FC236}">
                <a16:creationId xmlns:a16="http://schemas.microsoft.com/office/drawing/2014/main" id="{5F0A7C42-DFFE-AEFA-8FE4-4F95639EA267}"/>
              </a:ext>
            </a:extLst>
          </p:cNvPr>
          <p:cNvCxnSpPr>
            <a:cxnSpLocks/>
          </p:cNvCxnSpPr>
          <p:nvPr/>
        </p:nvCxnSpPr>
        <p:spPr>
          <a:xfrm>
            <a:off x="4068000" y="3141000"/>
            <a:ext cx="0" cy="230400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Gerade Verbindung mit Pfeil 12">
            <a:extLst>
              <a:ext uri="{FF2B5EF4-FFF2-40B4-BE49-F238E27FC236}">
                <a16:creationId xmlns:a16="http://schemas.microsoft.com/office/drawing/2014/main" id="{6187DDA9-23CD-B396-00FC-07AE38340FD8}"/>
              </a:ext>
            </a:extLst>
          </p:cNvPr>
          <p:cNvCxnSpPr>
            <a:cxnSpLocks/>
          </p:cNvCxnSpPr>
          <p:nvPr/>
        </p:nvCxnSpPr>
        <p:spPr>
          <a:xfrm flipH="1">
            <a:off x="3348000" y="5445000"/>
            <a:ext cx="720000"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46BA0D41-20AD-06B3-D30A-0B2D9F65F34E}"/>
              </a:ext>
            </a:extLst>
          </p:cNvPr>
          <p:cNvCxnSpPr>
            <a:cxnSpLocks/>
          </p:cNvCxnSpPr>
          <p:nvPr/>
        </p:nvCxnSpPr>
        <p:spPr>
          <a:xfrm flipH="1">
            <a:off x="3348000" y="3141000"/>
            <a:ext cx="720000" cy="0"/>
          </a:xfrm>
          <a:prstGeom prst="straightConnector1">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14116FB8-0AC1-FCD3-DC93-152C20C9B4D8}"/>
              </a:ext>
            </a:extLst>
          </p:cNvPr>
          <p:cNvCxnSpPr>
            <a:cxnSpLocks/>
          </p:cNvCxnSpPr>
          <p:nvPr/>
        </p:nvCxnSpPr>
        <p:spPr>
          <a:xfrm>
            <a:off x="3348000" y="3141000"/>
            <a:ext cx="0" cy="28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Rechteck 31">
            <a:extLst>
              <a:ext uri="{FF2B5EF4-FFF2-40B4-BE49-F238E27FC236}">
                <a16:creationId xmlns:a16="http://schemas.microsoft.com/office/drawing/2014/main" id="{DD3D93C2-1BA2-99C7-7BC3-BA6A261793D0}"/>
              </a:ext>
            </a:extLst>
          </p:cNvPr>
          <p:cNvSpPr/>
          <p:nvPr/>
        </p:nvSpPr>
        <p:spPr>
          <a:xfrm>
            <a:off x="4284000" y="2349000"/>
            <a:ext cx="4248000" cy="1368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dirty="0">
                <a:solidFill>
                  <a:schemeClr val="tx1"/>
                </a:solidFill>
              </a:rPr>
              <a:t>Text Editor		Hello.b4p</a:t>
            </a:r>
          </a:p>
        </p:txBody>
      </p:sp>
      <p:sp>
        <p:nvSpPr>
          <p:cNvPr id="34" name="Rechteck 33">
            <a:extLst>
              <a:ext uri="{FF2B5EF4-FFF2-40B4-BE49-F238E27FC236}">
                <a16:creationId xmlns:a16="http://schemas.microsoft.com/office/drawing/2014/main" id="{BBB29A28-DE4A-9A30-E399-306A3D02243A}"/>
              </a:ext>
            </a:extLst>
          </p:cNvPr>
          <p:cNvSpPr/>
          <p:nvPr/>
        </p:nvSpPr>
        <p:spPr>
          <a:xfrm>
            <a:off x="4356000" y="2709000"/>
            <a:ext cx="4104000" cy="936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latin typeface="Courier New" panose="02070309020205020404" pitchFamily="49" charset="0"/>
                <a:cs typeface="Courier New" panose="02070309020205020404" pitchFamily="49" charset="0"/>
              </a:rPr>
              <a:t>echo( Hello World );</a:t>
            </a:r>
          </a:p>
          <a:p>
            <a:r>
              <a:rPr lang="en-US" sz="1000" dirty="0">
                <a:solidFill>
                  <a:schemeClr val="tx1"/>
                </a:solidFill>
                <a:latin typeface="Courier New" panose="02070309020205020404" pitchFamily="49" charset="0"/>
                <a:cs typeface="Courier New" panose="02070309020205020404" pitchFamily="49" charset="0"/>
              </a:rPr>
              <a:t>echo( "Today, the date is ", date( today ) );</a:t>
            </a:r>
          </a:p>
          <a:p>
            <a:endParaRPr lang="en-US" sz="1000" dirty="0">
              <a:solidFill>
                <a:schemeClr val="tx1"/>
              </a:solidFill>
              <a:latin typeface="Courier New" panose="02070309020205020404" pitchFamily="49" charset="0"/>
              <a:cs typeface="Courier New" panose="02070309020205020404" pitchFamily="49" charset="0"/>
            </a:endParaRPr>
          </a:p>
        </p:txBody>
      </p:sp>
      <p:sp>
        <p:nvSpPr>
          <p:cNvPr id="39" name="Rechteck 38">
            <a:extLst>
              <a:ext uri="{FF2B5EF4-FFF2-40B4-BE49-F238E27FC236}">
                <a16:creationId xmlns:a16="http://schemas.microsoft.com/office/drawing/2014/main" id="{A0DD6D0D-9B30-9D37-28BB-E659291848D9}"/>
              </a:ext>
            </a:extLst>
          </p:cNvPr>
          <p:cNvSpPr/>
          <p:nvPr/>
        </p:nvSpPr>
        <p:spPr>
          <a:xfrm>
            <a:off x="4284000" y="4077000"/>
            <a:ext cx="4248000" cy="1368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dirty="0">
                <a:solidFill>
                  <a:schemeClr val="tx1"/>
                </a:solidFill>
              </a:rPr>
              <a:t>Console</a:t>
            </a:r>
          </a:p>
        </p:txBody>
      </p:sp>
      <p:sp>
        <p:nvSpPr>
          <p:cNvPr id="40" name="Rechteck 39">
            <a:extLst>
              <a:ext uri="{FF2B5EF4-FFF2-40B4-BE49-F238E27FC236}">
                <a16:creationId xmlns:a16="http://schemas.microsoft.com/office/drawing/2014/main" id="{CA546FA4-AF76-602B-39A2-0E30A0975288}"/>
              </a:ext>
            </a:extLst>
          </p:cNvPr>
          <p:cNvSpPr/>
          <p:nvPr/>
        </p:nvSpPr>
        <p:spPr>
          <a:xfrm>
            <a:off x="4356000" y="4437000"/>
            <a:ext cx="4104000" cy="936000"/>
          </a:xfrm>
          <a:prstGeom prst="rect">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bg1"/>
                </a:solidFill>
                <a:latin typeface="Courier New" panose="02070309020205020404" pitchFamily="49" charset="0"/>
                <a:cs typeface="Courier New" panose="02070309020205020404" pitchFamily="49" charset="0"/>
              </a:rPr>
              <a:t>Hello World</a:t>
            </a:r>
          </a:p>
          <a:p>
            <a:r>
              <a:rPr lang="en-US" sz="1000" dirty="0">
                <a:solidFill>
                  <a:schemeClr val="bg1"/>
                </a:solidFill>
                <a:latin typeface="Courier New" panose="02070309020205020404" pitchFamily="49" charset="0"/>
                <a:cs typeface="Courier New" panose="02070309020205020404" pitchFamily="49" charset="0"/>
              </a:rPr>
              <a:t>Today, the date is 2024-02-14</a:t>
            </a:r>
          </a:p>
          <a:p>
            <a:r>
              <a:rPr lang="en-US" sz="1000" dirty="0">
                <a:solidFill>
                  <a:schemeClr val="bg1"/>
                </a:solidFill>
                <a:latin typeface="Courier New" panose="02070309020205020404" pitchFamily="49" charset="0"/>
                <a:cs typeface="Courier New" panose="02070309020205020404" pitchFamily="49" charset="0"/>
              </a:rPr>
              <a:t>Done - Press ENTER key</a:t>
            </a:r>
          </a:p>
        </p:txBody>
      </p:sp>
      <p:sp>
        <p:nvSpPr>
          <p:cNvPr id="47" name="Rechteck 46">
            <a:extLst>
              <a:ext uri="{FF2B5EF4-FFF2-40B4-BE49-F238E27FC236}">
                <a16:creationId xmlns:a16="http://schemas.microsoft.com/office/drawing/2014/main" id="{4C56BCA3-D56B-9DDD-428E-A2424DDBE982}"/>
              </a:ext>
            </a:extLst>
          </p:cNvPr>
          <p:cNvSpPr/>
          <p:nvPr/>
        </p:nvSpPr>
        <p:spPr>
          <a:xfrm>
            <a:off x="6300000" y="3789000"/>
            <a:ext cx="2304000" cy="144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200" dirty="0">
              <a:solidFill>
                <a:schemeClr val="tx1"/>
              </a:solidFill>
            </a:endParaRPr>
          </a:p>
        </p:txBody>
      </p:sp>
    </p:spTree>
    <p:extLst>
      <p:ext uri="{BB962C8B-B14F-4D97-AF65-F5344CB8AC3E}">
        <p14:creationId xmlns:p14="http://schemas.microsoft.com/office/powerpoint/2010/main" val="60625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5F35D-682B-6092-C4A0-84A4C6C24236}"/>
            </a:ext>
          </a:extLst>
        </p:cNvPr>
        <p:cNvGrpSpPr/>
        <p:nvPr/>
      </p:nvGrpSpPr>
      <p:grpSpPr>
        <a:xfrm>
          <a:off x="0" y="0"/>
          <a:ext cx="0" cy="0"/>
          <a:chOff x="0" y="0"/>
          <a:chExt cx="0" cy="0"/>
        </a:xfrm>
      </p:grpSpPr>
      <p:sp>
        <p:nvSpPr>
          <p:cNvPr id="5" name="Rechteck 4">
            <a:extLst>
              <a:ext uri="{FF2B5EF4-FFF2-40B4-BE49-F238E27FC236}">
                <a16:creationId xmlns:a16="http://schemas.microsoft.com/office/drawing/2014/main" id="{E3E0AD2B-5B25-A3B3-ED72-FB31745F1688}"/>
              </a:ext>
            </a:extLst>
          </p:cNvPr>
          <p:cNvSpPr/>
          <p:nvPr/>
        </p:nvSpPr>
        <p:spPr>
          <a:xfrm>
            <a:off x="6804000" y="2637000"/>
            <a:ext cx="2304000" cy="144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200" dirty="0">
              <a:solidFill>
                <a:schemeClr val="tx1"/>
              </a:solidFill>
            </a:endParaRPr>
          </a:p>
        </p:txBody>
      </p:sp>
      <p:sp>
        <p:nvSpPr>
          <p:cNvPr id="2" name="Titel 1">
            <a:extLst>
              <a:ext uri="{FF2B5EF4-FFF2-40B4-BE49-F238E27FC236}">
                <a16:creationId xmlns:a16="http://schemas.microsoft.com/office/drawing/2014/main" id="{40BE8AB9-8C76-A8BF-51B8-A5B9F10CFACA}"/>
              </a:ext>
            </a:extLst>
          </p:cNvPr>
          <p:cNvSpPr>
            <a:spLocks noGrp="1"/>
          </p:cNvSpPr>
          <p:nvPr>
            <p:ph type="title"/>
          </p:nvPr>
        </p:nvSpPr>
        <p:spPr/>
        <p:txBody>
          <a:bodyPr/>
          <a:lstStyle/>
          <a:p>
            <a:r>
              <a:rPr lang="en-US" dirty="0"/>
              <a:t>Introduction</a:t>
            </a:r>
            <a:br>
              <a:rPr lang="en-US" dirty="0"/>
            </a:br>
            <a:r>
              <a:rPr lang="en-US" dirty="0"/>
              <a:t>Running B4P interactively</a:t>
            </a:r>
          </a:p>
        </p:txBody>
      </p:sp>
      <p:sp>
        <p:nvSpPr>
          <p:cNvPr id="3" name="Rechteck 2">
            <a:extLst>
              <a:ext uri="{FF2B5EF4-FFF2-40B4-BE49-F238E27FC236}">
                <a16:creationId xmlns:a16="http://schemas.microsoft.com/office/drawing/2014/main" id="{057FF3A6-689A-3716-D90D-FDDA7031C07E}"/>
              </a:ext>
            </a:extLst>
          </p:cNvPr>
          <p:cNvSpPr/>
          <p:nvPr/>
        </p:nvSpPr>
        <p:spPr>
          <a:xfrm>
            <a:off x="180000" y="2565000"/>
            <a:ext cx="2304000" cy="64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dirty="0">
                <a:solidFill>
                  <a:schemeClr val="tx1"/>
                </a:solidFill>
              </a:rPr>
              <a:t>Start B4P</a:t>
            </a:r>
          </a:p>
          <a:p>
            <a:pPr algn="ctr"/>
            <a:r>
              <a:rPr lang="en-US" sz="1200" dirty="0">
                <a:solidFill>
                  <a:schemeClr val="tx1"/>
                </a:solidFill>
              </a:rPr>
              <a:t>(Typing B4P as a command </a:t>
            </a:r>
            <a:br>
              <a:rPr lang="en-US" sz="1200" dirty="0">
                <a:solidFill>
                  <a:schemeClr val="tx1"/>
                </a:solidFill>
              </a:rPr>
            </a:br>
            <a:r>
              <a:rPr lang="en-US" sz="1200" dirty="0">
                <a:solidFill>
                  <a:schemeClr val="tx1"/>
                </a:solidFill>
              </a:rPr>
              <a:t>or clicking on the B4P icon)</a:t>
            </a:r>
          </a:p>
        </p:txBody>
      </p:sp>
      <p:sp>
        <p:nvSpPr>
          <p:cNvPr id="39" name="Rechteck 38">
            <a:extLst>
              <a:ext uri="{FF2B5EF4-FFF2-40B4-BE49-F238E27FC236}">
                <a16:creationId xmlns:a16="http://schemas.microsoft.com/office/drawing/2014/main" id="{715CA743-7064-CB72-DE45-90F7A2D673AA}"/>
              </a:ext>
            </a:extLst>
          </p:cNvPr>
          <p:cNvSpPr/>
          <p:nvPr/>
        </p:nvSpPr>
        <p:spPr>
          <a:xfrm>
            <a:off x="2556000" y="2565000"/>
            <a:ext cx="6480000" cy="2808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dirty="0">
                <a:solidFill>
                  <a:schemeClr val="tx1"/>
                </a:solidFill>
              </a:rPr>
              <a:t>Console</a:t>
            </a:r>
          </a:p>
        </p:txBody>
      </p:sp>
      <p:sp>
        <p:nvSpPr>
          <p:cNvPr id="40" name="Rechteck 39">
            <a:extLst>
              <a:ext uri="{FF2B5EF4-FFF2-40B4-BE49-F238E27FC236}">
                <a16:creationId xmlns:a16="http://schemas.microsoft.com/office/drawing/2014/main" id="{E37B47E8-1AFA-5144-AFFF-14585851518C}"/>
              </a:ext>
            </a:extLst>
          </p:cNvPr>
          <p:cNvSpPr/>
          <p:nvPr/>
        </p:nvSpPr>
        <p:spPr>
          <a:xfrm>
            <a:off x="2628000" y="2925000"/>
            <a:ext cx="6336000" cy="2376000"/>
          </a:xfrm>
          <a:prstGeom prst="rect">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bg1"/>
                </a:solidFill>
                <a:latin typeface="Courier New" panose="02070309020205020404" pitchFamily="49" charset="0"/>
                <a:cs typeface="Courier New" panose="02070309020205020404" pitchFamily="49" charset="0"/>
              </a:rPr>
              <a:t>B4P - Beyond Former Performance</a:t>
            </a:r>
          </a:p>
          <a:p>
            <a:r>
              <a:rPr lang="en-US" sz="1000" dirty="0">
                <a:solidFill>
                  <a:schemeClr val="bg1"/>
                </a:solidFill>
                <a:latin typeface="Courier New" panose="02070309020205020404" pitchFamily="49" charset="0"/>
                <a:cs typeface="Courier New" panose="02070309020205020404" pitchFamily="49" charset="0"/>
              </a:rPr>
              <a:t>_______________________________________________________________________________</a:t>
            </a:r>
          </a:p>
          <a:p>
            <a:endParaRPr lang="en-US" sz="1000" dirty="0">
              <a:solidFill>
                <a:schemeClr val="bg1"/>
              </a:solidFill>
              <a:latin typeface="Courier New" panose="02070309020205020404" pitchFamily="49" charset="0"/>
              <a:cs typeface="Courier New" panose="02070309020205020404" pitchFamily="49" charset="0"/>
            </a:endParaRPr>
          </a:p>
          <a:p>
            <a:r>
              <a:rPr lang="en-US" sz="1000" dirty="0">
                <a:solidFill>
                  <a:schemeClr val="bg1"/>
                </a:solidFill>
                <a:latin typeface="Courier New" panose="02070309020205020404" pitchFamily="49" charset="0"/>
                <a:cs typeface="Courier New" panose="02070309020205020404" pitchFamily="49" charset="0"/>
              </a:rPr>
              <a:t>Version 10.03 (2024-02-14)</a:t>
            </a:r>
          </a:p>
          <a:p>
            <a:r>
              <a:rPr lang="en-US" sz="1000" dirty="0">
                <a:solidFill>
                  <a:schemeClr val="bg1"/>
                </a:solidFill>
                <a:latin typeface="Courier New" panose="02070309020205020404" pitchFamily="49" charset="0"/>
                <a:cs typeface="Courier New" panose="02070309020205020404" pitchFamily="49" charset="0"/>
              </a:rPr>
              <a:t>Copyright (C) 2012..2024 Georg zur Bonsen, all rights reserved.</a:t>
            </a:r>
          </a:p>
          <a:p>
            <a:r>
              <a:rPr lang="en-US" sz="1000" dirty="0">
                <a:solidFill>
                  <a:schemeClr val="bg1"/>
                </a:solidFill>
                <a:latin typeface="Courier New" panose="02070309020205020404" pitchFamily="49" charset="0"/>
                <a:cs typeface="Courier New" panose="02070309020205020404" pitchFamily="49" charset="0"/>
              </a:rPr>
              <a:t>Licensed (local machine) with standard privileges for [Your Name].</a:t>
            </a:r>
          </a:p>
          <a:p>
            <a:endParaRPr lang="en-US" sz="1000" dirty="0">
              <a:solidFill>
                <a:schemeClr val="bg1"/>
              </a:solidFill>
              <a:latin typeface="Courier New" panose="02070309020205020404" pitchFamily="49" charset="0"/>
              <a:cs typeface="Courier New" panose="02070309020205020404" pitchFamily="49" charset="0"/>
            </a:endParaRPr>
          </a:p>
          <a:p>
            <a:r>
              <a:rPr lang="en-US" sz="1000" dirty="0">
                <a:solidFill>
                  <a:schemeClr val="bg1"/>
                </a:solidFill>
                <a:latin typeface="Courier New" panose="02070309020205020404" pitchFamily="49" charset="0"/>
                <a:cs typeface="Courier New" panose="02070309020205020404" pitchFamily="49" charset="0"/>
              </a:rPr>
              <a:t>Type 'help' for help, 'docs' or 'toc' for online B4P documentation.</a:t>
            </a:r>
          </a:p>
          <a:p>
            <a:r>
              <a:rPr lang="en-US" sz="1000" dirty="0">
                <a:solidFill>
                  <a:schemeClr val="bg1"/>
                </a:solidFill>
                <a:latin typeface="Courier New" panose="02070309020205020404" pitchFamily="49" charset="0"/>
                <a:cs typeface="Courier New" panose="02070309020205020404" pitchFamily="49" charset="0"/>
              </a:rPr>
              <a:t>&gt;&gt; echo( Hello World );</a:t>
            </a:r>
          </a:p>
          <a:p>
            <a:r>
              <a:rPr lang="en-US" sz="1000" dirty="0">
                <a:solidFill>
                  <a:schemeClr val="bg1"/>
                </a:solidFill>
                <a:latin typeface="Courier New" panose="02070309020205020404" pitchFamily="49" charset="0"/>
                <a:cs typeface="Courier New" panose="02070309020205020404" pitchFamily="49" charset="0"/>
              </a:rPr>
              <a:t>Hello World</a:t>
            </a:r>
          </a:p>
          <a:p>
            <a:r>
              <a:rPr lang="en-US" sz="1000" dirty="0">
                <a:solidFill>
                  <a:schemeClr val="bg1"/>
                </a:solidFill>
                <a:latin typeface="Courier New" panose="02070309020205020404" pitchFamily="49" charset="0"/>
                <a:cs typeface="Courier New" panose="02070309020205020404" pitchFamily="49" charset="0"/>
              </a:rPr>
              <a:t>&gt;&gt; echo( "Today, the date is ", date( today ) );</a:t>
            </a:r>
          </a:p>
          <a:p>
            <a:r>
              <a:rPr lang="en-US" sz="1000" dirty="0">
                <a:solidFill>
                  <a:schemeClr val="bg1"/>
                </a:solidFill>
                <a:latin typeface="Courier New" panose="02070309020205020404" pitchFamily="49" charset="0"/>
                <a:cs typeface="Courier New" panose="02070309020205020404" pitchFamily="49" charset="0"/>
              </a:rPr>
              <a:t>Today, the date is 2024-02-14</a:t>
            </a:r>
          </a:p>
          <a:p>
            <a:r>
              <a:rPr lang="en-US" sz="1000" dirty="0">
                <a:solidFill>
                  <a:schemeClr val="bg1"/>
                </a:solidFill>
                <a:latin typeface="Courier New" panose="02070309020205020404" pitchFamily="49" charset="0"/>
                <a:cs typeface="Courier New" panose="02070309020205020404" pitchFamily="49" charset="0"/>
              </a:rPr>
              <a:t>&gt;&gt; exit</a:t>
            </a:r>
          </a:p>
          <a:p>
            <a:r>
              <a:rPr lang="en-US" sz="1000" dirty="0">
                <a:solidFill>
                  <a:schemeClr val="bg1"/>
                </a:solidFill>
                <a:latin typeface="Courier New" panose="02070309020205020404" pitchFamily="49" charset="0"/>
                <a:cs typeface="Courier New" panose="02070309020205020404" pitchFamily="49" charset="0"/>
              </a:rPr>
              <a:t>Done - Press ENTER key</a:t>
            </a:r>
          </a:p>
          <a:p>
            <a:endParaRPr lang="en-US" sz="10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73771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08F07-F902-9913-5307-9CC453051C92}"/>
            </a:ext>
          </a:extLst>
        </p:cNvPr>
        <p:cNvGrpSpPr/>
        <p:nvPr/>
      </p:nvGrpSpPr>
      <p:grpSpPr>
        <a:xfrm>
          <a:off x="0" y="0"/>
          <a:ext cx="0" cy="0"/>
          <a:chOff x="0" y="0"/>
          <a:chExt cx="0" cy="0"/>
        </a:xfrm>
      </p:grpSpPr>
      <p:cxnSp>
        <p:nvCxnSpPr>
          <p:cNvPr id="120" name="Gerade Verbindung mit Pfeil 119">
            <a:extLst>
              <a:ext uri="{FF2B5EF4-FFF2-40B4-BE49-F238E27FC236}">
                <a16:creationId xmlns:a16="http://schemas.microsoft.com/office/drawing/2014/main" id="{9057C287-D6A9-2607-5EC4-6C5FE9738D89}"/>
              </a:ext>
            </a:extLst>
          </p:cNvPr>
          <p:cNvCxnSpPr>
            <a:cxnSpLocks/>
            <a:stCxn id="14" idx="2"/>
            <a:endCxn id="58" idx="0"/>
          </p:cNvCxnSpPr>
          <p:nvPr/>
        </p:nvCxnSpPr>
        <p:spPr>
          <a:xfrm>
            <a:off x="3636000" y="2637000"/>
            <a:ext cx="0" cy="216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042F6FFA-933D-6A21-9C39-4E7AFB3716F9}"/>
              </a:ext>
            </a:extLst>
          </p:cNvPr>
          <p:cNvSpPr>
            <a:spLocks noGrp="1"/>
          </p:cNvSpPr>
          <p:nvPr>
            <p:ph type="title"/>
          </p:nvPr>
        </p:nvSpPr>
        <p:spPr/>
        <p:txBody>
          <a:bodyPr/>
          <a:lstStyle/>
          <a:p>
            <a:r>
              <a:rPr lang="en-US" dirty="0"/>
              <a:t>Start-up Behavior</a:t>
            </a:r>
            <a:br>
              <a:rPr lang="en-US" dirty="0"/>
            </a:br>
            <a:r>
              <a:rPr lang="en-US" dirty="0"/>
              <a:t>Introduction</a:t>
            </a:r>
          </a:p>
        </p:txBody>
      </p:sp>
      <p:sp>
        <p:nvSpPr>
          <p:cNvPr id="40" name="Rechteck 39">
            <a:extLst>
              <a:ext uri="{FF2B5EF4-FFF2-40B4-BE49-F238E27FC236}">
                <a16:creationId xmlns:a16="http://schemas.microsoft.com/office/drawing/2014/main" id="{E6427695-5F49-6B85-725B-7533B348D6B7}"/>
              </a:ext>
            </a:extLst>
          </p:cNvPr>
          <p:cNvSpPr/>
          <p:nvPr/>
        </p:nvSpPr>
        <p:spPr>
          <a:xfrm>
            <a:off x="396000" y="2061000"/>
            <a:ext cx="2016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Look for "</a:t>
            </a:r>
            <a:r>
              <a:rPr lang="en-US" sz="1000" dirty="0" err="1">
                <a:solidFill>
                  <a:schemeClr val="tx1"/>
                </a:solidFill>
              </a:rPr>
              <a:t>main.b4p</a:t>
            </a:r>
            <a:r>
              <a:rPr lang="en-US" sz="1000" dirty="0">
                <a:solidFill>
                  <a:schemeClr val="tx1"/>
                </a:solidFill>
              </a:rPr>
              <a:t>"</a:t>
            </a:r>
          </a:p>
          <a:p>
            <a:pPr algn="ctr"/>
            <a:r>
              <a:rPr lang="en-US" sz="1000" dirty="0">
                <a:solidFill>
                  <a:schemeClr val="tx1"/>
                </a:solidFill>
              </a:rPr>
              <a:t>in current &amp; starting directories</a:t>
            </a:r>
          </a:p>
        </p:txBody>
      </p:sp>
      <p:sp>
        <p:nvSpPr>
          <p:cNvPr id="42" name="Rechteck 41">
            <a:extLst>
              <a:ext uri="{FF2B5EF4-FFF2-40B4-BE49-F238E27FC236}">
                <a16:creationId xmlns:a16="http://schemas.microsoft.com/office/drawing/2014/main" id="{D5717AB1-B484-D69A-19B5-3BFA683E43D9}"/>
              </a:ext>
            </a:extLst>
          </p:cNvPr>
          <p:cNvSpPr/>
          <p:nvPr/>
        </p:nvSpPr>
        <p:spPr>
          <a:xfrm>
            <a:off x="4860000" y="2061000"/>
            <a:ext cx="2016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Change to the directory where</a:t>
            </a:r>
          </a:p>
          <a:p>
            <a:pPr algn="ctr"/>
            <a:r>
              <a:rPr lang="en-US" sz="1000" dirty="0">
                <a:solidFill>
                  <a:schemeClr val="tx1"/>
                </a:solidFill>
              </a:rPr>
              <a:t>the </a:t>
            </a:r>
            <a:r>
              <a:rPr lang="en-US" sz="1000" dirty="0" err="1">
                <a:solidFill>
                  <a:schemeClr val="tx1"/>
                </a:solidFill>
              </a:rPr>
              <a:t>B4P</a:t>
            </a:r>
            <a:r>
              <a:rPr lang="en-US" sz="1000" dirty="0">
                <a:solidFill>
                  <a:schemeClr val="tx1"/>
                </a:solidFill>
              </a:rPr>
              <a:t> Program is located *</a:t>
            </a:r>
          </a:p>
        </p:txBody>
      </p:sp>
      <p:sp>
        <p:nvSpPr>
          <p:cNvPr id="12" name="Rechteck: abgerundete Ecken 11">
            <a:extLst>
              <a:ext uri="{FF2B5EF4-FFF2-40B4-BE49-F238E27FC236}">
                <a16:creationId xmlns:a16="http://schemas.microsoft.com/office/drawing/2014/main" id="{E1396CF4-F2A9-4091-938B-E36CB640659C}"/>
              </a:ext>
            </a:extLst>
          </p:cNvPr>
          <p:cNvSpPr/>
          <p:nvPr/>
        </p:nvSpPr>
        <p:spPr>
          <a:xfrm>
            <a:off x="2628000" y="6093000"/>
            <a:ext cx="2016000" cy="432000"/>
          </a:xfrm>
          <a:prstGeom prst="roundRect">
            <a:avLst>
              <a:gd name="adj" fmla="val 50000"/>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b="1">
                <a:solidFill>
                  <a:schemeClr val="tx1"/>
                </a:solidFill>
              </a:rPr>
              <a:t>Interactive Mode</a:t>
            </a:r>
          </a:p>
        </p:txBody>
      </p:sp>
      <p:sp>
        <p:nvSpPr>
          <p:cNvPr id="57" name="Rechteck: abgerundete Ecken 56">
            <a:extLst>
              <a:ext uri="{FF2B5EF4-FFF2-40B4-BE49-F238E27FC236}">
                <a16:creationId xmlns:a16="http://schemas.microsoft.com/office/drawing/2014/main" id="{5365B378-4F3E-8060-AA63-736D59CE9D0E}"/>
              </a:ext>
            </a:extLst>
          </p:cNvPr>
          <p:cNvSpPr/>
          <p:nvPr/>
        </p:nvSpPr>
        <p:spPr>
          <a:xfrm>
            <a:off x="396000" y="6093000"/>
            <a:ext cx="2016000" cy="432000"/>
          </a:xfrm>
          <a:prstGeom prst="roundRect">
            <a:avLst>
              <a:gd name="adj" fmla="val 50000"/>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b="1" dirty="0">
                <a:solidFill>
                  <a:schemeClr val="tx1"/>
                </a:solidFill>
              </a:rPr>
              <a:t>Run “main.b4p”</a:t>
            </a:r>
          </a:p>
        </p:txBody>
      </p:sp>
      <p:sp>
        <p:nvSpPr>
          <p:cNvPr id="70" name="Rechteck 69">
            <a:extLst>
              <a:ext uri="{FF2B5EF4-FFF2-40B4-BE49-F238E27FC236}">
                <a16:creationId xmlns:a16="http://schemas.microsoft.com/office/drawing/2014/main" id="{53284453-8B2D-1BE5-7FB2-FB136F0E2E1E}"/>
              </a:ext>
            </a:extLst>
          </p:cNvPr>
          <p:cNvSpPr/>
          <p:nvPr/>
        </p:nvSpPr>
        <p:spPr>
          <a:xfrm>
            <a:off x="2628000" y="1125000"/>
            <a:ext cx="2016000" cy="432000"/>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Initialization and</a:t>
            </a:r>
          </a:p>
          <a:p>
            <a:pPr algn="ctr"/>
            <a:r>
              <a:rPr lang="en-US" sz="1000" dirty="0">
                <a:solidFill>
                  <a:schemeClr val="tx1"/>
                </a:solidFill>
              </a:rPr>
              <a:t>Welcome Text *</a:t>
            </a:r>
          </a:p>
        </p:txBody>
      </p:sp>
      <p:sp>
        <p:nvSpPr>
          <p:cNvPr id="14" name="Flussdiagramm: Verzweigung 13">
            <a:extLst>
              <a:ext uri="{FF2B5EF4-FFF2-40B4-BE49-F238E27FC236}">
                <a16:creationId xmlns:a16="http://schemas.microsoft.com/office/drawing/2014/main" id="{A22BED36-82C9-1319-4BAF-27E8FB172B75}"/>
              </a:ext>
            </a:extLst>
          </p:cNvPr>
          <p:cNvSpPr/>
          <p:nvPr/>
        </p:nvSpPr>
        <p:spPr>
          <a:xfrm>
            <a:off x="2628000" y="2061000"/>
            <a:ext cx="2016000" cy="576000"/>
          </a:xfrm>
          <a:prstGeom prst="flowChartDecision">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a:solidFill>
                  <a:schemeClr val="tx1"/>
                </a:solidFill>
              </a:rPr>
              <a:t>Decision taking</a:t>
            </a:r>
          </a:p>
        </p:txBody>
      </p:sp>
      <p:cxnSp>
        <p:nvCxnSpPr>
          <p:cNvPr id="84" name="Gerade Verbindung mit Pfeil 83">
            <a:extLst>
              <a:ext uri="{FF2B5EF4-FFF2-40B4-BE49-F238E27FC236}">
                <a16:creationId xmlns:a16="http://schemas.microsoft.com/office/drawing/2014/main" id="{CB14D836-CAF3-4269-66FD-F088986C758C}"/>
              </a:ext>
            </a:extLst>
          </p:cNvPr>
          <p:cNvCxnSpPr>
            <a:cxnSpLocks/>
          </p:cNvCxnSpPr>
          <p:nvPr/>
        </p:nvCxnSpPr>
        <p:spPr>
          <a:xfrm>
            <a:off x="4644000" y="2349000"/>
            <a:ext cx="21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Gerade Verbindung mit Pfeil 84">
            <a:extLst>
              <a:ext uri="{FF2B5EF4-FFF2-40B4-BE49-F238E27FC236}">
                <a16:creationId xmlns:a16="http://schemas.microsoft.com/office/drawing/2014/main" id="{4654F436-A312-4856-AF0E-AAE45476F108}"/>
              </a:ext>
            </a:extLst>
          </p:cNvPr>
          <p:cNvCxnSpPr>
            <a:cxnSpLocks/>
          </p:cNvCxnSpPr>
          <p:nvPr/>
        </p:nvCxnSpPr>
        <p:spPr>
          <a:xfrm>
            <a:off x="3636000" y="1557096"/>
            <a:ext cx="0" cy="5039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Flussdiagramm: Verzweigung 85">
            <a:extLst>
              <a:ext uri="{FF2B5EF4-FFF2-40B4-BE49-F238E27FC236}">
                <a16:creationId xmlns:a16="http://schemas.microsoft.com/office/drawing/2014/main" id="{34B7A7DB-8087-C113-2072-2CC7692CECC6}"/>
              </a:ext>
            </a:extLst>
          </p:cNvPr>
          <p:cNvSpPr/>
          <p:nvPr/>
        </p:nvSpPr>
        <p:spPr>
          <a:xfrm>
            <a:off x="396000" y="2709048"/>
            <a:ext cx="2016000" cy="576000"/>
          </a:xfrm>
          <a:prstGeom prst="flowChartDecision">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a:t>
            </a:r>
            <a:r>
              <a:rPr lang="en-US" sz="1000" dirty="0" err="1">
                <a:solidFill>
                  <a:schemeClr val="tx1"/>
                </a:solidFill>
              </a:rPr>
              <a:t>main.b4p</a:t>
            </a:r>
            <a:r>
              <a:rPr lang="en-US" sz="1000" dirty="0">
                <a:solidFill>
                  <a:schemeClr val="tx1"/>
                </a:solidFill>
              </a:rPr>
              <a:t>"</a:t>
            </a:r>
          </a:p>
          <a:p>
            <a:pPr algn="ctr"/>
            <a:r>
              <a:rPr lang="en-US" sz="1000" dirty="0">
                <a:solidFill>
                  <a:schemeClr val="tx1"/>
                </a:solidFill>
              </a:rPr>
              <a:t>found ?</a:t>
            </a:r>
          </a:p>
        </p:txBody>
      </p:sp>
      <p:cxnSp>
        <p:nvCxnSpPr>
          <p:cNvPr id="88" name="Gerade Verbindung mit Pfeil 87">
            <a:extLst>
              <a:ext uri="{FF2B5EF4-FFF2-40B4-BE49-F238E27FC236}">
                <a16:creationId xmlns:a16="http://schemas.microsoft.com/office/drawing/2014/main" id="{266921E5-6853-4C7E-3F7B-7C8488868A2E}"/>
              </a:ext>
            </a:extLst>
          </p:cNvPr>
          <p:cNvCxnSpPr>
            <a:cxnSpLocks/>
          </p:cNvCxnSpPr>
          <p:nvPr/>
        </p:nvCxnSpPr>
        <p:spPr>
          <a:xfrm>
            <a:off x="1404000" y="2493048"/>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Flussdiagramm: Verzweigung 90">
            <a:extLst>
              <a:ext uri="{FF2B5EF4-FFF2-40B4-BE49-F238E27FC236}">
                <a16:creationId xmlns:a16="http://schemas.microsoft.com/office/drawing/2014/main" id="{D017F165-9E37-4B3E-188B-34C6F82F437F}"/>
              </a:ext>
            </a:extLst>
          </p:cNvPr>
          <p:cNvSpPr/>
          <p:nvPr/>
        </p:nvSpPr>
        <p:spPr>
          <a:xfrm>
            <a:off x="396000" y="5301000"/>
            <a:ext cx="2016000" cy="576000"/>
          </a:xfrm>
          <a:prstGeom prst="flowChartDecision">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Wait 1 second **</a:t>
            </a:r>
          </a:p>
        </p:txBody>
      </p:sp>
      <p:cxnSp>
        <p:nvCxnSpPr>
          <p:cNvPr id="92" name="Gerade Verbindung mit Pfeil 91">
            <a:extLst>
              <a:ext uri="{FF2B5EF4-FFF2-40B4-BE49-F238E27FC236}">
                <a16:creationId xmlns:a16="http://schemas.microsoft.com/office/drawing/2014/main" id="{AC0B32E8-42DB-F82B-8C40-94E923B344A5}"/>
              </a:ext>
            </a:extLst>
          </p:cNvPr>
          <p:cNvCxnSpPr>
            <a:cxnSpLocks/>
          </p:cNvCxnSpPr>
          <p:nvPr/>
        </p:nvCxnSpPr>
        <p:spPr>
          <a:xfrm>
            <a:off x="1404000" y="3285000"/>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Gerade Verbindung mit Pfeil 93">
            <a:extLst>
              <a:ext uri="{FF2B5EF4-FFF2-40B4-BE49-F238E27FC236}">
                <a16:creationId xmlns:a16="http://schemas.microsoft.com/office/drawing/2014/main" id="{DFC47141-3485-0E69-065A-EAEF8EF2237B}"/>
              </a:ext>
            </a:extLst>
          </p:cNvPr>
          <p:cNvCxnSpPr>
            <a:cxnSpLocks/>
          </p:cNvCxnSpPr>
          <p:nvPr/>
        </p:nvCxnSpPr>
        <p:spPr>
          <a:xfrm>
            <a:off x="5868000" y="2493000"/>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Flussdiagramm: Verzweigung 94">
            <a:extLst>
              <a:ext uri="{FF2B5EF4-FFF2-40B4-BE49-F238E27FC236}">
                <a16:creationId xmlns:a16="http://schemas.microsoft.com/office/drawing/2014/main" id="{C0D33B56-D2BE-046E-9695-BEB5DBBD141F}"/>
              </a:ext>
            </a:extLst>
          </p:cNvPr>
          <p:cNvSpPr/>
          <p:nvPr/>
        </p:nvSpPr>
        <p:spPr>
          <a:xfrm>
            <a:off x="4860000" y="2709000"/>
            <a:ext cx="2016000" cy="576000"/>
          </a:xfrm>
          <a:prstGeom prst="flowChartDecision">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Program file</a:t>
            </a:r>
          </a:p>
          <a:p>
            <a:pPr algn="ctr"/>
            <a:r>
              <a:rPr lang="en-US" sz="1000" dirty="0">
                <a:solidFill>
                  <a:schemeClr val="tx1"/>
                </a:solidFill>
              </a:rPr>
              <a:t>found ?</a:t>
            </a:r>
          </a:p>
        </p:txBody>
      </p:sp>
      <p:cxnSp>
        <p:nvCxnSpPr>
          <p:cNvPr id="98" name="Gerade Verbindung mit Pfeil 97">
            <a:extLst>
              <a:ext uri="{FF2B5EF4-FFF2-40B4-BE49-F238E27FC236}">
                <a16:creationId xmlns:a16="http://schemas.microsoft.com/office/drawing/2014/main" id="{B83A2028-A7B9-1E88-867B-B48464CDFE66}"/>
              </a:ext>
            </a:extLst>
          </p:cNvPr>
          <p:cNvCxnSpPr>
            <a:cxnSpLocks/>
            <a:stCxn id="90" idx="2"/>
          </p:cNvCxnSpPr>
          <p:nvPr/>
        </p:nvCxnSpPr>
        <p:spPr>
          <a:xfrm>
            <a:off x="1404000" y="4509000"/>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Gerade Verbindung mit Pfeil 99">
            <a:extLst>
              <a:ext uri="{FF2B5EF4-FFF2-40B4-BE49-F238E27FC236}">
                <a16:creationId xmlns:a16="http://schemas.microsoft.com/office/drawing/2014/main" id="{0E9CD709-9520-E340-BE80-1ED2A2FC3F63}"/>
              </a:ext>
            </a:extLst>
          </p:cNvPr>
          <p:cNvCxnSpPr>
            <a:cxnSpLocks/>
          </p:cNvCxnSpPr>
          <p:nvPr/>
        </p:nvCxnSpPr>
        <p:spPr>
          <a:xfrm>
            <a:off x="1404000" y="5877000"/>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Gerade Verbindung mit Pfeil 100">
            <a:extLst>
              <a:ext uri="{FF2B5EF4-FFF2-40B4-BE49-F238E27FC236}">
                <a16:creationId xmlns:a16="http://schemas.microsoft.com/office/drawing/2014/main" id="{5A929B49-D34D-AA77-7769-0C296CE70B89}"/>
              </a:ext>
            </a:extLst>
          </p:cNvPr>
          <p:cNvCxnSpPr>
            <a:cxnSpLocks/>
          </p:cNvCxnSpPr>
          <p:nvPr/>
        </p:nvCxnSpPr>
        <p:spPr>
          <a:xfrm flipH="1">
            <a:off x="2412000" y="2349000"/>
            <a:ext cx="21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hteck 17">
            <a:extLst>
              <a:ext uri="{FF2B5EF4-FFF2-40B4-BE49-F238E27FC236}">
                <a16:creationId xmlns:a16="http://schemas.microsoft.com/office/drawing/2014/main" id="{1FF973BC-1E0A-3217-1F8A-6367B51A8171}"/>
              </a:ext>
            </a:extLst>
          </p:cNvPr>
          <p:cNvSpPr/>
          <p:nvPr/>
        </p:nvSpPr>
        <p:spPr>
          <a:xfrm>
            <a:off x="396000" y="1844976"/>
            <a:ext cx="2016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B4P Engine is started without a Program File</a:t>
            </a:r>
          </a:p>
        </p:txBody>
      </p:sp>
      <p:sp>
        <p:nvSpPr>
          <p:cNvPr id="103" name="Rechteck 102">
            <a:extLst>
              <a:ext uri="{FF2B5EF4-FFF2-40B4-BE49-F238E27FC236}">
                <a16:creationId xmlns:a16="http://schemas.microsoft.com/office/drawing/2014/main" id="{275F042D-93B9-38D5-2CE9-03AC18D241F1}"/>
              </a:ext>
            </a:extLst>
          </p:cNvPr>
          <p:cNvSpPr/>
          <p:nvPr/>
        </p:nvSpPr>
        <p:spPr>
          <a:xfrm>
            <a:off x="4860000" y="1845000"/>
            <a:ext cx="2016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dirty="0">
                <a:solidFill>
                  <a:schemeClr val="tx1"/>
                </a:solidFill>
              </a:rPr>
              <a:t>Engine is started with a B4P Program file</a:t>
            </a:r>
          </a:p>
        </p:txBody>
      </p:sp>
      <p:sp>
        <p:nvSpPr>
          <p:cNvPr id="116" name="Rechteck 115">
            <a:extLst>
              <a:ext uri="{FF2B5EF4-FFF2-40B4-BE49-F238E27FC236}">
                <a16:creationId xmlns:a16="http://schemas.microsoft.com/office/drawing/2014/main" id="{CB61164C-8BDD-CBFC-EFAF-2632D30A0358}"/>
              </a:ext>
            </a:extLst>
          </p:cNvPr>
          <p:cNvSpPr/>
          <p:nvPr/>
        </p:nvSpPr>
        <p:spPr>
          <a:xfrm>
            <a:off x="4788000" y="1125000"/>
            <a:ext cx="3024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marL="0" lvl="1"/>
            <a:r>
              <a:rPr lang="en-US" sz="800" dirty="0">
                <a:solidFill>
                  <a:schemeClr val="tx1"/>
                </a:solidFill>
              </a:rPr>
              <a:t>System variables and locale settings are initialized.</a:t>
            </a:r>
          </a:p>
          <a:p>
            <a:pPr marL="0" lvl="1"/>
            <a:r>
              <a:rPr lang="en-US" sz="800" dirty="0">
                <a:solidFill>
                  <a:schemeClr val="tx1"/>
                </a:solidFill>
              </a:rPr>
              <a:t>* Welcome text is skipped if command line option </a:t>
            </a:r>
            <a:r>
              <a:rPr lang="en-US" sz="800" b="1" dirty="0">
                <a:solidFill>
                  <a:schemeClr val="tx1"/>
                </a:solidFill>
              </a:rPr>
              <a:t>–w</a:t>
            </a:r>
            <a:r>
              <a:rPr lang="en-US" sz="800" dirty="0">
                <a:solidFill>
                  <a:schemeClr val="tx1"/>
                </a:solidFill>
              </a:rPr>
              <a:t> is applied</a:t>
            </a:r>
          </a:p>
        </p:txBody>
      </p:sp>
      <p:cxnSp>
        <p:nvCxnSpPr>
          <p:cNvPr id="119" name="Gerade Verbindung mit Pfeil 118">
            <a:extLst>
              <a:ext uri="{FF2B5EF4-FFF2-40B4-BE49-F238E27FC236}">
                <a16:creationId xmlns:a16="http://schemas.microsoft.com/office/drawing/2014/main" id="{DD87B2C4-6AAB-1A6A-346B-12998B1EFBE6}"/>
              </a:ext>
            </a:extLst>
          </p:cNvPr>
          <p:cNvCxnSpPr>
            <a:cxnSpLocks/>
            <a:endCxn id="12" idx="0"/>
          </p:cNvCxnSpPr>
          <p:nvPr/>
        </p:nvCxnSpPr>
        <p:spPr>
          <a:xfrm>
            <a:off x="3636000" y="5085048"/>
            <a:ext cx="0" cy="10079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Gerade Verbindung mit Pfeil 122">
            <a:extLst>
              <a:ext uri="{FF2B5EF4-FFF2-40B4-BE49-F238E27FC236}">
                <a16:creationId xmlns:a16="http://schemas.microsoft.com/office/drawing/2014/main" id="{C5F9EC9E-29DC-43AB-5F2B-A79FE55B4DE6}"/>
              </a:ext>
            </a:extLst>
          </p:cNvPr>
          <p:cNvCxnSpPr>
            <a:cxnSpLocks/>
          </p:cNvCxnSpPr>
          <p:nvPr/>
        </p:nvCxnSpPr>
        <p:spPr>
          <a:xfrm>
            <a:off x="2412000" y="2997000"/>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Rechteck 123">
            <a:extLst>
              <a:ext uri="{FF2B5EF4-FFF2-40B4-BE49-F238E27FC236}">
                <a16:creationId xmlns:a16="http://schemas.microsoft.com/office/drawing/2014/main" id="{4032DA7C-6195-CF80-2047-2E78B7BB8E1A}"/>
              </a:ext>
            </a:extLst>
          </p:cNvPr>
          <p:cNvSpPr/>
          <p:nvPr/>
        </p:nvSpPr>
        <p:spPr>
          <a:xfrm>
            <a:off x="3636000" y="2565000"/>
            <a:ext cx="1656000" cy="45362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Command line option </a:t>
            </a:r>
            <a:r>
              <a:rPr lang="en-US" sz="800" b="1" dirty="0">
                <a:solidFill>
                  <a:schemeClr val="tx1"/>
                </a:solidFill>
              </a:rPr>
              <a:t>–</a:t>
            </a:r>
            <a:r>
              <a:rPr lang="en-US" sz="800" b="1" dirty="0" err="1">
                <a:solidFill>
                  <a:schemeClr val="tx1"/>
                </a:solidFill>
              </a:rPr>
              <a:t>i</a:t>
            </a:r>
            <a:r>
              <a:rPr lang="en-US" sz="800" b="1" dirty="0">
                <a:solidFill>
                  <a:schemeClr val="tx1"/>
                </a:solidFill>
              </a:rPr>
              <a:t> </a:t>
            </a:r>
            <a:r>
              <a:rPr lang="en-US" sz="800" dirty="0">
                <a:solidFill>
                  <a:schemeClr val="tx1"/>
                </a:solidFill>
              </a:rPr>
              <a:t>used to</a:t>
            </a:r>
            <a:br>
              <a:rPr lang="en-US" sz="800" dirty="0">
                <a:solidFill>
                  <a:schemeClr val="tx1"/>
                </a:solidFill>
              </a:rPr>
            </a:br>
            <a:r>
              <a:rPr lang="en-US" sz="800" dirty="0">
                <a:solidFill>
                  <a:schemeClr val="tx1"/>
                </a:solidFill>
              </a:rPr>
              <a:t>enter interactive mode directly</a:t>
            </a:r>
          </a:p>
        </p:txBody>
      </p:sp>
      <p:cxnSp>
        <p:nvCxnSpPr>
          <p:cNvPr id="125" name="Gerade Verbindung mit Pfeil 124">
            <a:extLst>
              <a:ext uri="{FF2B5EF4-FFF2-40B4-BE49-F238E27FC236}">
                <a16:creationId xmlns:a16="http://schemas.microsoft.com/office/drawing/2014/main" id="{372156A1-4203-BC07-8EDA-DCE12169F67E}"/>
              </a:ext>
            </a:extLst>
          </p:cNvPr>
          <p:cNvCxnSpPr>
            <a:cxnSpLocks/>
            <a:stCxn id="95" idx="1"/>
          </p:cNvCxnSpPr>
          <p:nvPr/>
        </p:nvCxnSpPr>
        <p:spPr>
          <a:xfrm flipH="1">
            <a:off x="3636000" y="2997000"/>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Rechteck 125">
            <a:extLst>
              <a:ext uri="{FF2B5EF4-FFF2-40B4-BE49-F238E27FC236}">
                <a16:creationId xmlns:a16="http://schemas.microsoft.com/office/drawing/2014/main" id="{D60A7314-F204-9674-DCB8-BB2B97398BCA}"/>
              </a:ext>
            </a:extLst>
          </p:cNvPr>
          <p:cNvSpPr/>
          <p:nvPr/>
        </p:nvSpPr>
        <p:spPr>
          <a:xfrm>
            <a:off x="3924000" y="2997000"/>
            <a:ext cx="936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File not found</a:t>
            </a:r>
          </a:p>
        </p:txBody>
      </p:sp>
      <p:sp>
        <p:nvSpPr>
          <p:cNvPr id="127" name="Rechteck 126">
            <a:extLst>
              <a:ext uri="{FF2B5EF4-FFF2-40B4-BE49-F238E27FC236}">
                <a16:creationId xmlns:a16="http://schemas.microsoft.com/office/drawing/2014/main" id="{5D60E0FA-D4EE-2EB7-5A8D-2CC80CBB843A}"/>
              </a:ext>
            </a:extLst>
          </p:cNvPr>
          <p:cNvSpPr/>
          <p:nvPr/>
        </p:nvSpPr>
        <p:spPr>
          <a:xfrm>
            <a:off x="2412000" y="2997000"/>
            <a:ext cx="936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File not found</a:t>
            </a:r>
          </a:p>
        </p:txBody>
      </p:sp>
      <p:sp>
        <p:nvSpPr>
          <p:cNvPr id="58" name="Rechteck 57">
            <a:extLst>
              <a:ext uri="{FF2B5EF4-FFF2-40B4-BE49-F238E27FC236}">
                <a16:creationId xmlns:a16="http://schemas.microsoft.com/office/drawing/2014/main" id="{1976618D-D85F-56F9-443E-BFEFC344CCC5}"/>
              </a:ext>
            </a:extLst>
          </p:cNvPr>
          <p:cNvSpPr/>
          <p:nvPr/>
        </p:nvSpPr>
        <p:spPr>
          <a:xfrm>
            <a:off x="396000" y="4797000"/>
            <a:ext cx="6480000" cy="288000"/>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Run user initialization program which includes loading standard B4P libraries</a:t>
            </a:r>
          </a:p>
        </p:txBody>
      </p:sp>
      <p:cxnSp>
        <p:nvCxnSpPr>
          <p:cNvPr id="60" name="Gerade Verbindung mit Pfeil 59">
            <a:extLst>
              <a:ext uri="{FF2B5EF4-FFF2-40B4-BE49-F238E27FC236}">
                <a16:creationId xmlns:a16="http://schemas.microsoft.com/office/drawing/2014/main" id="{70331039-3AC0-49B5-FF3E-4C59DCC2538D}"/>
              </a:ext>
            </a:extLst>
          </p:cNvPr>
          <p:cNvCxnSpPr>
            <a:cxnSpLocks/>
          </p:cNvCxnSpPr>
          <p:nvPr/>
        </p:nvCxnSpPr>
        <p:spPr>
          <a:xfrm>
            <a:off x="1404000" y="5085000"/>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Gerade Verbindung mit Pfeil 62">
            <a:extLst>
              <a:ext uri="{FF2B5EF4-FFF2-40B4-BE49-F238E27FC236}">
                <a16:creationId xmlns:a16="http://schemas.microsoft.com/office/drawing/2014/main" id="{4BCA81C6-7E8E-3FA1-D905-6D8607440918}"/>
              </a:ext>
            </a:extLst>
          </p:cNvPr>
          <p:cNvCxnSpPr>
            <a:cxnSpLocks/>
          </p:cNvCxnSpPr>
          <p:nvPr/>
        </p:nvCxnSpPr>
        <p:spPr>
          <a:xfrm>
            <a:off x="2412000" y="5589000"/>
            <a:ext cx="12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Rechteck 63">
            <a:extLst>
              <a:ext uri="{FF2B5EF4-FFF2-40B4-BE49-F238E27FC236}">
                <a16:creationId xmlns:a16="http://schemas.microsoft.com/office/drawing/2014/main" id="{D1414D7D-4155-77BB-33E6-939CEC7E5A2E}"/>
              </a:ext>
            </a:extLst>
          </p:cNvPr>
          <p:cNvSpPr/>
          <p:nvPr/>
        </p:nvSpPr>
        <p:spPr>
          <a:xfrm>
            <a:off x="2412000" y="5589000"/>
            <a:ext cx="936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Interruption (key pressed)</a:t>
            </a:r>
          </a:p>
        </p:txBody>
      </p:sp>
      <p:sp>
        <p:nvSpPr>
          <p:cNvPr id="48" name="Rechteck 47">
            <a:extLst>
              <a:ext uri="{FF2B5EF4-FFF2-40B4-BE49-F238E27FC236}">
                <a16:creationId xmlns:a16="http://schemas.microsoft.com/office/drawing/2014/main" id="{15DAFF2C-54F8-2D83-F65E-B54C0DE7D641}"/>
              </a:ext>
            </a:extLst>
          </p:cNvPr>
          <p:cNvSpPr/>
          <p:nvPr/>
        </p:nvSpPr>
        <p:spPr>
          <a:xfrm>
            <a:off x="8604000" y="4365000"/>
            <a:ext cx="2016000" cy="288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Run "My </a:t>
            </a:r>
            <a:r>
              <a:rPr lang="en-US" sz="1000" dirty="0" err="1">
                <a:solidFill>
                  <a:schemeClr val="tx1"/>
                </a:solidFill>
              </a:rPr>
              <a:t>B4P</a:t>
            </a:r>
            <a:r>
              <a:rPr lang="en-US" sz="1000" dirty="0">
                <a:solidFill>
                  <a:schemeClr val="tx1"/>
                </a:solidFill>
              </a:rPr>
              <a:t> </a:t>
            </a:r>
            <a:r>
              <a:rPr lang="en-US" sz="1000" dirty="0" err="1">
                <a:solidFill>
                  <a:schemeClr val="tx1"/>
                </a:solidFill>
              </a:rPr>
              <a:t>Init.b4p</a:t>
            </a:r>
            <a:r>
              <a:rPr lang="en-US" sz="1000" dirty="0">
                <a:solidFill>
                  <a:schemeClr val="tx1"/>
                </a:solidFill>
              </a:rPr>
              <a:t> if existing</a:t>
            </a:r>
          </a:p>
        </p:txBody>
      </p:sp>
      <p:sp>
        <p:nvSpPr>
          <p:cNvPr id="49" name="Rechteck 48">
            <a:extLst>
              <a:ext uri="{FF2B5EF4-FFF2-40B4-BE49-F238E27FC236}">
                <a16:creationId xmlns:a16="http://schemas.microsoft.com/office/drawing/2014/main" id="{84AEF1B9-993D-C651-E1EA-2CBAEFFF5BF9}"/>
              </a:ext>
            </a:extLst>
          </p:cNvPr>
          <p:cNvSpPr/>
          <p:nvPr/>
        </p:nvSpPr>
        <p:spPr>
          <a:xfrm>
            <a:off x="8604000" y="4869048"/>
            <a:ext cx="2016000" cy="288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Include default </a:t>
            </a:r>
            <a:r>
              <a:rPr lang="en-US" sz="1000" dirty="0" err="1">
                <a:solidFill>
                  <a:schemeClr val="tx1"/>
                </a:solidFill>
              </a:rPr>
              <a:t>B4P</a:t>
            </a:r>
            <a:r>
              <a:rPr lang="en-US" sz="1000" dirty="0">
                <a:solidFill>
                  <a:schemeClr val="tx1"/>
                </a:solidFill>
              </a:rPr>
              <a:t> libraries</a:t>
            </a:r>
          </a:p>
        </p:txBody>
      </p:sp>
      <p:sp>
        <p:nvSpPr>
          <p:cNvPr id="50" name="Rechteck 49">
            <a:extLst>
              <a:ext uri="{FF2B5EF4-FFF2-40B4-BE49-F238E27FC236}">
                <a16:creationId xmlns:a16="http://schemas.microsoft.com/office/drawing/2014/main" id="{92E82FB1-5ED9-6D28-2A28-1C88D63FA1ED}"/>
              </a:ext>
            </a:extLst>
          </p:cNvPr>
          <p:cNvSpPr/>
          <p:nvPr/>
        </p:nvSpPr>
        <p:spPr>
          <a:xfrm>
            <a:off x="8604000" y="5373048"/>
            <a:ext cx="2016000" cy="288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Run "My </a:t>
            </a:r>
            <a:r>
              <a:rPr lang="en-US" sz="1000" dirty="0" err="1">
                <a:solidFill>
                  <a:schemeClr val="tx1"/>
                </a:solidFill>
              </a:rPr>
              <a:t>B4P</a:t>
            </a:r>
            <a:r>
              <a:rPr lang="en-US" sz="1000" dirty="0">
                <a:solidFill>
                  <a:schemeClr val="tx1"/>
                </a:solidFill>
              </a:rPr>
              <a:t> </a:t>
            </a:r>
            <a:r>
              <a:rPr lang="en-US" sz="1000" dirty="0" err="1">
                <a:solidFill>
                  <a:schemeClr val="tx1"/>
                </a:solidFill>
              </a:rPr>
              <a:t>Init.b4p</a:t>
            </a:r>
            <a:r>
              <a:rPr lang="en-US" sz="1000" dirty="0">
                <a:solidFill>
                  <a:schemeClr val="tx1"/>
                </a:solidFill>
              </a:rPr>
              <a:t> again</a:t>
            </a:r>
          </a:p>
        </p:txBody>
      </p:sp>
      <p:cxnSp>
        <p:nvCxnSpPr>
          <p:cNvPr id="5" name="Gerader Verbinder 4">
            <a:extLst>
              <a:ext uri="{FF2B5EF4-FFF2-40B4-BE49-F238E27FC236}">
                <a16:creationId xmlns:a16="http://schemas.microsoft.com/office/drawing/2014/main" id="{F65996D7-17E8-20E6-EDC1-43C2E3091A1D}"/>
              </a:ext>
            </a:extLst>
          </p:cNvPr>
          <p:cNvCxnSpPr>
            <a:cxnSpLocks/>
          </p:cNvCxnSpPr>
          <p:nvPr/>
        </p:nvCxnSpPr>
        <p:spPr>
          <a:xfrm flipV="1">
            <a:off x="8388000" y="4365096"/>
            <a:ext cx="216000" cy="50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Gerader Verbinder 53">
            <a:extLst>
              <a:ext uri="{FF2B5EF4-FFF2-40B4-BE49-F238E27FC236}">
                <a16:creationId xmlns:a16="http://schemas.microsoft.com/office/drawing/2014/main" id="{DB67CB06-AD79-A028-934B-E91903031782}"/>
              </a:ext>
            </a:extLst>
          </p:cNvPr>
          <p:cNvCxnSpPr>
            <a:cxnSpLocks/>
          </p:cNvCxnSpPr>
          <p:nvPr/>
        </p:nvCxnSpPr>
        <p:spPr>
          <a:xfrm>
            <a:off x="8388000" y="5157096"/>
            <a:ext cx="216000" cy="50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Gerade Verbindung mit Pfeil 58">
            <a:extLst>
              <a:ext uri="{FF2B5EF4-FFF2-40B4-BE49-F238E27FC236}">
                <a16:creationId xmlns:a16="http://schemas.microsoft.com/office/drawing/2014/main" id="{ECE1EEEF-1C24-A0A5-FE71-72684B1D8285}"/>
              </a:ext>
            </a:extLst>
          </p:cNvPr>
          <p:cNvCxnSpPr>
            <a:cxnSpLocks/>
          </p:cNvCxnSpPr>
          <p:nvPr/>
        </p:nvCxnSpPr>
        <p:spPr>
          <a:xfrm>
            <a:off x="9612000" y="465309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Gerade Verbindung mit Pfeil 60">
            <a:extLst>
              <a:ext uri="{FF2B5EF4-FFF2-40B4-BE49-F238E27FC236}">
                <a16:creationId xmlns:a16="http://schemas.microsoft.com/office/drawing/2014/main" id="{EAB04DA7-0C3C-8D91-7C7B-CFA92D72E288}"/>
              </a:ext>
            </a:extLst>
          </p:cNvPr>
          <p:cNvCxnSpPr>
            <a:cxnSpLocks/>
          </p:cNvCxnSpPr>
          <p:nvPr/>
        </p:nvCxnSpPr>
        <p:spPr>
          <a:xfrm>
            <a:off x="9612000" y="515709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Rechteck 61">
            <a:extLst>
              <a:ext uri="{FF2B5EF4-FFF2-40B4-BE49-F238E27FC236}">
                <a16:creationId xmlns:a16="http://schemas.microsoft.com/office/drawing/2014/main" id="{2FD95F57-86F8-4B2E-BCD3-57D56DE51960}"/>
              </a:ext>
            </a:extLst>
          </p:cNvPr>
          <p:cNvSpPr/>
          <p:nvPr/>
        </p:nvSpPr>
        <p:spPr>
          <a:xfrm>
            <a:off x="8604000" y="4149096"/>
            <a:ext cx="864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a:solidFill>
                  <a:schemeClr val="tx1"/>
                </a:solidFill>
              </a:rPr>
              <a:t>Do 1st </a:t>
            </a:r>
            <a:r>
              <a:rPr lang="en-US" sz="800" dirty="0">
                <a:solidFill>
                  <a:schemeClr val="tx1"/>
                </a:solidFill>
              </a:rPr>
              <a:t>code block</a:t>
            </a:r>
          </a:p>
        </p:txBody>
      </p:sp>
      <p:sp>
        <p:nvSpPr>
          <p:cNvPr id="67" name="Rechteck 66">
            <a:extLst>
              <a:ext uri="{FF2B5EF4-FFF2-40B4-BE49-F238E27FC236}">
                <a16:creationId xmlns:a16="http://schemas.microsoft.com/office/drawing/2014/main" id="{B1CC084A-C30E-680A-EDFB-AA3AE29378FB}"/>
              </a:ext>
            </a:extLst>
          </p:cNvPr>
          <p:cNvSpPr/>
          <p:nvPr/>
        </p:nvSpPr>
        <p:spPr>
          <a:xfrm>
            <a:off x="8604000" y="5157096"/>
            <a:ext cx="864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Do 2nd code block</a:t>
            </a:r>
          </a:p>
        </p:txBody>
      </p:sp>
      <p:sp>
        <p:nvSpPr>
          <p:cNvPr id="74" name="Rechteck 73">
            <a:extLst>
              <a:ext uri="{FF2B5EF4-FFF2-40B4-BE49-F238E27FC236}">
                <a16:creationId xmlns:a16="http://schemas.microsoft.com/office/drawing/2014/main" id="{5EB9193F-43B2-7560-70E6-86AAFBF04435}"/>
              </a:ext>
            </a:extLst>
          </p:cNvPr>
          <p:cNvSpPr/>
          <p:nvPr/>
        </p:nvSpPr>
        <p:spPr>
          <a:xfrm>
            <a:off x="5868000" y="3285000"/>
            <a:ext cx="936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File found</a:t>
            </a:r>
          </a:p>
        </p:txBody>
      </p:sp>
      <p:sp>
        <p:nvSpPr>
          <p:cNvPr id="75" name="Rechteck 74">
            <a:extLst>
              <a:ext uri="{FF2B5EF4-FFF2-40B4-BE49-F238E27FC236}">
                <a16:creationId xmlns:a16="http://schemas.microsoft.com/office/drawing/2014/main" id="{940680E2-E76D-62CD-F90F-B38568F65458}"/>
              </a:ext>
            </a:extLst>
          </p:cNvPr>
          <p:cNvSpPr/>
          <p:nvPr/>
        </p:nvSpPr>
        <p:spPr>
          <a:xfrm>
            <a:off x="1404000" y="3285000"/>
            <a:ext cx="936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File found</a:t>
            </a:r>
          </a:p>
        </p:txBody>
      </p:sp>
      <p:sp>
        <p:nvSpPr>
          <p:cNvPr id="76" name="Rechteck 75">
            <a:extLst>
              <a:ext uri="{FF2B5EF4-FFF2-40B4-BE49-F238E27FC236}">
                <a16:creationId xmlns:a16="http://schemas.microsoft.com/office/drawing/2014/main" id="{FB961D72-D598-17F6-0360-17A48B28EDB3}"/>
              </a:ext>
            </a:extLst>
          </p:cNvPr>
          <p:cNvSpPr/>
          <p:nvPr/>
        </p:nvSpPr>
        <p:spPr>
          <a:xfrm>
            <a:off x="1692000" y="5733000"/>
            <a:ext cx="172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marL="0" lvl="1"/>
            <a:endParaRPr lang="en-US" sz="800" dirty="0">
              <a:solidFill>
                <a:schemeClr val="tx1"/>
              </a:solidFill>
            </a:endParaRPr>
          </a:p>
        </p:txBody>
      </p:sp>
      <p:cxnSp>
        <p:nvCxnSpPr>
          <p:cNvPr id="78" name="Gerade Verbindung mit Pfeil 77">
            <a:extLst>
              <a:ext uri="{FF2B5EF4-FFF2-40B4-BE49-F238E27FC236}">
                <a16:creationId xmlns:a16="http://schemas.microsoft.com/office/drawing/2014/main" id="{A887A908-6A8F-4CA9-17AA-90CCEBFAD6A5}"/>
              </a:ext>
            </a:extLst>
          </p:cNvPr>
          <p:cNvCxnSpPr>
            <a:cxnSpLocks/>
          </p:cNvCxnSpPr>
          <p:nvPr/>
        </p:nvCxnSpPr>
        <p:spPr>
          <a:xfrm>
            <a:off x="5868000" y="3285000"/>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Rechteck 86">
            <a:extLst>
              <a:ext uri="{FF2B5EF4-FFF2-40B4-BE49-F238E27FC236}">
                <a16:creationId xmlns:a16="http://schemas.microsoft.com/office/drawing/2014/main" id="{34484FFB-32D3-EABA-F826-1CFE7597B8FD}"/>
              </a:ext>
            </a:extLst>
          </p:cNvPr>
          <p:cNvSpPr/>
          <p:nvPr/>
        </p:nvSpPr>
        <p:spPr>
          <a:xfrm>
            <a:off x="396000" y="3573000"/>
            <a:ext cx="2016000" cy="288000"/>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Load B4P program file</a:t>
            </a:r>
          </a:p>
        </p:txBody>
      </p:sp>
      <p:sp>
        <p:nvSpPr>
          <p:cNvPr id="89" name="Rechteck 88">
            <a:extLst>
              <a:ext uri="{FF2B5EF4-FFF2-40B4-BE49-F238E27FC236}">
                <a16:creationId xmlns:a16="http://schemas.microsoft.com/office/drawing/2014/main" id="{575D7B16-4DE6-D072-E3B3-DC291D9A9C39}"/>
              </a:ext>
            </a:extLst>
          </p:cNvPr>
          <p:cNvSpPr/>
          <p:nvPr/>
        </p:nvSpPr>
        <p:spPr>
          <a:xfrm>
            <a:off x="4860000" y="3573000"/>
            <a:ext cx="2016000" cy="288000"/>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Load B4P program file</a:t>
            </a:r>
          </a:p>
        </p:txBody>
      </p:sp>
      <p:sp>
        <p:nvSpPr>
          <p:cNvPr id="90" name="Rechteck 89">
            <a:extLst>
              <a:ext uri="{FF2B5EF4-FFF2-40B4-BE49-F238E27FC236}">
                <a16:creationId xmlns:a16="http://schemas.microsoft.com/office/drawing/2014/main" id="{417E6ED3-3BCC-C68E-9B57-DB390F827E93}"/>
              </a:ext>
            </a:extLst>
          </p:cNvPr>
          <p:cNvSpPr/>
          <p:nvPr/>
        </p:nvSpPr>
        <p:spPr>
          <a:xfrm>
            <a:off x="396000" y="4149000"/>
            <a:ext cx="2016000" cy="360000"/>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Make command line arguments</a:t>
            </a:r>
            <a:br>
              <a:rPr lang="en-US" sz="1000" dirty="0">
                <a:solidFill>
                  <a:schemeClr val="tx1"/>
                </a:solidFill>
              </a:rPr>
            </a:br>
            <a:r>
              <a:rPr lang="en-US" sz="1000" dirty="0">
                <a:solidFill>
                  <a:schemeClr val="tx1"/>
                </a:solidFill>
              </a:rPr>
              <a:t>accessible as system variables</a:t>
            </a:r>
          </a:p>
        </p:txBody>
      </p:sp>
      <p:cxnSp>
        <p:nvCxnSpPr>
          <p:cNvPr id="93" name="Gerade Verbindung mit Pfeil 92">
            <a:extLst>
              <a:ext uri="{FF2B5EF4-FFF2-40B4-BE49-F238E27FC236}">
                <a16:creationId xmlns:a16="http://schemas.microsoft.com/office/drawing/2014/main" id="{FAC12F7B-BE18-E32E-6F09-A2F3FE4B9162}"/>
              </a:ext>
            </a:extLst>
          </p:cNvPr>
          <p:cNvCxnSpPr>
            <a:cxnSpLocks/>
          </p:cNvCxnSpPr>
          <p:nvPr/>
        </p:nvCxnSpPr>
        <p:spPr>
          <a:xfrm>
            <a:off x="1404000" y="3861000"/>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Rechteck 95">
            <a:extLst>
              <a:ext uri="{FF2B5EF4-FFF2-40B4-BE49-F238E27FC236}">
                <a16:creationId xmlns:a16="http://schemas.microsoft.com/office/drawing/2014/main" id="{BFD3CB9C-FA73-0BF7-86D8-88EDDC7C405B}"/>
              </a:ext>
            </a:extLst>
          </p:cNvPr>
          <p:cNvSpPr/>
          <p:nvPr/>
        </p:nvSpPr>
        <p:spPr>
          <a:xfrm>
            <a:off x="4860000" y="4149000"/>
            <a:ext cx="2016000" cy="360000"/>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Make command line arguments</a:t>
            </a:r>
            <a:br>
              <a:rPr lang="en-US" sz="1000" dirty="0">
                <a:solidFill>
                  <a:schemeClr val="tx1"/>
                </a:solidFill>
              </a:rPr>
            </a:br>
            <a:r>
              <a:rPr lang="en-US" sz="1000" dirty="0">
                <a:solidFill>
                  <a:schemeClr val="tx1"/>
                </a:solidFill>
              </a:rPr>
              <a:t>accessible as system variables</a:t>
            </a:r>
          </a:p>
        </p:txBody>
      </p:sp>
      <p:cxnSp>
        <p:nvCxnSpPr>
          <p:cNvPr id="99" name="Gerade Verbindung mit Pfeil 98">
            <a:extLst>
              <a:ext uri="{FF2B5EF4-FFF2-40B4-BE49-F238E27FC236}">
                <a16:creationId xmlns:a16="http://schemas.microsoft.com/office/drawing/2014/main" id="{C40A25A8-B03F-7EC0-FFA0-A8393BE6EAA8}"/>
              </a:ext>
            </a:extLst>
          </p:cNvPr>
          <p:cNvCxnSpPr>
            <a:cxnSpLocks/>
          </p:cNvCxnSpPr>
          <p:nvPr/>
        </p:nvCxnSpPr>
        <p:spPr>
          <a:xfrm>
            <a:off x="5868000" y="4509000"/>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Gerade Verbindung mit Pfeil 101">
            <a:extLst>
              <a:ext uri="{FF2B5EF4-FFF2-40B4-BE49-F238E27FC236}">
                <a16:creationId xmlns:a16="http://schemas.microsoft.com/office/drawing/2014/main" id="{2AC880C2-E839-BAAD-53D9-2ECAD3EB6763}"/>
              </a:ext>
            </a:extLst>
          </p:cNvPr>
          <p:cNvCxnSpPr>
            <a:cxnSpLocks/>
          </p:cNvCxnSpPr>
          <p:nvPr/>
        </p:nvCxnSpPr>
        <p:spPr>
          <a:xfrm>
            <a:off x="5868000" y="3861000"/>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Rechteck: abgerundete Ecken 103">
            <a:extLst>
              <a:ext uri="{FF2B5EF4-FFF2-40B4-BE49-F238E27FC236}">
                <a16:creationId xmlns:a16="http://schemas.microsoft.com/office/drawing/2014/main" id="{DDA211B6-23AE-D48F-CEDE-894142247A31}"/>
              </a:ext>
            </a:extLst>
          </p:cNvPr>
          <p:cNvSpPr/>
          <p:nvPr/>
        </p:nvSpPr>
        <p:spPr>
          <a:xfrm>
            <a:off x="4860000" y="6093000"/>
            <a:ext cx="2016000" cy="432000"/>
          </a:xfrm>
          <a:prstGeom prst="roundRect">
            <a:avLst>
              <a:gd name="adj" fmla="val 50000"/>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b="1" dirty="0">
                <a:solidFill>
                  <a:schemeClr val="tx1"/>
                </a:solidFill>
              </a:rPr>
              <a:t>Run specified B4P program</a:t>
            </a:r>
          </a:p>
        </p:txBody>
      </p:sp>
      <p:cxnSp>
        <p:nvCxnSpPr>
          <p:cNvPr id="105" name="Gerade Verbindung mit Pfeil 104">
            <a:extLst>
              <a:ext uri="{FF2B5EF4-FFF2-40B4-BE49-F238E27FC236}">
                <a16:creationId xmlns:a16="http://schemas.microsoft.com/office/drawing/2014/main" id="{0A508B4C-372A-DBDE-A838-E86E86BCD48A}"/>
              </a:ext>
            </a:extLst>
          </p:cNvPr>
          <p:cNvCxnSpPr>
            <a:cxnSpLocks/>
            <a:endCxn id="104" idx="0"/>
          </p:cNvCxnSpPr>
          <p:nvPr/>
        </p:nvCxnSpPr>
        <p:spPr>
          <a:xfrm>
            <a:off x="5868000" y="5085000"/>
            <a:ext cx="0" cy="100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765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8EF1E25C-D400-47B7-8D16-E799804253F8}"/>
              </a:ext>
            </a:extLst>
          </p:cNvPr>
          <p:cNvSpPr/>
          <p:nvPr/>
        </p:nvSpPr>
        <p:spPr>
          <a:xfrm>
            <a:off x="7740000" y="1485000"/>
            <a:ext cx="432000" cy="2592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2" name="Titel 1"/>
          <p:cNvSpPr>
            <a:spLocks noGrp="1"/>
          </p:cNvSpPr>
          <p:nvPr>
            <p:ph type="title"/>
          </p:nvPr>
        </p:nvSpPr>
        <p:spPr/>
        <p:txBody>
          <a:bodyPr/>
          <a:lstStyle/>
          <a:p>
            <a:r>
              <a:rPr lang="en-US"/>
              <a:t>Eight Steps</a:t>
            </a:r>
            <a:br>
              <a:rPr lang="en-US" dirty="0"/>
            </a:br>
            <a:r>
              <a:rPr lang="en-US" dirty="0"/>
              <a:t>Introduction</a:t>
            </a:r>
          </a:p>
        </p:txBody>
      </p:sp>
      <p:sp>
        <p:nvSpPr>
          <p:cNvPr id="4" name="Textplatzhalter 3"/>
          <p:cNvSpPr>
            <a:spLocks noGrp="1"/>
          </p:cNvSpPr>
          <p:nvPr>
            <p:ph type="body" sz="quarter" idx="16"/>
          </p:nvPr>
        </p:nvSpPr>
        <p:spPr/>
        <p:txBody>
          <a:bodyPr/>
          <a:lstStyle/>
          <a:p>
            <a:endParaRPr lang="en-US"/>
          </a:p>
        </p:txBody>
      </p:sp>
      <p:sp>
        <p:nvSpPr>
          <p:cNvPr id="49" name="Rechteck 48">
            <a:extLst>
              <a:ext uri="{FF2B5EF4-FFF2-40B4-BE49-F238E27FC236}">
                <a16:creationId xmlns:a16="http://schemas.microsoft.com/office/drawing/2014/main" id="{1959789C-3AA8-4621-870C-C4186A695475}"/>
              </a:ext>
            </a:extLst>
          </p:cNvPr>
          <p:cNvSpPr/>
          <p:nvPr/>
        </p:nvSpPr>
        <p:spPr>
          <a:xfrm>
            <a:off x="108000" y="2205000"/>
            <a:ext cx="864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Import</a:t>
            </a:r>
          </a:p>
        </p:txBody>
      </p:sp>
      <p:sp>
        <p:nvSpPr>
          <p:cNvPr id="50" name="Rechteck 49">
            <a:extLst>
              <a:ext uri="{FF2B5EF4-FFF2-40B4-BE49-F238E27FC236}">
                <a16:creationId xmlns:a16="http://schemas.microsoft.com/office/drawing/2014/main" id="{65508B22-62D4-4E93-A7D5-ACC220B288BD}"/>
              </a:ext>
            </a:extLst>
          </p:cNvPr>
          <p:cNvSpPr/>
          <p:nvPr/>
        </p:nvSpPr>
        <p:spPr>
          <a:xfrm>
            <a:off x="2412000" y="2205000"/>
            <a:ext cx="864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Validate</a:t>
            </a:r>
          </a:p>
        </p:txBody>
      </p:sp>
      <p:sp>
        <p:nvSpPr>
          <p:cNvPr id="51" name="Rechteck 50">
            <a:extLst>
              <a:ext uri="{FF2B5EF4-FFF2-40B4-BE49-F238E27FC236}">
                <a16:creationId xmlns:a16="http://schemas.microsoft.com/office/drawing/2014/main" id="{41BE7FC3-4D78-4A8E-AC86-835F899C0317}"/>
              </a:ext>
            </a:extLst>
          </p:cNvPr>
          <p:cNvSpPr/>
          <p:nvPr/>
        </p:nvSpPr>
        <p:spPr>
          <a:xfrm>
            <a:off x="5868000" y="2205000"/>
            <a:ext cx="864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Analyze</a:t>
            </a:r>
          </a:p>
        </p:txBody>
      </p:sp>
      <p:sp>
        <p:nvSpPr>
          <p:cNvPr id="52" name="Rechteck 51">
            <a:extLst>
              <a:ext uri="{FF2B5EF4-FFF2-40B4-BE49-F238E27FC236}">
                <a16:creationId xmlns:a16="http://schemas.microsoft.com/office/drawing/2014/main" id="{A37036A2-33A2-4FCC-A165-353B80536C8E}"/>
              </a:ext>
            </a:extLst>
          </p:cNvPr>
          <p:cNvSpPr/>
          <p:nvPr/>
        </p:nvSpPr>
        <p:spPr>
          <a:xfrm>
            <a:off x="8172000" y="2205000"/>
            <a:ext cx="864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Export</a:t>
            </a:r>
          </a:p>
        </p:txBody>
      </p:sp>
      <p:sp>
        <p:nvSpPr>
          <p:cNvPr id="53" name="Gleichschenkliges Dreieck 52">
            <a:extLst>
              <a:ext uri="{FF2B5EF4-FFF2-40B4-BE49-F238E27FC236}">
                <a16:creationId xmlns:a16="http://schemas.microsoft.com/office/drawing/2014/main" id="{A31F3178-FEA1-4F70-8EAA-D2607B88C63F}"/>
              </a:ext>
            </a:extLst>
          </p:cNvPr>
          <p:cNvSpPr/>
          <p:nvPr/>
        </p:nvSpPr>
        <p:spPr>
          <a:xfrm rot="5400000">
            <a:off x="1044000" y="2349000"/>
            <a:ext cx="144016" cy="144016"/>
          </a:xfrm>
          <a:prstGeom prst="triangle">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54" name="Gleichschenkliges Dreieck 53">
            <a:extLst>
              <a:ext uri="{FF2B5EF4-FFF2-40B4-BE49-F238E27FC236}">
                <a16:creationId xmlns:a16="http://schemas.microsoft.com/office/drawing/2014/main" id="{C8FE2F6E-FD59-40AE-B004-459C9F069D17}"/>
              </a:ext>
            </a:extLst>
          </p:cNvPr>
          <p:cNvSpPr/>
          <p:nvPr/>
        </p:nvSpPr>
        <p:spPr>
          <a:xfrm rot="5400000">
            <a:off x="5626817" y="2349016"/>
            <a:ext cx="144016" cy="144016"/>
          </a:xfrm>
          <a:prstGeom prst="triangle">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55" name="Gleichschenkliges Dreieck 54">
            <a:extLst>
              <a:ext uri="{FF2B5EF4-FFF2-40B4-BE49-F238E27FC236}">
                <a16:creationId xmlns:a16="http://schemas.microsoft.com/office/drawing/2014/main" id="{6252B87B-96D1-4142-B049-93659EC52377}"/>
              </a:ext>
            </a:extLst>
          </p:cNvPr>
          <p:cNvSpPr/>
          <p:nvPr/>
        </p:nvSpPr>
        <p:spPr>
          <a:xfrm rot="5400000">
            <a:off x="7956000" y="2349016"/>
            <a:ext cx="144016" cy="144016"/>
          </a:xfrm>
          <a:prstGeom prst="triangle">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56" name="Gerade Verbindung mit Pfeil 55">
            <a:extLst>
              <a:ext uri="{FF2B5EF4-FFF2-40B4-BE49-F238E27FC236}">
                <a16:creationId xmlns:a16="http://schemas.microsoft.com/office/drawing/2014/main" id="{70ED3584-9528-4C9C-ABA1-C487305D631F}"/>
              </a:ext>
            </a:extLst>
          </p:cNvPr>
          <p:cNvCxnSpPr>
            <a:cxnSpLocks/>
          </p:cNvCxnSpPr>
          <p:nvPr/>
        </p:nvCxnSpPr>
        <p:spPr>
          <a:xfrm>
            <a:off x="108000" y="2133000"/>
            <a:ext cx="8928000" cy="0"/>
          </a:xfrm>
          <a:prstGeom prst="straightConnector1">
            <a:avLst/>
          </a:prstGeom>
          <a:ln w="28575">
            <a:solidFill>
              <a:srgbClr val="3366FF"/>
            </a:solidFill>
            <a:tailEnd type="triangle" w="lg" len="lg"/>
          </a:ln>
        </p:spPr>
        <p:style>
          <a:lnRef idx="1">
            <a:schemeClr val="accent1"/>
          </a:lnRef>
          <a:fillRef idx="0">
            <a:schemeClr val="accent1"/>
          </a:fillRef>
          <a:effectRef idx="0">
            <a:schemeClr val="accent1"/>
          </a:effectRef>
          <a:fontRef idx="minor">
            <a:schemeClr val="tx1"/>
          </a:fontRef>
        </p:style>
      </p:cxnSp>
      <p:sp>
        <p:nvSpPr>
          <p:cNvPr id="59" name="Rechteck 58">
            <a:extLst>
              <a:ext uri="{FF2B5EF4-FFF2-40B4-BE49-F238E27FC236}">
                <a16:creationId xmlns:a16="http://schemas.microsoft.com/office/drawing/2014/main" id="{91A89384-0D8F-4548-A592-8D9BE7D76F75}"/>
              </a:ext>
            </a:extLst>
          </p:cNvPr>
          <p:cNvSpPr/>
          <p:nvPr/>
        </p:nvSpPr>
        <p:spPr>
          <a:xfrm>
            <a:off x="1260000" y="2205000"/>
            <a:ext cx="864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Clean</a:t>
            </a:r>
          </a:p>
        </p:txBody>
      </p:sp>
      <p:sp>
        <p:nvSpPr>
          <p:cNvPr id="60" name="Gleichschenkliges Dreieck 59">
            <a:extLst>
              <a:ext uri="{FF2B5EF4-FFF2-40B4-BE49-F238E27FC236}">
                <a16:creationId xmlns:a16="http://schemas.microsoft.com/office/drawing/2014/main" id="{5E1FEF67-ABC5-4373-BA4A-475B216AEB5E}"/>
              </a:ext>
            </a:extLst>
          </p:cNvPr>
          <p:cNvSpPr/>
          <p:nvPr/>
        </p:nvSpPr>
        <p:spPr>
          <a:xfrm rot="5400000">
            <a:off x="2196000" y="2349016"/>
            <a:ext cx="144016" cy="144016"/>
          </a:xfrm>
          <a:prstGeom prst="triangle">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6" name="Rechteck 65">
            <a:extLst>
              <a:ext uri="{FF2B5EF4-FFF2-40B4-BE49-F238E27FC236}">
                <a16:creationId xmlns:a16="http://schemas.microsoft.com/office/drawing/2014/main" id="{436B3845-45B6-4226-BE7D-5E304EF34972}"/>
              </a:ext>
            </a:extLst>
          </p:cNvPr>
          <p:cNvSpPr/>
          <p:nvPr/>
        </p:nvSpPr>
        <p:spPr>
          <a:xfrm>
            <a:off x="4716000" y="2205000"/>
            <a:ext cx="864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Augment</a:t>
            </a:r>
          </a:p>
        </p:txBody>
      </p:sp>
      <p:sp>
        <p:nvSpPr>
          <p:cNvPr id="67" name="Gleichschenkliges Dreieck 66">
            <a:extLst>
              <a:ext uri="{FF2B5EF4-FFF2-40B4-BE49-F238E27FC236}">
                <a16:creationId xmlns:a16="http://schemas.microsoft.com/office/drawing/2014/main" id="{F3EC9EF4-6CB5-4C11-AFB0-452BDEDD18F6}"/>
              </a:ext>
            </a:extLst>
          </p:cNvPr>
          <p:cNvSpPr/>
          <p:nvPr/>
        </p:nvSpPr>
        <p:spPr>
          <a:xfrm rot="5400000">
            <a:off x="3348000" y="2349016"/>
            <a:ext cx="144016" cy="144016"/>
          </a:xfrm>
          <a:prstGeom prst="triangle">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73" name="Gleichschenkliges Dreieck 72">
            <a:extLst>
              <a:ext uri="{FF2B5EF4-FFF2-40B4-BE49-F238E27FC236}">
                <a16:creationId xmlns:a16="http://schemas.microsoft.com/office/drawing/2014/main" id="{4FE538E4-2B59-4685-8B61-0302D91138DD}"/>
              </a:ext>
            </a:extLst>
          </p:cNvPr>
          <p:cNvSpPr/>
          <p:nvPr/>
        </p:nvSpPr>
        <p:spPr>
          <a:xfrm rot="5400000">
            <a:off x="4500000" y="2349000"/>
            <a:ext cx="144016" cy="144016"/>
          </a:xfrm>
          <a:prstGeom prst="triangle">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74" name="Rechteck 73">
            <a:extLst>
              <a:ext uri="{FF2B5EF4-FFF2-40B4-BE49-F238E27FC236}">
                <a16:creationId xmlns:a16="http://schemas.microsoft.com/office/drawing/2014/main" id="{43470660-8E3F-4972-A23E-69FFDCA836E0}"/>
              </a:ext>
            </a:extLst>
          </p:cNvPr>
          <p:cNvSpPr/>
          <p:nvPr/>
        </p:nvSpPr>
        <p:spPr>
          <a:xfrm>
            <a:off x="3564000" y="2205000"/>
            <a:ext cx="864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Merge</a:t>
            </a:r>
          </a:p>
        </p:txBody>
      </p:sp>
      <p:sp>
        <p:nvSpPr>
          <p:cNvPr id="75" name="Rechteck 74">
            <a:extLst>
              <a:ext uri="{FF2B5EF4-FFF2-40B4-BE49-F238E27FC236}">
                <a16:creationId xmlns:a16="http://schemas.microsoft.com/office/drawing/2014/main" id="{8A1259D6-7AD0-4AE4-BB23-5E2197EBB878}"/>
              </a:ext>
            </a:extLst>
          </p:cNvPr>
          <p:cNvSpPr/>
          <p:nvPr/>
        </p:nvSpPr>
        <p:spPr>
          <a:xfrm>
            <a:off x="7020000" y="2205000"/>
            <a:ext cx="864000" cy="432048"/>
          </a:xfrm>
          <a:prstGeom prst="rect">
            <a:avLst/>
          </a:prstGeom>
          <a:solidFill>
            <a:schemeClr val="bg1">
              <a:lumMod val="85000"/>
            </a:schemeClr>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Format</a:t>
            </a:r>
          </a:p>
        </p:txBody>
      </p:sp>
      <p:sp>
        <p:nvSpPr>
          <p:cNvPr id="76" name="Gleichschenkliges Dreieck 75">
            <a:extLst>
              <a:ext uri="{FF2B5EF4-FFF2-40B4-BE49-F238E27FC236}">
                <a16:creationId xmlns:a16="http://schemas.microsoft.com/office/drawing/2014/main" id="{A8DB7720-CE66-4AE5-B6C0-B2EBAA908473}"/>
              </a:ext>
            </a:extLst>
          </p:cNvPr>
          <p:cNvSpPr/>
          <p:nvPr/>
        </p:nvSpPr>
        <p:spPr>
          <a:xfrm rot="5400000">
            <a:off x="6778817" y="2349016"/>
            <a:ext cx="144016" cy="144016"/>
          </a:xfrm>
          <a:prstGeom prst="triangle">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5" name="Rechteck 4">
            <a:extLst>
              <a:ext uri="{FF2B5EF4-FFF2-40B4-BE49-F238E27FC236}">
                <a16:creationId xmlns:a16="http://schemas.microsoft.com/office/drawing/2014/main" id="{DBCA76AD-70CA-40EE-8E7A-5316D0243104}"/>
              </a:ext>
            </a:extLst>
          </p:cNvPr>
          <p:cNvSpPr/>
          <p:nvPr/>
        </p:nvSpPr>
        <p:spPr>
          <a:xfrm>
            <a:off x="108000" y="3573000"/>
            <a:ext cx="864000" cy="13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Search and Identify</a:t>
            </a:r>
            <a:br>
              <a:rPr lang="en-US" sz="800" dirty="0">
                <a:solidFill>
                  <a:schemeClr val="tx1"/>
                </a:solidFill>
              </a:rPr>
            </a:br>
            <a:r>
              <a:rPr lang="en-US" sz="800" dirty="0">
                <a:solidFill>
                  <a:schemeClr val="tx1"/>
                </a:solidFill>
              </a:rPr>
              <a:t>files to import</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Download contents</a:t>
            </a:r>
            <a:br>
              <a:rPr lang="en-US" sz="800" dirty="0">
                <a:solidFill>
                  <a:schemeClr val="tx1"/>
                </a:solidFill>
              </a:rPr>
            </a:br>
            <a:r>
              <a:rPr lang="en-US" sz="800" dirty="0">
                <a:solidFill>
                  <a:schemeClr val="tx1"/>
                </a:solidFill>
              </a:rPr>
              <a:t>from web pages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Initiate database</a:t>
            </a:r>
            <a:br>
              <a:rPr lang="en-US" sz="800" dirty="0">
                <a:solidFill>
                  <a:schemeClr val="tx1"/>
                </a:solidFill>
              </a:rPr>
            </a:br>
            <a:r>
              <a:rPr lang="en-US" sz="800" dirty="0">
                <a:solidFill>
                  <a:schemeClr val="tx1"/>
                </a:solidFill>
              </a:rPr>
              <a:t>exports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Load data from files:</a:t>
            </a:r>
            <a:br>
              <a:rPr lang="en-US" sz="800" dirty="0">
                <a:solidFill>
                  <a:schemeClr val="tx1"/>
                </a:solidFill>
              </a:rPr>
            </a:br>
            <a:r>
              <a:rPr lang="en-US" sz="800" dirty="0">
                <a:solidFill>
                  <a:schemeClr val="tx1"/>
                </a:solidFill>
              </a:rPr>
              <a:t>Excel, CSV,</a:t>
            </a:r>
            <a:br>
              <a:rPr lang="en-US" sz="800" dirty="0">
                <a:solidFill>
                  <a:schemeClr val="tx1"/>
                </a:solidFill>
              </a:rPr>
            </a:br>
            <a:r>
              <a:rPr lang="en-US" sz="800" dirty="0">
                <a:solidFill>
                  <a:schemeClr val="tx1"/>
                </a:solidFill>
              </a:rPr>
              <a:t>HTML, XML,</a:t>
            </a:r>
            <a:br>
              <a:rPr lang="en-US" sz="800" dirty="0">
                <a:solidFill>
                  <a:schemeClr val="tx1"/>
                </a:solidFill>
              </a:rPr>
            </a:br>
            <a:r>
              <a:rPr lang="en-US" sz="800" dirty="0">
                <a:solidFill>
                  <a:schemeClr val="tx1"/>
                </a:solidFill>
              </a:rPr>
              <a:t>JSON, ZIP, TXT</a:t>
            </a:r>
          </a:p>
        </p:txBody>
      </p:sp>
      <p:sp>
        <p:nvSpPr>
          <p:cNvPr id="78" name="Rechteck 77">
            <a:extLst>
              <a:ext uri="{FF2B5EF4-FFF2-40B4-BE49-F238E27FC236}">
                <a16:creationId xmlns:a16="http://schemas.microsoft.com/office/drawing/2014/main" id="{06074B2B-89F4-4DAA-A8F9-0AE1ECDBE1B4}"/>
              </a:ext>
            </a:extLst>
          </p:cNvPr>
          <p:cNvSpPr/>
          <p:nvPr/>
        </p:nvSpPr>
        <p:spPr>
          <a:xfrm>
            <a:off x="2412000" y="3573000"/>
            <a:ext cx="864000" cy="13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Identify relevant</a:t>
            </a:r>
            <a:br>
              <a:rPr lang="en-US" sz="800" dirty="0">
                <a:solidFill>
                  <a:schemeClr val="tx1"/>
                </a:solidFill>
              </a:rPr>
            </a:br>
            <a:r>
              <a:rPr lang="en-US" sz="800" dirty="0">
                <a:solidFill>
                  <a:schemeClr val="tx1"/>
                </a:solidFill>
              </a:rPr>
              <a:t>data</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Harmonize</a:t>
            </a:r>
            <a:br>
              <a:rPr lang="en-US" sz="800" dirty="0">
                <a:solidFill>
                  <a:schemeClr val="tx1"/>
                </a:solidFill>
              </a:rPr>
            </a:br>
            <a:r>
              <a:rPr lang="en-US" sz="800" dirty="0">
                <a:solidFill>
                  <a:schemeClr val="tx1"/>
                </a:solidFill>
              </a:rPr>
              <a:t>terminologies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Resolve</a:t>
            </a:r>
            <a:br>
              <a:rPr lang="en-US" sz="800" dirty="0">
                <a:solidFill>
                  <a:schemeClr val="tx1"/>
                </a:solidFill>
              </a:rPr>
            </a:br>
            <a:r>
              <a:rPr lang="en-US" sz="800" dirty="0">
                <a:solidFill>
                  <a:schemeClr val="tx1"/>
                </a:solidFill>
              </a:rPr>
              <a:t>inconsistencies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Fill missing data</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Eliminate</a:t>
            </a:r>
            <a:br>
              <a:rPr lang="en-US" sz="800" dirty="0">
                <a:solidFill>
                  <a:schemeClr val="tx1"/>
                </a:solidFill>
              </a:rPr>
            </a:br>
            <a:r>
              <a:rPr lang="en-US" sz="800" dirty="0">
                <a:solidFill>
                  <a:schemeClr val="tx1"/>
                </a:solidFill>
              </a:rPr>
              <a:t>duplications</a:t>
            </a:r>
          </a:p>
        </p:txBody>
      </p:sp>
      <p:sp>
        <p:nvSpPr>
          <p:cNvPr id="79" name="Rechteck 78">
            <a:extLst>
              <a:ext uri="{FF2B5EF4-FFF2-40B4-BE49-F238E27FC236}">
                <a16:creationId xmlns:a16="http://schemas.microsoft.com/office/drawing/2014/main" id="{4C0A20BC-BD5B-4160-A549-9EF41C86469D}"/>
              </a:ext>
            </a:extLst>
          </p:cNvPr>
          <p:cNvSpPr/>
          <p:nvPr/>
        </p:nvSpPr>
        <p:spPr>
          <a:xfrm>
            <a:off x="1260000" y="3573000"/>
            <a:ext cx="864000" cy="13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Clean syntax</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Check and </a:t>
            </a:r>
            <a:br>
              <a:rPr lang="en-US" sz="800" dirty="0">
                <a:solidFill>
                  <a:schemeClr val="tx1"/>
                </a:solidFill>
              </a:rPr>
            </a:br>
            <a:r>
              <a:rPr lang="en-US" sz="800" dirty="0">
                <a:solidFill>
                  <a:schemeClr val="tx1"/>
                </a:solidFill>
              </a:rPr>
              <a:t>align headers</a:t>
            </a:r>
            <a:br>
              <a:rPr lang="en-US" sz="800" dirty="0">
                <a:solidFill>
                  <a:schemeClr val="tx1"/>
                </a:solidFill>
              </a:rPr>
            </a:br>
            <a:r>
              <a:rPr lang="en-US" sz="800" dirty="0">
                <a:solidFill>
                  <a:schemeClr val="tx1"/>
                </a:solidFill>
              </a:rPr>
              <a:t>and structure</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Explore and </a:t>
            </a:r>
            <a:br>
              <a:rPr lang="en-US" sz="800" dirty="0">
                <a:solidFill>
                  <a:schemeClr val="tx1"/>
                </a:solidFill>
              </a:rPr>
            </a:br>
            <a:r>
              <a:rPr lang="en-US" sz="800" dirty="0">
                <a:solidFill>
                  <a:schemeClr val="tx1"/>
                </a:solidFill>
              </a:rPr>
              <a:t>extract sub-tables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Filter out data</a:t>
            </a:r>
            <a:br>
              <a:rPr lang="en-US" sz="800" dirty="0">
                <a:solidFill>
                  <a:schemeClr val="tx1"/>
                </a:solidFill>
              </a:rPr>
            </a:br>
            <a:r>
              <a:rPr lang="en-US" sz="800" dirty="0">
                <a:solidFill>
                  <a:schemeClr val="tx1"/>
                </a:solidFill>
              </a:rPr>
              <a:t>not needed</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Align number</a:t>
            </a:r>
            <a:br>
              <a:rPr lang="en-US" sz="800" dirty="0">
                <a:solidFill>
                  <a:schemeClr val="tx1"/>
                </a:solidFill>
              </a:rPr>
            </a:br>
            <a:r>
              <a:rPr lang="en-US" sz="800" dirty="0">
                <a:solidFill>
                  <a:schemeClr val="tx1"/>
                </a:solidFill>
              </a:rPr>
              <a:t>formats</a:t>
            </a:r>
          </a:p>
        </p:txBody>
      </p:sp>
      <p:sp>
        <p:nvSpPr>
          <p:cNvPr id="80" name="Rechteck 79">
            <a:extLst>
              <a:ext uri="{FF2B5EF4-FFF2-40B4-BE49-F238E27FC236}">
                <a16:creationId xmlns:a16="http://schemas.microsoft.com/office/drawing/2014/main" id="{995570BA-35A2-432E-9996-2A3554605267}"/>
              </a:ext>
            </a:extLst>
          </p:cNvPr>
          <p:cNvSpPr/>
          <p:nvPr/>
        </p:nvSpPr>
        <p:spPr>
          <a:xfrm>
            <a:off x="3564000" y="3573000"/>
            <a:ext cx="864000" cy="13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Merge </a:t>
            </a:r>
            <a:br>
              <a:rPr lang="en-US" sz="800" dirty="0">
                <a:solidFill>
                  <a:schemeClr val="tx1"/>
                </a:solidFill>
              </a:rPr>
            </a:br>
            <a:r>
              <a:rPr lang="en-US" sz="800" dirty="0">
                <a:solidFill>
                  <a:schemeClr val="tx1"/>
                </a:solidFill>
              </a:rPr>
              <a:t>multiple tables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Consolidate</a:t>
            </a:r>
            <a:br>
              <a:rPr lang="en-US" sz="800" dirty="0">
                <a:solidFill>
                  <a:schemeClr val="tx1"/>
                </a:solidFill>
              </a:rPr>
            </a:br>
            <a:r>
              <a:rPr lang="en-US" sz="800" dirty="0">
                <a:solidFill>
                  <a:schemeClr val="tx1"/>
                </a:solidFill>
              </a:rPr>
              <a:t>individual tables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Compare tables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Identify commonalities </a:t>
            </a:r>
            <a:br>
              <a:rPr lang="en-US" sz="800" dirty="0">
                <a:solidFill>
                  <a:schemeClr val="tx1"/>
                </a:solidFill>
              </a:rPr>
            </a:br>
            <a:r>
              <a:rPr lang="en-US" sz="800" dirty="0">
                <a:solidFill>
                  <a:schemeClr val="tx1"/>
                </a:solidFill>
              </a:rPr>
              <a:t>in multiple tables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Eliminate redundancies</a:t>
            </a:r>
          </a:p>
        </p:txBody>
      </p:sp>
      <p:sp>
        <p:nvSpPr>
          <p:cNvPr id="81" name="Rechteck 80">
            <a:extLst>
              <a:ext uri="{FF2B5EF4-FFF2-40B4-BE49-F238E27FC236}">
                <a16:creationId xmlns:a16="http://schemas.microsoft.com/office/drawing/2014/main" id="{D0FCDBB6-9C96-4B00-BC61-5843BDBD06B3}"/>
              </a:ext>
            </a:extLst>
          </p:cNvPr>
          <p:cNvSpPr/>
          <p:nvPr/>
        </p:nvSpPr>
        <p:spPr>
          <a:xfrm>
            <a:off x="4737634" y="3573000"/>
            <a:ext cx="864000" cy="13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Retrieve data</a:t>
            </a:r>
            <a:br>
              <a:rPr lang="en-US" sz="800" dirty="0">
                <a:solidFill>
                  <a:schemeClr val="tx1"/>
                </a:solidFill>
              </a:rPr>
            </a:br>
            <a:r>
              <a:rPr lang="en-US" sz="800" dirty="0">
                <a:solidFill>
                  <a:schemeClr val="tx1"/>
                </a:solidFill>
              </a:rPr>
              <a:t>from lookup tables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Add new calculated</a:t>
            </a:r>
            <a:br>
              <a:rPr lang="en-US" sz="800" dirty="0">
                <a:solidFill>
                  <a:schemeClr val="tx1"/>
                </a:solidFill>
              </a:rPr>
            </a:br>
            <a:r>
              <a:rPr lang="en-US" sz="800" dirty="0">
                <a:solidFill>
                  <a:schemeClr val="tx1"/>
                </a:solidFill>
              </a:rPr>
              <a:t>fields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Enrich the</a:t>
            </a:r>
            <a:br>
              <a:rPr lang="en-US" sz="800" dirty="0">
                <a:solidFill>
                  <a:schemeClr val="tx1"/>
                </a:solidFill>
              </a:rPr>
            </a:br>
            <a:r>
              <a:rPr lang="en-US" sz="800" dirty="0">
                <a:solidFill>
                  <a:schemeClr val="tx1"/>
                </a:solidFill>
              </a:rPr>
              <a:t>information value</a:t>
            </a:r>
          </a:p>
          <a:p>
            <a:pPr marL="88900" indent="-88900">
              <a:spcBef>
                <a:spcPts val="100"/>
              </a:spcBef>
              <a:spcAft>
                <a:spcPts val="100"/>
              </a:spcAft>
              <a:buClr>
                <a:schemeClr val="bg1">
                  <a:lumMod val="50000"/>
                </a:schemeClr>
              </a:buClr>
              <a:buFont typeface="Wingdings" panose="05000000000000000000" pitchFamily="2" charset="2"/>
              <a:buChar char="§"/>
            </a:pPr>
            <a:endParaRPr lang="en-US" sz="800" dirty="0">
              <a:solidFill>
                <a:schemeClr val="tx1"/>
              </a:solidFill>
            </a:endParaRPr>
          </a:p>
        </p:txBody>
      </p:sp>
      <p:sp>
        <p:nvSpPr>
          <p:cNvPr id="87" name="Rechteck 86">
            <a:extLst>
              <a:ext uri="{FF2B5EF4-FFF2-40B4-BE49-F238E27FC236}">
                <a16:creationId xmlns:a16="http://schemas.microsoft.com/office/drawing/2014/main" id="{98D2A44D-3F76-4FCB-8100-D6E3BC3257C7}"/>
              </a:ext>
            </a:extLst>
          </p:cNvPr>
          <p:cNvSpPr/>
          <p:nvPr/>
        </p:nvSpPr>
        <p:spPr>
          <a:xfrm>
            <a:off x="5868000" y="3573000"/>
            <a:ext cx="864000" cy="13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Analyze</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Calculate</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Pivots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Sort contents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Develop time</a:t>
            </a:r>
            <a:br>
              <a:rPr lang="en-US" sz="800" dirty="0">
                <a:solidFill>
                  <a:schemeClr val="tx1"/>
                </a:solidFill>
              </a:rPr>
            </a:br>
            <a:r>
              <a:rPr lang="en-US" sz="800" dirty="0">
                <a:solidFill>
                  <a:schemeClr val="tx1"/>
                </a:solidFill>
              </a:rPr>
              <a:t>schedules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Do statistics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Align results</a:t>
            </a:r>
          </a:p>
        </p:txBody>
      </p:sp>
      <p:sp>
        <p:nvSpPr>
          <p:cNvPr id="89" name="Rechteck 88">
            <a:extLst>
              <a:ext uri="{FF2B5EF4-FFF2-40B4-BE49-F238E27FC236}">
                <a16:creationId xmlns:a16="http://schemas.microsoft.com/office/drawing/2014/main" id="{EF199C2A-5543-45D5-A443-D813479DD658}"/>
              </a:ext>
            </a:extLst>
          </p:cNvPr>
          <p:cNvSpPr/>
          <p:nvPr/>
        </p:nvSpPr>
        <p:spPr>
          <a:xfrm>
            <a:off x="7020000" y="3573000"/>
            <a:ext cx="864000" cy="13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Sort and arrange</a:t>
            </a:r>
            <a:br>
              <a:rPr lang="en-US" sz="800" dirty="0">
                <a:solidFill>
                  <a:schemeClr val="tx1"/>
                </a:solidFill>
              </a:rPr>
            </a:br>
            <a:r>
              <a:rPr lang="en-US" sz="800" dirty="0">
                <a:solidFill>
                  <a:schemeClr val="tx1"/>
                </a:solidFill>
              </a:rPr>
              <a:t>rows and columns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Format numbers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Add style,</a:t>
            </a:r>
            <a:br>
              <a:rPr lang="en-US" sz="800" dirty="0">
                <a:solidFill>
                  <a:schemeClr val="tx1"/>
                </a:solidFill>
              </a:rPr>
            </a:br>
            <a:r>
              <a:rPr lang="en-US" sz="800" dirty="0">
                <a:solidFill>
                  <a:schemeClr val="tx1"/>
                </a:solidFill>
              </a:rPr>
              <a:t>formats and</a:t>
            </a:r>
            <a:br>
              <a:rPr lang="en-US" sz="800" dirty="0">
                <a:solidFill>
                  <a:schemeClr val="tx1"/>
                </a:solidFill>
              </a:rPr>
            </a:br>
            <a:r>
              <a:rPr lang="en-US" sz="800" dirty="0">
                <a:solidFill>
                  <a:schemeClr val="tx1"/>
                </a:solidFill>
              </a:rPr>
              <a:t>colors</a:t>
            </a:r>
          </a:p>
        </p:txBody>
      </p:sp>
      <p:sp>
        <p:nvSpPr>
          <p:cNvPr id="90" name="Rechteck 89">
            <a:extLst>
              <a:ext uri="{FF2B5EF4-FFF2-40B4-BE49-F238E27FC236}">
                <a16:creationId xmlns:a16="http://schemas.microsoft.com/office/drawing/2014/main" id="{351C833B-3397-43A3-84F1-3571C4FBD7D2}"/>
              </a:ext>
            </a:extLst>
          </p:cNvPr>
          <p:cNvSpPr/>
          <p:nvPr/>
        </p:nvSpPr>
        <p:spPr>
          <a:xfrm>
            <a:off x="8172000" y="3573000"/>
            <a:ext cx="864000" cy="13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Save data to files:</a:t>
            </a:r>
            <a:br>
              <a:rPr lang="en-US" sz="800" dirty="0">
                <a:solidFill>
                  <a:schemeClr val="tx1"/>
                </a:solidFill>
              </a:rPr>
            </a:br>
            <a:r>
              <a:rPr lang="en-US" sz="800" dirty="0">
                <a:solidFill>
                  <a:schemeClr val="tx1"/>
                </a:solidFill>
              </a:rPr>
              <a:t>Excel, CSV,</a:t>
            </a:r>
            <a:br>
              <a:rPr lang="en-US" sz="800" dirty="0">
                <a:solidFill>
                  <a:schemeClr val="tx1"/>
                </a:solidFill>
              </a:rPr>
            </a:br>
            <a:r>
              <a:rPr lang="en-US" sz="800" dirty="0">
                <a:solidFill>
                  <a:schemeClr val="tx1"/>
                </a:solidFill>
              </a:rPr>
              <a:t>HTML, XML,</a:t>
            </a:r>
            <a:br>
              <a:rPr lang="en-US" sz="800" dirty="0">
                <a:solidFill>
                  <a:schemeClr val="tx1"/>
                </a:solidFill>
              </a:rPr>
            </a:br>
            <a:r>
              <a:rPr lang="en-US" sz="800" dirty="0">
                <a:solidFill>
                  <a:schemeClr val="tx1"/>
                </a:solidFill>
              </a:rPr>
              <a:t>JSON, ZIP, TXT</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Initiate database</a:t>
            </a:r>
            <a:br>
              <a:rPr lang="en-US" sz="800" dirty="0">
                <a:solidFill>
                  <a:schemeClr val="tx1"/>
                </a:solidFill>
              </a:rPr>
            </a:br>
            <a:r>
              <a:rPr lang="en-US" sz="800" dirty="0">
                <a:solidFill>
                  <a:schemeClr val="tx1"/>
                </a:solidFill>
              </a:rPr>
              <a:t>imports</a:t>
            </a:r>
          </a:p>
          <a:p>
            <a:pPr marL="88900" indent="-88900">
              <a:spcBef>
                <a:spcPts val="100"/>
              </a:spcBef>
              <a:spcAft>
                <a:spcPts val="100"/>
              </a:spcAft>
              <a:buClr>
                <a:schemeClr val="bg1">
                  <a:lumMod val="50000"/>
                </a:schemeClr>
              </a:buClr>
              <a:buFont typeface="Wingdings" panose="05000000000000000000" pitchFamily="2" charset="2"/>
              <a:buChar char="§"/>
            </a:pPr>
            <a:r>
              <a:rPr lang="en-US" sz="800" dirty="0">
                <a:solidFill>
                  <a:schemeClr val="tx1"/>
                </a:solidFill>
              </a:rPr>
              <a:t>Trigger other</a:t>
            </a:r>
            <a:br>
              <a:rPr lang="en-US" sz="800" dirty="0">
                <a:solidFill>
                  <a:schemeClr val="tx1"/>
                </a:solidFill>
              </a:rPr>
            </a:br>
            <a:r>
              <a:rPr lang="en-US" sz="800" dirty="0">
                <a:solidFill>
                  <a:schemeClr val="tx1"/>
                </a:solidFill>
              </a:rPr>
              <a:t>SW that data is</a:t>
            </a:r>
            <a:br>
              <a:rPr lang="en-US" sz="800" dirty="0">
                <a:solidFill>
                  <a:schemeClr val="tx1"/>
                </a:solidFill>
              </a:rPr>
            </a:br>
            <a:r>
              <a:rPr lang="en-US" sz="800" dirty="0">
                <a:solidFill>
                  <a:schemeClr val="tx1"/>
                </a:solidFill>
              </a:rPr>
              <a:t>available</a:t>
            </a:r>
          </a:p>
        </p:txBody>
      </p:sp>
      <p:grpSp>
        <p:nvGrpSpPr>
          <p:cNvPr id="11" name="Gruppieren 10">
            <a:extLst>
              <a:ext uri="{FF2B5EF4-FFF2-40B4-BE49-F238E27FC236}">
                <a16:creationId xmlns:a16="http://schemas.microsoft.com/office/drawing/2014/main" id="{FF9C4564-CDFB-4920-8794-8A0194E904D1}"/>
              </a:ext>
            </a:extLst>
          </p:cNvPr>
          <p:cNvGrpSpPr/>
          <p:nvPr/>
        </p:nvGrpSpPr>
        <p:grpSpPr>
          <a:xfrm>
            <a:off x="7740000" y="1629000"/>
            <a:ext cx="431444" cy="576000"/>
            <a:chOff x="7789696" y="1644240"/>
            <a:chExt cx="431444" cy="576000"/>
          </a:xfrm>
        </p:grpSpPr>
        <p:sp>
          <p:nvSpPr>
            <p:cNvPr id="10" name="Ellipse 9">
              <a:extLst>
                <a:ext uri="{FF2B5EF4-FFF2-40B4-BE49-F238E27FC236}">
                  <a16:creationId xmlns:a16="http://schemas.microsoft.com/office/drawing/2014/main" id="{29DEBF4C-CC28-40BA-A33C-901310A9C956}"/>
                </a:ext>
              </a:extLst>
            </p:cNvPr>
            <p:cNvSpPr/>
            <p:nvPr/>
          </p:nvSpPr>
          <p:spPr>
            <a:xfrm>
              <a:off x="7815420" y="1814520"/>
              <a:ext cx="360000" cy="360000"/>
            </a:xfrm>
            <a:prstGeom prst="ellipse">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pic>
          <p:nvPicPr>
            <p:cNvPr id="58" name="Grafik 57">
              <a:extLst>
                <a:ext uri="{FF2B5EF4-FFF2-40B4-BE49-F238E27FC236}">
                  <a16:creationId xmlns:a16="http://schemas.microsoft.com/office/drawing/2014/main" id="{B16338E6-73EE-471D-8497-7214B814044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789696" y="1644240"/>
              <a:ext cx="431444" cy="576000"/>
            </a:xfrm>
            <a:prstGeom prst="rect">
              <a:avLst/>
            </a:prstGeom>
          </p:spPr>
        </p:pic>
      </p:grpSp>
      <p:sp>
        <p:nvSpPr>
          <p:cNvPr id="31" name="Rechteck 30">
            <a:extLst>
              <a:ext uri="{FF2B5EF4-FFF2-40B4-BE49-F238E27FC236}">
                <a16:creationId xmlns:a16="http://schemas.microsoft.com/office/drawing/2014/main" id="{30F74EE0-149B-4BA3-B080-27885A883204}"/>
              </a:ext>
            </a:extLst>
          </p:cNvPr>
          <p:cNvSpPr/>
          <p:nvPr/>
        </p:nvSpPr>
        <p:spPr>
          <a:xfrm>
            <a:off x="108000" y="1845000"/>
            <a:ext cx="216000" cy="2160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600" b="1" dirty="0">
                <a:solidFill>
                  <a:schemeClr val="tx1"/>
                </a:solidFill>
              </a:rPr>
              <a:t>A</a:t>
            </a:r>
          </a:p>
        </p:txBody>
      </p:sp>
      <p:sp>
        <p:nvSpPr>
          <p:cNvPr id="33" name="Rechteck 32">
            <a:extLst>
              <a:ext uri="{FF2B5EF4-FFF2-40B4-BE49-F238E27FC236}">
                <a16:creationId xmlns:a16="http://schemas.microsoft.com/office/drawing/2014/main" id="{61CDD45E-4FE8-4066-91D0-2C183A905726}"/>
              </a:ext>
            </a:extLst>
          </p:cNvPr>
          <p:cNvSpPr/>
          <p:nvPr/>
        </p:nvSpPr>
        <p:spPr>
          <a:xfrm>
            <a:off x="1260000" y="1845000"/>
            <a:ext cx="216000" cy="2160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600" b="1" dirty="0">
                <a:solidFill>
                  <a:schemeClr val="tx1"/>
                </a:solidFill>
              </a:rPr>
              <a:t>B</a:t>
            </a:r>
          </a:p>
        </p:txBody>
      </p:sp>
      <p:sp>
        <p:nvSpPr>
          <p:cNvPr id="34" name="Rechteck 33">
            <a:extLst>
              <a:ext uri="{FF2B5EF4-FFF2-40B4-BE49-F238E27FC236}">
                <a16:creationId xmlns:a16="http://schemas.microsoft.com/office/drawing/2014/main" id="{681EA0B9-CEB8-4F07-9B28-2252FE4DBAE2}"/>
              </a:ext>
            </a:extLst>
          </p:cNvPr>
          <p:cNvSpPr/>
          <p:nvPr/>
        </p:nvSpPr>
        <p:spPr>
          <a:xfrm>
            <a:off x="2412000" y="1845000"/>
            <a:ext cx="216000" cy="2160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600" b="1" dirty="0">
                <a:solidFill>
                  <a:schemeClr val="tx1"/>
                </a:solidFill>
              </a:rPr>
              <a:t>C</a:t>
            </a:r>
          </a:p>
        </p:txBody>
      </p:sp>
      <p:sp>
        <p:nvSpPr>
          <p:cNvPr id="35" name="Rechteck 34">
            <a:extLst>
              <a:ext uri="{FF2B5EF4-FFF2-40B4-BE49-F238E27FC236}">
                <a16:creationId xmlns:a16="http://schemas.microsoft.com/office/drawing/2014/main" id="{5D0B4DBB-7692-4801-9109-B66F435C0896}"/>
              </a:ext>
            </a:extLst>
          </p:cNvPr>
          <p:cNvSpPr/>
          <p:nvPr/>
        </p:nvSpPr>
        <p:spPr>
          <a:xfrm>
            <a:off x="3564000" y="1845000"/>
            <a:ext cx="216000" cy="2160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600" b="1" dirty="0">
                <a:solidFill>
                  <a:schemeClr val="tx1"/>
                </a:solidFill>
              </a:rPr>
              <a:t>D</a:t>
            </a:r>
          </a:p>
        </p:txBody>
      </p:sp>
      <p:sp>
        <p:nvSpPr>
          <p:cNvPr id="36" name="Rechteck 35">
            <a:extLst>
              <a:ext uri="{FF2B5EF4-FFF2-40B4-BE49-F238E27FC236}">
                <a16:creationId xmlns:a16="http://schemas.microsoft.com/office/drawing/2014/main" id="{F9DF5D53-B42B-4F76-8FB9-BC99DB111291}"/>
              </a:ext>
            </a:extLst>
          </p:cNvPr>
          <p:cNvSpPr/>
          <p:nvPr/>
        </p:nvSpPr>
        <p:spPr>
          <a:xfrm>
            <a:off x="4716000" y="1845000"/>
            <a:ext cx="216000" cy="2160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600" b="1" dirty="0">
                <a:solidFill>
                  <a:schemeClr val="tx1"/>
                </a:solidFill>
              </a:rPr>
              <a:t>E</a:t>
            </a:r>
          </a:p>
        </p:txBody>
      </p:sp>
      <p:sp>
        <p:nvSpPr>
          <p:cNvPr id="37" name="Rechteck 36">
            <a:extLst>
              <a:ext uri="{FF2B5EF4-FFF2-40B4-BE49-F238E27FC236}">
                <a16:creationId xmlns:a16="http://schemas.microsoft.com/office/drawing/2014/main" id="{64B18FC4-0886-4DC5-844F-F1263FF7FCED}"/>
              </a:ext>
            </a:extLst>
          </p:cNvPr>
          <p:cNvSpPr/>
          <p:nvPr/>
        </p:nvSpPr>
        <p:spPr>
          <a:xfrm>
            <a:off x="5868000" y="1845000"/>
            <a:ext cx="216000" cy="2160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600" b="1" dirty="0">
                <a:solidFill>
                  <a:schemeClr val="tx1"/>
                </a:solidFill>
              </a:rPr>
              <a:t>F</a:t>
            </a:r>
          </a:p>
        </p:txBody>
      </p:sp>
      <p:sp>
        <p:nvSpPr>
          <p:cNvPr id="38" name="Rechteck 37">
            <a:extLst>
              <a:ext uri="{FF2B5EF4-FFF2-40B4-BE49-F238E27FC236}">
                <a16:creationId xmlns:a16="http://schemas.microsoft.com/office/drawing/2014/main" id="{2BFD6B6D-B577-4D1B-9021-B5FE5143B9EB}"/>
              </a:ext>
            </a:extLst>
          </p:cNvPr>
          <p:cNvSpPr/>
          <p:nvPr/>
        </p:nvSpPr>
        <p:spPr>
          <a:xfrm>
            <a:off x="7020000" y="1845000"/>
            <a:ext cx="216000" cy="2160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600" b="1" dirty="0">
                <a:solidFill>
                  <a:schemeClr val="tx1"/>
                </a:solidFill>
              </a:rPr>
              <a:t>G</a:t>
            </a:r>
          </a:p>
        </p:txBody>
      </p:sp>
      <p:sp>
        <p:nvSpPr>
          <p:cNvPr id="39" name="Rechteck 38">
            <a:extLst>
              <a:ext uri="{FF2B5EF4-FFF2-40B4-BE49-F238E27FC236}">
                <a16:creationId xmlns:a16="http://schemas.microsoft.com/office/drawing/2014/main" id="{20ACDF6D-68F2-4BFB-8896-C0E5E12ED295}"/>
              </a:ext>
            </a:extLst>
          </p:cNvPr>
          <p:cNvSpPr/>
          <p:nvPr/>
        </p:nvSpPr>
        <p:spPr>
          <a:xfrm>
            <a:off x="8172000" y="1845000"/>
            <a:ext cx="216000" cy="216000"/>
          </a:xfrm>
          <a:prstGeom prst="rect">
            <a:avLst/>
          </a:pr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600" b="1" dirty="0">
                <a:solidFill>
                  <a:schemeClr val="tx1"/>
                </a:solidFill>
              </a:rPr>
              <a:t>H</a:t>
            </a:r>
          </a:p>
        </p:txBody>
      </p:sp>
      <p:sp>
        <p:nvSpPr>
          <p:cNvPr id="6" name="Rechteck 5">
            <a:extLst>
              <a:ext uri="{FF2B5EF4-FFF2-40B4-BE49-F238E27FC236}">
                <a16:creationId xmlns:a16="http://schemas.microsoft.com/office/drawing/2014/main" id="{80804526-A956-60CD-A48D-ACC87296F879}"/>
              </a:ext>
            </a:extLst>
          </p:cNvPr>
          <p:cNvSpPr/>
          <p:nvPr/>
        </p:nvSpPr>
        <p:spPr>
          <a:xfrm>
            <a:off x="108000" y="2709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a:spcBef>
                <a:spcPts val="100"/>
              </a:spcBef>
              <a:spcAft>
                <a:spcPts val="100"/>
              </a:spcAft>
              <a:buClr>
                <a:schemeClr val="bg1">
                  <a:lumMod val="50000"/>
                </a:schemeClr>
              </a:buClr>
            </a:pPr>
            <a:r>
              <a:rPr lang="en-US" sz="800" b="1" dirty="0">
                <a:solidFill>
                  <a:srgbClr val="0033CC"/>
                </a:solidFill>
              </a:rPr>
              <a:t>Bring data in from various sources, tables, big datasets, external files, streams, etc.</a:t>
            </a:r>
          </a:p>
        </p:txBody>
      </p:sp>
      <p:sp>
        <p:nvSpPr>
          <p:cNvPr id="7" name="Rechteck 6">
            <a:extLst>
              <a:ext uri="{FF2B5EF4-FFF2-40B4-BE49-F238E27FC236}">
                <a16:creationId xmlns:a16="http://schemas.microsoft.com/office/drawing/2014/main" id="{21137FE1-6B03-5569-86B5-98CC2D559726}"/>
              </a:ext>
            </a:extLst>
          </p:cNvPr>
          <p:cNvSpPr/>
          <p:nvPr/>
        </p:nvSpPr>
        <p:spPr>
          <a:xfrm>
            <a:off x="1260000" y="2709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a:spcBef>
                <a:spcPts val="100"/>
              </a:spcBef>
              <a:spcAft>
                <a:spcPts val="100"/>
              </a:spcAft>
              <a:buClr>
                <a:schemeClr val="bg1">
                  <a:lumMod val="50000"/>
                </a:schemeClr>
              </a:buClr>
            </a:pPr>
            <a:r>
              <a:rPr lang="en-US" sz="800" b="1" dirty="0">
                <a:solidFill>
                  <a:srgbClr val="0033CC"/>
                </a:solidFill>
              </a:rPr>
              <a:t>Remove errors, standardize formats, address missing values, outliers, etc.</a:t>
            </a:r>
          </a:p>
        </p:txBody>
      </p:sp>
      <p:sp>
        <p:nvSpPr>
          <p:cNvPr id="8" name="Rechteck 7">
            <a:extLst>
              <a:ext uri="{FF2B5EF4-FFF2-40B4-BE49-F238E27FC236}">
                <a16:creationId xmlns:a16="http://schemas.microsoft.com/office/drawing/2014/main" id="{5F0FBFCF-4B7F-F5C2-1C89-9653EC2A561B}"/>
              </a:ext>
            </a:extLst>
          </p:cNvPr>
          <p:cNvSpPr/>
          <p:nvPr/>
        </p:nvSpPr>
        <p:spPr>
          <a:xfrm>
            <a:off x="2412000" y="2709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a:spcBef>
                <a:spcPts val="100"/>
              </a:spcBef>
              <a:spcAft>
                <a:spcPts val="100"/>
              </a:spcAft>
              <a:buClr>
                <a:schemeClr val="bg1">
                  <a:lumMod val="50000"/>
                </a:schemeClr>
              </a:buClr>
            </a:pPr>
            <a:r>
              <a:rPr lang="en-US" sz="800" b="1" dirty="0">
                <a:solidFill>
                  <a:srgbClr val="0033CC"/>
                </a:solidFill>
              </a:rPr>
              <a:t>Check data against rules, ensure quality, constraints and consistency</a:t>
            </a:r>
          </a:p>
        </p:txBody>
      </p:sp>
      <p:sp>
        <p:nvSpPr>
          <p:cNvPr id="9" name="Rechteck 8">
            <a:extLst>
              <a:ext uri="{FF2B5EF4-FFF2-40B4-BE49-F238E27FC236}">
                <a16:creationId xmlns:a16="http://schemas.microsoft.com/office/drawing/2014/main" id="{85A5DA48-91AA-F417-9C81-0F3B103EB0FF}"/>
              </a:ext>
            </a:extLst>
          </p:cNvPr>
          <p:cNvSpPr/>
          <p:nvPr/>
        </p:nvSpPr>
        <p:spPr>
          <a:xfrm>
            <a:off x="3564000" y="2709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a:spcBef>
                <a:spcPts val="100"/>
              </a:spcBef>
              <a:spcAft>
                <a:spcPts val="100"/>
              </a:spcAft>
              <a:buClr>
                <a:schemeClr val="bg1">
                  <a:lumMod val="50000"/>
                </a:schemeClr>
              </a:buClr>
            </a:pPr>
            <a:r>
              <a:rPr lang="en-US" sz="800" b="1" dirty="0">
                <a:solidFill>
                  <a:srgbClr val="0033CC"/>
                </a:solidFill>
              </a:rPr>
              <a:t>Combine multiple datasets / tables, join operations, ensure integrity</a:t>
            </a:r>
          </a:p>
        </p:txBody>
      </p:sp>
      <p:sp>
        <p:nvSpPr>
          <p:cNvPr id="12" name="Rechteck 11">
            <a:extLst>
              <a:ext uri="{FF2B5EF4-FFF2-40B4-BE49-F238E27FC236}">
                <a16:creationId xmlns:a16="http://schemas.microsoft.com/office/drawing/2014/main" id="{838C6507-5FB0-73F7-E64B-29ACC9D943A8}"/>
              </a:ext>
            </a:extLst>
          </p:cNvPr>
          <p:cNvSpPr/>
          <p:nvPr/>
        </p:nvSpPr>
        <p:spPr>
          <a:xfrm>
            <a:off x="4716000" y="2709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a:spcBef>
                <a:spcPts val="100"/>
              </a:spcBef>
              <a:spcAft>
                <a:spcPts val="100"/>
              </a:spcAft>
              <a:buClr>
                <a:schemeClr val="bg1">
                  <a:lumMod val="50000"/>
                </a:schemeClr>
              </a:buClr>
            </a:pPr>
            <a:r>
              <a:rPr lang="en-US" sz="800" b="1" dirty="0">
                <a:solidFill>
                  <a:srgbClr val="0033CC"/>
                </a:solidFill>
              </a:rPr>
              <a:t>Enrich the data: add derived fields, look up further data, do augmentation</a:t>
            </a:r>
          </a:p>
        </p:txBody>
      </p:sp>
      <p:sp>
        <p:nvSpPr>
          <p:cNvPr id="13" name="Rechteck 12">
            <a:extLst>
              <a:ext uri="{FF2B5EF4-FFF2-40B4-BE49-F238E27FC236}">
                <a16:creationId xmlns:a16="http://schemas.microsoft.com/office/drawing/2014/main" id="{FC4F3647-B4E3-D983-A4B4-E51E427E6EDC}"/>
              </a:ext>
            </a:extLst>
          </p:cNvPr>
          <p:cNvSpPr/>
          <p:nvPr/>
        </p:nvSpPr>
        <p:spPr>
          <a:xfrm>
            <a:off x="5868000" y="2709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a:spcBef>
                <a:spcPts val="100"/>
              </a:spcBef>
              <a:spcAft>
                <a:spcPts val="100"/>
              </a:spcAft>
              <a:buClr>
                <a:schemeClr val="bg1">
                  <a:lumMod val="50000"/>
                </a:schemeClr>
              </a:buClr>
            </a:pPr>
            <a:r>
              <a:rPr lang="en-US" sz="800" b="1" dirty="0">
                <a:solidFill>
                  <a:srgbClr val="0033CC"/>
                </a:solidFill>
              </a:rPr>
              <a:t>Statistical / analytical operations, summarization, extracting insights</a:t>
            </a:r>
          </a:p>
        </p:txBody>
      </p:sp>
      <p:sp>
        <p:nvSpPr>
          <p:cNvPr id="14" name="Rechteck 13">
            <a:extLst>
              <a:ext uri="{FF2B5EF4-FFF2-40B4-BE49-F238E27FC236}">
                <a16:creationId xmlns:a16="http://schemas.microsoft.com/office/drawing/2014/main" id="{C4E54656-CE02-9D21-2CD7-FA74EA0340ED}"/>
              </a:ext>
            </a:extLst>
          </p:cNvPr>
          <p:cNvSpPr/>
          <p:nvPr/>
        </p:nvSpPr>
        <p:spPr>
          <a:xfrm>
            <a:off x="7020000" y="2709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a:spcBef>
                <a:spcPts val="100"/>
              </a:spcBef>
              <a:spcAft>
                <a:spcPts val="100"/>
              </a:spcAft>
              <a:buClr>
                <a:schemeClr val="bg1">
                  <a:lumMod val="50000"/>
                </a:schemeClr>
              </a:buClr>
            </a:pPr>
            <a:r>
              <a:rPr lang="en-US" sz="800" b="1" dirty="0">
                <a:solidFill>
                  <a:srgbClr val="0033CC"/>
                </a:solidFill>
              </a:rPr>
              <a:t>Shape outputs for presentation: formatting for human readability and generate reports</a:t>
            </a:r>
          </a:p>
        </p:txBody>
      </p:sp>
      <p:sp>
        <p:nvSpPr>
          <p:cNvPr id="15" name="Rechteck 14">
            <a:extLst>
              <a:ext uri="{FF2B5EF4-FFF2-40B4-BE49-F238E27FC236}">
                <a16:creationId xmlns:a16="http://schemas.microsoft.com/office/drawing/2014/main" id="{7F61BA6A-3C44-4A2B-1969-D8B1ABAE4EAA}"/>
              </a:ext>
            </a:extLst>
          </p:cNvPr>
          <p:cNvSpPr/>
          <p:nvPr/>
        </p:nvSpPr>
        <p:spPr>
          <a:xfrm>
            <a:off x="8172000" y="2709000"/>
            <a:ext cx="864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a:spcBef>
                <a:spcPts val="100"/>
              </a:spcBef>
              <a:spcAft>
                <a:spcPts val="100"/>
              </a:spcAft>
              <a:buClr>
                <a:schemeClr val="bg1">
                  <a:lumMod val="50000"/>
                </a:schemeClr>
              </a:buClr>
            </a:pPr>
            <a:r>
              <a:rPr lang="en-US" sz="800" b="1" dirty="0">
                <a:solidFill>
                  <a:srgbClr val="0033CC"/>
                </a:solidFill>
              </a:rPr>
              <a:t>Outputting data, exporting to files, databases and external systems</a:t>
            </a:r>
          </a:p>
        </p:txBody>
      </p:sp>
    </p:spTree>
    <p:extLst>
      <p:ext uri="{BB962C8B-B14F-4D97-AF65-F5344CB8AC3E}">
        <p14:creationId xmlns:p14="http://schemas.microsoft.com/office/powerpoint/2010/main" val="307380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Tables</a:t>
            </a:r>
            <a:br>
              <a:rPr lang="en-US" dirty="0"/>
            </a:br>
            <a:r>
              <a:rPr lang="en-US" dirty="0"/>
              <a:t>Introduction</a:t>
            </a:r>
          </a:p>
        </p:txBody>
      </p:sp>
      <p:sp>
        <p:nvSpPr>
          <p:cNvPr id="4" name="Textplatzhalter 3"/>
          <p:cNvSpPr>
            <a:spLocks noGrp="1"/>
          </p:cNvSpPr>
          <p:nvPr>
            <p:ph type="body" sz="quarter" idx="16"/>
          </p:nvPr>
        </p:nvSpPr>
        <p:spPr/>
        <p:txBody>
          <a:bodyPr/>
          <a:lstStyle/>
          <a:p>
            <a:r>
              <a:rPr lang="en-US" dirty="0" err="1"/>
              <a:t>TAB_Input_Data</a:t>
            </a:r>
            <a:endParaRPr lang="en-US" dirty="0"/>
          </a:p>
        </p:txBody>
      </p:sp>
      <p:sp>
        <p:nvSpPr>
          <p:cNvPr id="6" name="Rechteck 5">
            <a:extLst>
              <a:ext uri="{FF2B5EF4-FFF2-40B4-BE49-F238E27FC236}">
                <a16:creationId xmlns:a16="http://schemas.microsoft.com/office/drawing/2014/main" id="{BFB209F6-A947-770E-E282-2F6BB609BA3F}"/>
              </a:ext>
            </a:extLst>
          </p:cNvPr>
          <p:cNvSpPr/>
          <p:nvPr/>
        </p:nvSpPr>
        <p:spPr>
          <a:xfrm>
            <a:off x="398153" y="1125000"/>
            <a:ext cx="7989847" cy="2160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Input 1: </a:t>
            </a:r>
            <a:r>
              <a:rPr lang="de-DE" sz="1200" dirty="0">
                <a:solidFill>
                  <a:schemeClr val="tx1"/>
                </a:solidFill>
              </a:rPr>
              <a:t>de.wikipedia.org/</a:t>
            </a:r>
            <a:r>
              <a:rPr lang="de-DE" sz="1200" dirty="0" err="1">
                <a:solidFill>
                  <a:schemeClr val="tx1"/>
                </a:solidFill>
              </a:rPr>
              <a:t>wiki</a:t>
            </a:r>
            <a:r>
              <a:rPr lang="de-DE" sz="1200" dirty="0">
                <a:solidFill>
                  <a:schemeClr val="tx1"/>
                </a:solidFill>
              </a:rPr>
              <a:t>/</a:t>
            </a:r>
            <a:r>
              <a:rPr lang="de-DE" sz="1200" dirty="0" err="1">
                <a:solidFill>
                  <a:schemeClr val="tx1"/>
                </a:solidFill>
              </a:rPr>
              <a:t>Liste_der_Staaten_der_Erde</a:t>
            </a:r>
            <a:endParaRPr lang="en-US" sz="1200" dirty="0">
              <a:solidFill>
                <a:schemeClr val="tx1"/>
              </a:solidFill>
            </a:endParaRPr>
          </a:p>
        </p:txBody>
      </p:sp>
      <p:sp>
        <p:nvSpPr>
          <p:cNvPr id="7" name="Rechteck 6">
            <a:extLst>
              <a:ext uri="{FF2B5EF4-FFF2-40B4-BE49-F238E27FC236}">
                <a16:creationId xmlns:a16="http://schemas.microsoft.com/office/drawing/2014/main" id="{EB058784-2A12-2737-E34E-401642B8A76C}"/>
              </a:ext>
            </a:extLst>
          </p:cNvPr>
          <p:cNvSpPr/>
          <p:nvPr/>
        </p:nvSpPr>
        <p:spPr>
          <a:xfrm>
            <a:off x="396000" y="3429000"/>
            <a:ext cx="7989847" cy="2160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Input 2: </a:t>
            </a:r>
            <a:r>
              <a:rPr lang="en-US" sz="1200" dirty="0">
                <a:solidFill>
                  <a:schemeClr val="tx1"/>
                </a:solidFill>
              </a:rPr>
              <a:t>en.wikipedia.org/wiki/</a:t>
            </a:r>
            <a:r>
              <a:rPr lang="en-US" sz="1200" dirty="0" err="1">
                <a:solidFill>
                  <a:schemeClr val="tx1"/>
                </a:solidFill>
              </a:rPr>
              <a:t>List_of_countries_by_population</a:t>
            </a:r>
            <a:r>
              <a:rPr lang="en-US" sz="1200" dirty="0">
                <a:solidFill>
                  <a:schemeClr val="tx1"/>
                </a:solidFill>
              </a:rPr>
              <a:t>_(</a:t>
            </a:r>
            <a:r>
              <a:rPr lang="en-US" sz="1200" dirty="0" err="1">
                <a:solidFill>
                  <a:schemeClr val="tx1"/>
                </a:solidFill>
              </a:rPr>
              <a:t>United_Nations</a:t>
            </a:r>
            <a:r>
              <a:rPr lang="en-US" sz="1200" dirty="0">
                <a:solidFill>
                  <a:schemeClr val="tx1"/>
                </a:solidFill>
              </a:rPr>
              <a:t>)</a:t>
            </a:r>
          </a:p>
        </p:txBody>
      </p:sp>
      <p:pic>
        <p:nvPicPr>
          <p:cNvPr id="9" name="Grafik 8">
            <a:extLst>
              <a:ext uri="{FF2B5EF4-FFF2-40B4-BE49-F238E27FC236}">
                <a16:creationId xmlns:a16="http://schemas.microsoft.com/office/drawing/2014/main" id="{F7FB82EA-37F6-E65C-730F-9A8DEF7D9DD0}"/>
              </a:ext>
            </a:extLst>
          </p:cNvPr>
          <p:cNvPicPr>
            <a:picLocks noChangeAspect="1"/>
          </p:cNvPicPr>
          <p:nvPr/>
        </p:nvPicPr>
        <p:blipFill>
          <a:blip r:embed="rId2"/>
          <a:stretch>
            <a:fillRect/>
          </a:stretch>
        </p:blipFill>
        <p:spPr>
          <a:xfrm>
            <a:off x="972001" y="3716999"/>
            <a:ext cx="5760000" cy="1739435"/>
          </a:xfrm>
          <a:prstGeom prst="rect">
            <a:avLst/>
          </a:prstGeom>
        </p:spPr>
      </p:pic>
      <p:pic>
        <p:nvPicPr>
          <p:cNvPr id="13" name="Grafik 12">
            <a:extLst>
              <a:ext uri="{FF2B5EF4-FFF2-40B4-BE49-F238E27FC236}">
                <a16:creationId xmlns:a16="http://schemas.microsoft.com/office/drawing/2014/main" id="{69B31A50-9851-2067-E889-D0B4D55D4B90}"/>
              </a:ext>
            </a:extLst>
          </p:cNvPr>
          <p:cNvPicPr>
            <a:picLocks noChangeAspect="1"/>
          </p:cNvPicPr>
          <p:nvPr/>
        </p:nvPicPr>
        <p:blipFill>
          <a:blip r:embed="rId3"/>
          <a:stretch>
            <a:fillRect/>
          </a:stretch>
        </p:blipFill>
        <p:spPr>
          <a:xfrm>
            <a:off x="972001" y="1413000"/>
            <a:ext cx="5760000" cy="1649689"/>
          </a:xfrm>
          <a:prstGeom prst="rect">
            <a:avLst/>
          </a:prstGeom>
        </p:spPr>
      </p:pic>
    </p:spTree>
    <p:extLst>
      <p:ext uri="{BB962C8B-B14F-4D97-AF65-F5344CB8AC3E}">
        <p14:creationId xmlns:p14="http://schemas.microsoft.com/office/powerpoint/2010/main" val="3466814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02EB211E-D11D-1D38-C8C6-E3B1666DA798}"/>
              </a:ext>
            </a:extLst>
          </p:cNvPr>
          <p:cNvSpPr/>
          <p:nvPr/>
        </p:nvSpPr>
        <p:spPr>
          <a:xfrm>
            <a:off x="398153" y="1125000"/>
            <a:ext cx="7989847" cy="2232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Output 1: </a:t>
            </a:r>
            <a:r>
              <a:rPr lang="de-DE" sz="1200" dirty="0">
                <a:solidFill>
                  <a:schemeClr val="tx1"/>
                </a:solidFill>
              </a:rPr>
              <a:t>Sheet „Countries“</a:t>
            </a:r>
            <a:endParaRPr lang="en-US" sz="1200" dirty="0">
              <a:solidFill>
                <a:schemeClr val="tx1"/>
              </a:solidFill>
            </a:endParaRPr>
          </a:p>
        </p:txBody>
      </p:sp>
      <p:sp>
        <p:nvSpPr>
          <p:cNvPr id="11" name="Rechteck 10">
            <a:extLst>
              <a:ext uri="{FF2B5EF4-FFF2-40B4-BE49-F238E27FC236}">
                <a16:creationId xmlns:a16="http://schemas.microsoft.com/office/drawing/2014/main" id="{DBE7E4BB-2C06-41E5-924C-31A52284F90C}"/>
              </a:ext>
            </a:extLst>
          </p:cNvPr>
          <p:cNvSpPr/>
          <p:nvPr/>
        </p:nvSpPr>
        <p:spPr>
          <a:xfrm>
            <a:off x="396000" y="3429000"/>
            <a:ext cx="7989847" cy="2232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Output 2: </a:t>
            </a:r>
            <a:r>
              <a:rPr lang="de-DE" sz="1200" dirty="0">
                <a:solidFill>
                  <a:schemeClr val="tx1"/>
                </a:solidFill>
              </a:rPr>
              <a:t>Sheet „</a:t>
            </a:r>
            <a:r>
              <a:rPr lang="de-DE" sz="1200" dirty="0" err="1">
                <a:solidFill>
                  <a:schemeClr val="tx1"/>
                </a:solidFill>
              </a:rPr>
              <a:t>Histogram</a:t>
            </a:r>
            <a:r>
              <a:rPr lang="de-DE" sz="1200" dirty="0">
                <a:solidFill>
                  <a:schemeClr val="tx1"/>
                </a:solidFill>
              </a:rPr>
              <a:t>“</a:t>
            </a:r>
            <a:endParaRPr lang="en-US" sz="1200" dirty="0">
              <a:solidFill>
                <a:schemeClr val="tx1"/>
              </a:solidFill>
            </a:endParaRPr>
          </a:p>
        </p:txBody>
      </p:sp>
      <p:sp>
        <p:nvSpPr>
          <p:cNvPr id="2" name="Titel 1"/>
          <p:cNvSpPr>
            <a:spLocks noGrp="1"/>
          </p:cNvSpPr>
          <p:nvPr>
            <p:ph type="title"/>
          </p:nvPr>
        </p:nvSpPr>
        <p:spPr/>
        <p:txBody>
          <a:bodyPr/>
          <a:lstStyle/>
          <a:p>
            <a:r>
              <a:rPr lang="en-US" dirty="0"/>
              <a:t>Tables</a:t>
            </a:r>
            <a:br>
              <a:rPr lang="en-US" dirty="0"/>
            </a:br>
            <a:r>
              <a:rPr lang="en-US" dirty="0"/>
              <a:t>Introduction</a:t>
            </a:r>
          </a:p>
        </p:txBody>
      </p:sp>
      <p:sp>
        <p:nvSpPr>
          <p:cNvPr id="4" name="Textplatzhalter 3"/>
          <p:cNvSpPr>
            <a:spLocks noGrp="1"/>
          </p:cNvSpPr>
          <p:nvPr>
            <p:ph type="body" sz="quarter" idx="16"/>
          </p:nvPr>
        </p:nvSpPr>
        <p:spPr/>
        <p:txBody>
          <a:bodyPr/>
          <a:lstStyle/>
          <a:p>
            <a:r>
              <a:rPr lang="en-US" dirty="0" err="1"/>
              <a:t>TAB_Output_Data</a:t>
            </a:r>
            <a:endParaRPr lang="en-US" dirty="0"/>
          </a:p>
        </p:txBody>
      </p:sp>
      <p:pic>
        <p:nvPicPr>
          <p:cNvPr id="8" name="Grafik 7">
            <a:extLst>
              <a:ext uri="{FF2B5EF4-FFF2-40B4-BE49-F238E27FC236}">
                <a16:creationId xmlns:a16="http://schemas.microsoft.com/office/drawing/2014/main" id="{18EF8558-E2B3-4D0A-35B0-C2D2182AC4DB}"/>
              </a:ext>
            </a:extLst>
          </p:cNvPr>
          <p:cNvPicPr>
            <a:picLocks noChangeAspect="1"/>
          </p:cNvPicPr>
          <p:nvPr/>
        </p:nvPicPr>
        <p:blipFill>
          <a:blip r:embed="rId2"/>
          <a:stretch>
            <a:fillRect/>
          </a:stretch>
        </p:blipFill>
        <p:spPr>
          <a:xfrm>
            <a:off x="2412000" y="3717000"/>
            <a:ext cx="5832000" cy="1570797"/>
          </a:xfrm>
          <a:prstGeom prst="rect">
            <a:avLst/>
          </a:prstGeom>
          <a:solidFill>
            <a:schemeClr val="bg1"/>
          </a:solidFill>
        </p:spPr>
      </p:pic>
      <p:pic>
        <p:nvPicPr>
          <p:cNvPr id="12" name="Grafik 11">
            <a:extLst>
              <a:ext uri="{FF2B5EF4-FFF2-40B4-BE49-F238E27FC236}">
                <a16:creationId xmlns:a16="http://schemas.microsoft.com/office/drawing/2014/main" id="{62BCBCF2-F7F2-9F07-0672-A9BE66D1DFE3}"/>
              </a:ext>
            </a:extLst>
          </p:cNvPr>
          <p:cNvPicPr>
            <a:picLocks noChangeAspect="1"/>
          </p:cNvPicPr>
          <p:nvPr/>
        </p:nvPicPr>
        <p:blipFill>
          <a:blip r:embed="rId3"/>
          <a:stretch>
            <a:fillRect/>
          </a:stretch>
        </p:blipFill>
        <p:spPr>
          <a:xfrm>
            <a:off x="2412000" y="2102796"/>
            <a:ext cx="5832000" cy="1110204"/>
          </a:xfrm>
          <a:prstGeom prst="rect">
            <a:avLst/>
          </a:prstGeom>
          <a:solidFill>
            <a:schemeClr val="bg1"/>
          </a:solidFill>
        </p:spPr>
      </p:pic>
      <p:pic>
        <p:nvPicPr>
          <p:cNvPr id="14" name="Grafik 13">
            <a:extLst>
              <a:ext uri="{FF2B5EF4-FFF2-40B4-BE49-F238E27FC236}">
                <a16:creationId xmlns:a16="http://schemas.microsoft.com/office/drawing/2014/main" id="{DA209ECA-BC2E-0879-D00D-F0C25CE69638}"/>
              </a:ext>
            </a:extLst>
          </p:cNvPr>
          <p:cNvPicPr>
            <a:picLocks noChangeAspect="1"/>
          </p:cNvPicPr>
          <p:nvPr/>
        </p:nvPicPr>
        <p:blipFill>
          <a:blip r:embed="rId4"/>
          <a:stretch>
            <a:fillRect/>
          </a:stretch>
        </p:blipFill>
        <p:spPr>
          <a:xfrm>
            <a:off x="2412000" y="1310796"/>
            <a:ext cx="5832000" cy="699018"/>
          </a:xfrm>
          <a:prstGeom prst="rect">
            <a:avLst/>
          </a:prstGeom>
          <a:solidFill>
            <a:schemeClr val="bg1"/>
          </a:solidFill>
        </p:spPr>
      </p:pic>
    </p:spTree>
    <p:extLst>
      <p:ext uri="{BB962C8B-B14F-4D97-AF65-F5344CB8AC3E}">
        <p14:creationId xmlns:p14="http://schemas.microsoft.com/office/powerpoint/2010/main" val="1345044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hteck 16">
            <a:extLst>
              <a:ext uri="{FF2B5EF4-FFF2-40B4-BE49-F238E27FC236}">
                <a16:creationId xmlns:a16="http://schemas.microsoft.com/office/drawing/2014/main" id="{B9D1EF18-D332-0595-F25A-FB0CFD17C5FF}"/>
              </a:ext>
            </a:extLst>
          </p:cNvPr>
          <p:cNvSpPr/>
          <p:nvPr/>
        </p:nvSpPr>
        <p:spPr>
          <a:xfrm>
            <a:off x="540000" y="3141000"/>
            <a:ext cx="8496000" cy="28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Transactions</a:t>
            </a:r>
          </a:p>
        </p:txBody>
      </p:sp>
      <p:sp>
        <p:nvSpPr>
          <p:cNvPr id="18" name="Trapezoid 17">
            <a:extLst>
              <a:ext uri="{FF2B5EF4-FFF2-40B4-BE49-F238E27FC236}">
                <a16:creationId xmlns:a16="http://schemas.microsoft.com/office/drawing/2014/main" id="{3E8DB126-0694-0935-D03F-DE4F1ABF37A7}"/>
              </a:ext>
            </a:extLst>
          </p:cNvPr>
          <p:cNvSpPr/>
          <p:nvPr/>
        </p:nvSpPr>
        <p:spPr>
          <a:xfrm>
            <a:off x="3609975" y="3141000"/>
            <a:ext cx="3508050" cy="288000"/>
          </a:xfrm>
          <a:prstGeom prst="trapezoid">
            <a:avLst>
              <a:gd name="adj" fmla="val 70640"/>
            </a:avLst>
          </a:prstGeom>
          <a:solidFill>
            <a:srgbClr val="EAC1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21" name="Rechteck 120">
            <a:extLst>
              <a:ext uri="{FF2B5EF4-FFF2-40B4-BE49-F238E27FC236}">
                <a16:creationId xmlns:a16="http://schemas.microsoft.com/office/drawing/2014/main" id="{ACC0399D-17F5-4015-863B-0EC1D5A2291E}"/>
              </a:ext>
            </a:extLst>
          </p:cNvPr>
          <p:cNvSpPr/>
          <p:nvPr/>
        </p:nvSpPr>
        <p:spPr>
          <a:xfrm>
            <a:off x="540000" y="3501000"/>
            <a:ext cx="8496000" cy="28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Assignments</a:t>
            </a:r>
          </a:p>
        </p:txBody>
      </p:sp>
      <p:sp>
        <p:nvSpPr>
          <p:cNvPr id="11" name="Trapezoid 10">
            <a:extLst>
              <a:ext uri="{FF2B5EF4-FFF2-40B4-BE49-F238E27FC236}">
                <a16:creationId xmlns:a16="http://schemas.microsoft.com/office/drawing/2014/main" id="{95EC3E0B-C371-266F-A7E6-FF02CF44CAE2}"/>
              </a:ext>
            </a:extLst>
          </p:cNvPr>
          <p:cNvSpPr/>
          <p:nvPr/>
        </p:nvSpPr>
        <p:spPr>
          <a:xfrm>
            <a:off x="3348000" y="3501000"/>
            <a:ext cx="4032000" cy="288000"/>
          </a:xfrm>
          <a:prstGeom prst="trapezoid">
            <a:avLst>
              <a:gd name="adj" fmla="val 71742"/>
            </a:avLst>
          </a:prstGeom>
          <a:solidFill>
            <a:srgbClr val="C1E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26" name="Rechteck 125">
            <a:extLst>
              <a:ext uri="{FF2B5EF4-FFF2-40B4-BE49-F238E27FC236}">
                <a16:creationId xmlns:a16="http://schemas.microsoft.com/office/drawing/2014/main" id="{CF876EC3-C55E-4ADE-B4B5-52D24FD7AA60}"/>
              </a:ext>
            </a:extLst>
          </p:cNvPr>
          <p:cNvSpPr/>
          <p:nvPr/>
        </p:nvSpPr>
        <p:spPr>
          <a:xfrm>
            <a:off x="540000" y="3861000"/>
            <a:ext cx="8496000" cy="28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Expressions</a:t>
            </a:r>
          </a:p>
        </p:txBody>
      </p:sp>
      <p:sp>
        <p:nvSpPr>
          <p:cNvPr id="8" name="Trapezoid 7">
            <a:extLst>
              <a:ext uri="{FF2B5EF4-FFF2-40B4-BE49-F238E27FC236}">
                <a16:creationId xmlns:a16="http://schemas.microsoft.com/office/drawing/2014/main" id="{8A2EF7BD-5D84-ECC4-DC4C-35313208E43D}"/>
              </a:ext>
            </a:extLst>
          </p:cNvPr>
          <p:cNvSpPr/>
          <p:nvPr/>
        </p:nvSpPr>
        <p:spPr>
          <a:xfrm>
            <a:off x="3071813" y="3861000"/>
            <a:ext cx="4596187" cy="288000"/>
          </a:xfrm>
          <a:prstGeom prst="trapezoid">
            <a:avLst>
              <a:gd name="adj" fmla="val 76153"/>
            </a:avLst>
          </a:prstGeom>
          <a:solidFill>
            <a:srgbClr val="99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66" name="Rechteck 65">
            <a:extLst>
              <a:ext uri="{FF2B5EF4-FFF2-40B4-BE49-F238E27FC236}">
                <a16:creationId xmlns:a16="http://schemas.microsoft.com/office/drawing/2014/main" id="{D7C282CA-03E0-432E-90D2-46A21ADDEB6B}"/>
              </a:ext>
            </a:extLst>
          </p:cNvPr>
          <p:cNvSpPr/>
          <p:nvPr/>
        </p:nvSpPr>
        <p:spPr>
          <a:xfrm>
            <a:off x="540000" y="5733000"/>
            <a:ext cx="8496000" cy="28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Fundament</a:t>
            </a:r>
          </a:p>
        </p:txBody>
      </p:sp>
      <p:sp>
        <p:nvSpPr>
          <p:cNvPr id="104" name="Rechteck 103">
            <a:extLst>
              <a:ext uri="{FF2B5EF4-FFF2-40B4-BE49-F238E27FC236}">
                <a16:creationId xmlns:a16="http://schemas.microsoft.com/office/drawing/2014/main" id="{BDBFE104-73F4-4BA9-A3EF-E0F1D3D78B3B}"/>
              </a:ext>
            </a:extLst>
          </p:cNvPr>
          <p:cNvSpPr/>
          <p:nvPr/>
        </p:nvSpPr>
        <p:spPr>
          <a:xfrm>
            <a:off x="540000" y="5229000"/>
            <a:ext cx="8496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Data Types</a:t>
            </a:r>
          </a:p>
        </p:txBody>
      </p:sp>
      <p:sp>
        <p:nvSpPr>
          <p:cNvPr id="108" name="Rechteck 107">
            <a:extLst>
              <a:ext uri="{FF2B5EF4-FFF2-40B4-BE49-F238E27FC236}">
                <a16:creationId xmlns:a16="http://schemas.microsoft.com/office/drawing/2014/main" id="{9E0E2376-6D13-4DDE-9364-CF47A8A51392}"/>
              </a:ext>
            </a:extLst>
          </p:cNvPr>
          <p:cNvSpPr/>
          <p:nvPr/>
        </p:nvSpPr>
        <p:spPr>
          <a:xfrm>
            <a:off x="540000" y="4725000"/>
            <a:ext cx="8496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Variables, Tables</a:t>
            </a:r>
          </a:p>
        </p:txBody>
      </p:sp>
      <p:sp>
        <p:nvSpPr>
          <p:cNvPr id="131" name="Rechteck 130">
            <a:extLst>
              <a:ext uri="{FF2B5EF4-FFF2-40B4-BE49-F238E27FC236}">
                <a16:creationId xmlns:a16="http://schemas.microsoft.com/office/drawing/2014/main" id="{E468455B-7FD0-4EFE-B29D-9815F3D10ADD}"/>
              </a:ext>
            </a:extLst>
          </p:cNvPr>
          <p:cNvSpPr/>
          <p:nvPr/>
        </p:nvSpPr>
        <p:spPr>
          <a:xfrm>
            <a:off x="540000" y="4221000"/>
            <a:ext cx="8496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Calculations, Comparisons</a:t>
            </a:r>
          </a:p>
        </p:txBody>
      </p:sp>
      <p:sp>
        <p:nvSpPr>
          <p:cNvPr id="110" name="Rechteck 109">
            <a:extLst>
              <a:ext uri="{FF2B5EF4-FFF2-40B4-BE49-F238E27FC236}">
                <a16:creationId xmlns:a16="http://schemas.microsoft.com/office/drawing/2014/main" id="{CB9C0CD7-0523-4FC2-BAC1-403F4784D435}"/>
              </a:ext>
            </a:extLst>
          </p:cNvPr>
          <p:cNvSpPr/>
          <p:nvPr/>
        </p:nvSpPr>
        <p:spPr>
          <a:xfrm>
            <a:off x="540000" y="2637000"/>
            <a:ext cx="8496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Procedures, Functions, Control Flow</a:t>
            </a:r>
          </a:p>
        </p:txBody>
      </p:sp>
      <p:sp>
        <p:nvSpPr>
          <p:cNvPr id="109" name="Rechteck 108">
            <a:extLst>
              <a:ext uri="{FF2B5EF4-FFF2-40B4-BE49-F238E27FC236}">
                <a16:creationId xmlns:a16="http://schemas.microsoft.com/office/drawing/2014/main" id="{D74EEDAB-9C7B-497C-9AE9-2B40C560D2FF}"/>
              </a:ext>
            </a:extLst>
          </p:cNvPr>
          <p:cNvSpPr/>
          <p:nvPr/>
        </p:nvSpPr>
        <p:spPr>
          <a:xfrm>
            <a:off x="540000" y="2277000"/>
            <a:ext cx="8496000" cy="28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Language Framework</a:t>
            </a:r>
          </a:p>
        </p:txBody>
      </p:sp>
      <p:sp>
        <p:nvSpPr>
          <p:cNvPr id="67" name="Rechteck 66">
            <a:extLst>
              <a:ext uri="{FF2B5EF4-FFF2-40B4-BE49-F238E27FC236}">
                <a16:creationId xmlns:a16="http://schemas.microsoft.com/office/drawing/2014/main" id="{6E8CDEE8-8744-46BF-ADBE-5DBFE1910F6C}"/>
              </a:ext>
            </a:extLst>
          </p:cNvPr>
          <p:cNvSpPr/>
          <p:nvPr/>
        </p:nvSpPr>
        <p:spPr>
          <a:xfrm>
            <a:off x="540000" y="1053000"/>
            <a:ext cx="8496000" cy="115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Programs, Files</a:t>
            </a:r>
          </a:p>
        </p:txBody>
      </p:sp>
      <p:sp>
        <p:nvSpPr>
          <p:cNvPr id="92" name="Freihandform: Form 91">
            <a:extLst>
              <a:ext uri="{FF2B5EF4-FFF2-40B4-BE49-F238E27FC236}">
                <a16:creationId xmlns:a16="http://schemas.microsoft.com/office/drawing/2014/main" id="{35491E2C-336A-455A-844B-E7F6A785097D}"/>
              </a:ext>
            </a:extLst>
          </p:cNvPr>
          <p:cNvSpPr/>
          <p:nvPr/>
        </p:nvSpPr>
        <p:spPr>
          <a:xfrm>
            <a:off x="4500000" y="1053000"/>
            <a:ext cx="1728000" cy="1152000"/>
          </a:xfrm>
          <a:custGeom>
            <a:avLst/>
            <a:gdLst>
              <a:gd name="connsiteX0" fmla="*/ 798261 w 1596522"/>
              <a:gd name="connsiteY0" fmla="*/ 0 h 1080000"/>
              <a:gd name="connsiteX1" fmla="*/ 1596522 w 1596522"/>
              <a:gd name="connsiteY1" fmla="*/ 1080000 h 1080000"/>
              <a:gd name="connsiteX2" fmla="*/ 0 w 1596522"/>
              <a:gd name="connsiteY2" fmla="*/ 1080000 h 1080000"/>
              <a:gd name="connsiteX3" fmla="*/ 798261 w 1596522"/>
              <a:gd name="connsiteY3" fmla="*/ 0 h 1080000"/>
            </a:gdLst>
            <a:ahLst/>
            <a:cxnLst>
              <a:cxn ang="0">
                <a:pos x="connsiteX0" y="connsiteY0"/>
              </a:cxn>
              <a:cxn ang="0">
                <a:pos x="connsiteX1" y="connsiteY1"/>
              </a:cxn>
              <a:cxn ang="0">
                <a:pos x="connsiteX2" y="connsiteY2"/>
              </a:cxn>
              <a:cxn ang="0">
                <a:pos x="connsiteX3" y="connsiteY3"/>
              </a:cxn>
            </a:cxnLst>
            <a:rect l="l" t="t" r="r" b="b"/>
            <a:pathLst>
              <a:path w="1596522" h="1080000">
                <a:moveTo>
                  <a:pt x="798261" y="0"/>
                </a:moveTo>
                <a:lnTo>
                  <a:pt x="1596522" y="1080000"/>
                </a:lnTo>
                <a:lnTo>
                  <a:pt x="0" y="1080000"/>
                </a:lnTo>
                <a:lnTo>
                  <a:pt x="798261" y="0"/>
                </a:lnTo>
                <a:close/>
              </a:path>
            </a:pathLst>
          </a:custGeom>
          <a:solidFill>
            <a:srgbClr val="E5E5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06" name="Freihandform: Form 105">
            <a:extLst>
              <a:ext uri="{FF2B5EF4-FFF2-40B4-BE49-F238E27FC236}">
                <a16:creationId xmlns:a16="http://schemas.microsoft.com/office/drawing/2014/main" id="{BB504CEA-D9B8-4E12-8D94-D86CD7632D65}"/>
              </a:ext>
            </a:extLst>
          </p:cNvPr>
          <p:cNvSpPr/>
          <p:nvPr/>
        </p:nvSpPr>
        <p:spPr>
          <a:xfrm>
            <a:off x="2703132" y="4221000"/>
            <a:ext cx="5321739" cy="432000"/>
          </a:xfrm>
          <a:custGeom>
            <a:avLst/>
            <a:gdLst>
              <a:gd name="connsiteX0" fmla="*/ 319304 w 5321739"/>
              <a:gd name="connsiteY0" fmla="*/ 0 h 432000"/>
              <a:gd name="connsiteX1" fmla="*/ 5002434 w 5321739"/>
              <a:gd name="connsiteY1" fmla="*/ 0 h 432000"/>
              <a:gd name="connsiteX2" fmla="*/ 5321739 w 5321739"/>
              <a:gd name="connsiteY2" fmla="*/ 432000 h 432000"/>
              <a:gd name="connsiteX3" fmla="*/ 0 w 5321739"/>
              <a:gd name="connsiteY3" fmla="*/ 432000 h 432000"/>
              <a:gd name="connsiteX4" fmla="*/ 319304 w 5321739"/>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1739" h="432000">
                <a:moveTo>
                  <a:pt x="319304" y="0"/>
                </a:moveTo>
                <a:lnTo>
                  <a:pt x="5002434" y="0"/>
                </a:lnTo>
                <a:lnTo>
                  <a:pt x="5321739" y="432000"/>
                </a:lnTo>
                <a:lnTo>
                  <a:pt x="0" y="432000"/>
                </a:lnTo>
                <a:lnTo>
                  <a:pt x="319304" y="0"/>
                </a:lnTo>
                <a:close/>
              </a:path>
            </a:pathLst>
          </a:custGeom>
          <a:solidFill>
            <a:srgbClr val="69B4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13" name="Freihandform: Form 112">
            <a:extLst>
              <a:ext uri="{FF2B5EF4-FFF2-40B4-BE49-F238E27FC236}">
                <a16:creationId xmlns:a16="http://schemas.microsoft.com/office/drawing/2014/main" id="{676EFBA8-330D-49EE-A600-C5EE81C07661}"/>
              </a:ext>
            </a:extLst>
          </p:cNvPr>
          <p:cNvSpPr/>
          <p:nvPr/>
        </p:nvSpPr>
        <p:spPr>
          <a:xfrm>
            <a:off x="2340000" y="4725000"/>
            <a:ext cx="6066783" cy="432000"/>
          </a:xfrm>
          <a:custGeom>
            <a:avLst/>
            <a:gdLst>
              <a:gd name="connsiteX0" fmla="*/ 319304 w 6066783"/>
              <a:gd name="connsiteY0" fmla="*/ 0 h 432000"/>
              <a:gd name="connsiteX1" fmla="*/ 5747478 w 6066783"/>
              <a:gd name="connsiteY1" fmla="*/ 0 h 432000"/>
              <a:gd name="connsiteX2" fmla="*/ 6066783 w 6066783"/>
              <a:gd name="connsiteY2" fmla="*/ 432000 h 432000"/>
              <a:gd name="connsiteX3" fmla="*/ 0 w 6066783"/>
              <a:gd name="connsiteY3" fmla="*/ 432000 h 432000"/>
              <a:gd name="connsiteX4" fmla="*/ 319304 w 6066783"/>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6783" h="432000">
                <a:moveTo>
                  <a:pt x="319304" y="0"/>
                </a:moveTo>
                <a:lnTo>
                  <a:pt x="5747478" y="0"/>
                </a:lnTo>
                <a:lnTo>
                  <a:pt x="6066783" y="432000"/>
                </a:lnTo>
                <a:lnTo>
                  <a:pt x="0" y="432000"/>
                </a:lnTo>
                <a:lnTo>
                  <a:pt x="319304" y="0"/>
                </a:lnTo>
                <a:close/>
              </a:path>
            </a:pathLst>
          </a:custGeom>
          <a:solidFill>
            <a:srgbClr val="6EE8C8"/>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14" name="Freihandform: Form 113">
            <a:extLst>
              <a:ext uri="{FF2B5EF4-FFF2-40B4-BE49-F238E27FC236}">
                <a16:creationId xmlns:a16="http://schemas.microsoft.com/office/drawing/2014/main" id="{3DA04AD8-6FFA-4120-B8CB-96631CA4F6EC}"/>
              </a:ext>
            </a:extLst>
          </p:cNvPr>
          <p:cNvSpPr/>
          <p:nvPr/>
        </p:nvSpPr>
        <p:spPr>
          <a:xfrm>
            <a:off x="1958087" y="5229000"/>
            <a:ext cx="6811826" cy="432000"/>
          </a:xfrm>
          <a:custGeom>
            <a:avLst/>
            <a:gdLst>
              <a:gd name="connsiteX0" fmla="*/ 319304 w 6811826"/>
              <a:gd name="connsiteY0" fmla="*/ 0 h 432000"/>
              <a:gd name="connsiteX1" fmla="*/ 6492522 w 6811826"/>
              <a:gd name="connsiteY1" fmla="*/ 0 h 432000"/>
              <a:gd name="connsiteX2" fmla="*/ 6811826 w 6811826"/>
              <a:gd name="connsiteY2" fmla="*/ 432000 h 432000"/>
              <a:gd name="connsiteX3" fmla="*/ 0 w 6811826"/>
              <a:gd name="connsiteY3" fmla="*/ 432000 h 432000"/>
              <a:gd name="connsiteX4" fmla="*/ 319304 w 6811826"/>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1826" h="432000">
                <a:moveTo>
                  <a:pt x="319304" y="0"/>
                </a:moveTo>
                <a:lnTo>
                  <a:pt x="6492522" y="0"/>
                </a:lnTo>
                <a:lnTo>
                  <a:pt x="6811826" y="432000"/>
                </a:lnTo>
                <a:lnTo>
                  <a:pt x="0" y="432000"/>
                </a:lnTo>
                <a:lnTo>
                  <a:pt x="319304" y="0"/>
                </a:lnTo>
                <a:close/>
              </a:path>
            </a:pathLst>
          </a:cu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18" name="Freihandform: Form 117">
            <a:extLst>
              <a:ext uri="{FF2B5EF4-FFF2-40B4-BE49-F238E27FC236}">
                <a16:creationId xmlns:a16="http://schemas.microsoft.com/office/drawing/2014/main" id="{D61B8508-F712-4996-95BB-E6F99C77E3AB}"/>
              </a:ext>
            </a:extLst>
          </p:cNvPr>
          <p:cNvSpPr/>
          <p:nvPr/>
        </p:nvSpPr>
        <p:spPr>
          <a:xfrm>
            <a:off x="1692000" y="5728765"/>
            <a:ext cx="7344000" cy="292235"/>
          </a:xfrm>
          <a:custGeom>
            <a:avLst/>
            <a:gdLst>
              <a:gd name="connsiteX0" fmla="*/ 216000 w 7344000"/>
              <a:gd name="connsiteY0" fmla="*/ 0 h 292235"/>
              <a:gd name="connsiteX1" fmla="*/ 216000 w 7344000"/>
              <a:gd name="connsiteY1" fmla="*/ 4235 h 292235"/>
              <a:gd name="connsiteX2" fmla="*/ 7131130 w 7344000"/>
              <a:gd name="connsiteY2" fmla="*/ 4235 h 292235"/>
              <a:gd name="connsiteX3" fmla="*/ 7344000 w 7344000"/>
              <a:gd name="connsiteY3" fmla="*/ 292235 h 292235"/>
              <a:gd name="connsiteX4" fmla="*/ 0 w 7344000"/>
              <a:gd name="connsiteY4" fmla="*/ 292235 h 292235"/>
              <a:gd name="connsiteX5" fmla="*/ 216000 w 7344000"/>
              <a:gd name="connsiteY5" fmla="*/ 0 h 292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44000" h="292235">
                <a:moveTo>
                  <a:pt x="216000" y="0"/>
                </a:moveTo>
                <a:lnTo>
                  <a:pt x="216000" y="4235"/>
                </a:lnTo>
                <a:lnTo>
                  <a:pt x="7131130" y="4235"/>
                </a:lnTo>
                <a:lnTo>
                  <a:pt x="7344000" y="292235"/>
                </a:lnTo>
                <a:lnTo>
                  <a:pt x="0" y="292235"/>
                </a:lnTo>
                <a:lnTo>
                  <a:pt x="216000" y="0"/>
                </a:lnTo>
                <a:close/>
              </a:path>
            </a:pathLst>
          </a:cu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2" name="Titel 1"/>
          <p:cNvSpPr>
            <a:spLocks noGrp="1"/>
          </p:cNvSpPr>
          <p:nvPr>
            <p:ph type="title"/>
          </p:nvPr>
        </p:nvSpPr>
        <p:spPr/>
        <p:txBody>
          <a:bodyPr/>
          <a:lstStyle/>
          <a:p>
            <a:r>
              <a:rPr lang="en-US" dirty="0"/>
              <a:t>Functions Overview</a:t>
            </a:r>
            <a:br>
              <a:rPr lang="en-US" dirty="0"/>
            </a:br>
            <a:r>
              <a:rPr lang="en-US" sz="1200" dirty="0">
                <a:solidFill>
                  <a:schemeClr val="tx1"/>
                </a:solidFill>
              </a:rPr>
              <a:t>LAN_Pyramid.png</a:t>
            </a:r>
            <a:br>
              <a:rPr lang="en-US" dirty="0"/>
            </a:br>
            <a:endParaRPr lang="en-US" dirty="0"/>
          </a:p>
        </p:txBody>
      </p:sp>
      <p:sp>
        <p:nvSpPr>
          <p:cNvPr id="68" name="Rechteck 67">
            <a:extLst>
              <a:ext uri="{FF2B5EF4-FFF2-40B4-BE49-F238E27FC236}">
                <a16:creationId xmlns:a16="http://schemas.microsoft.com/office/drawing/2014/main" id="{24EADCBD-36BA-455B-9DA5-C3EA6132198B}"/>
              </a:ext>
            </a:extLst>
          </p:cNvPr>
          <p:cNvSpPr/>
          <p:nvPr/>
        </p:nvSpPr>
        <p:spPr>
          <a:xfrm>
            <a:off x="4860000" y="1413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B4P</a:t>
            </a:r>
          </a:p>
          <a:p>
            <a:pPr algn="ctr">
              <a:lnSpc>
                <a:spcPct val="90000"/>
              </a:lnSpc>
            </a:pPr>
            <a:r>
              <a:rPr lang="en-US" sz="1200" dirty="0">
                <a:solidFill>
                  <a:schemeClr val="tx1"/>
                </a:solidFill>
              </a:rPr>
              <a:t>Programs</a:t>
            </a:r>
          </a:p>
        </p:txBody>
      </p:sp>
      <p:sp>
        <p:nvSpPr>
          <p:cNvPr id="69" name="Rechteck 68">
            <a:extLst>
              <a:ext uri="{FF2B5EF4-FFF2-40B4-BE49-F238E27FC236}">
                <a16:creationId xmlns:a16="http://schemas.microsoft.com/office/drawing/2014/main" id="{7D2C2B39-C74C-421A-972B-4BBF9B6796F3}"/>
              </a:ext>
            </a:extLst>
          </p:cNvPr>
          <p:cNvSpPr/>
          <p:nvPr/>
        </p:nvSpPr>
        <p:spPr>
          <a:xfrm>
            <a:off x="4572000" y="1917000"/>
            <a:ext cx="154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Function Libraries</a:t>
            </a:r>
          </a:p>
        </p:txBody>
      </p:sp>
      <p:sp>
        <p:nvSpPr>
          <p:cNvPr id="70" name="Rechteck 69">
            <a:extLst>
              <a:ext uri="{FF2B5EF4-FFF2-40B4-BE49-F238E27FC236}">
                <a16:creationId xmlns:a16="http://schemas.microsoft.com/office/drawing/2014/main" id="{9B2BE8EB-3FF3-4D8B-98EB-75AE6CE91B7F}"/>
              </a:ext>
            </a:extLst>
          </p:cNvPr>
          <p:cNvSpPr/>
          <p:nvPr/>
        </p:nvSpPr>
        <p:spPr>
          <a:xfrm>
            <a:off x="2484000" y="57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Numbers</a:t>
            </a:r>
          </a:p>
        </p:txBody>
      </p:sp>
      <p:sp>
        <p:nvSpPr>
          <p:cNvPr id="71" name="Rechteck 70">
            <a:extLst>
              <a:ext uri="{FF2B5EF4-FFF2-40B4-BE49-F238E27FC236}">
                <a16:creationId xmlns:a16="http://schemas.microsoft.com/office/drawing/2014/main" id="{E699835E-791E-4EE6-90C5-4F747C440860}"/>
              </a:ext>
            </a:extLst>
          </p:cNvPr>
          <p:cNvSpPr/>
          <p:nvPr/>
        </p:nvSpPr>
        <p:spPr>
          <a:xfrm>
            <a:off x="3708000" y="57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Text</a:t>
            </a:r>
          </a:p>
        </p:txBody>
      </p:sp>
      <p:sp>
        <p:nvSpPr>
          <p:cNvPr id="72" name="Rechteck 71">
            <a:extLst>
              <a:ext uri="{FF2B5EF4-FFF2-40B4-BE49-F238E27FC236}">
                <a16:creationId xmlns:a16="http://schemas.microsoft.com/office/drawing/2014/main" id="{3297C2DF-28DE-418C-8B2F-3AA00F6A167D}"/>
              </a:ext>
            </a:extLst>
          </p:cNvPr>
          <p:cNvSpPr/>
          <p:nvPr/>
        </p:nvSpPr>
        <p:spPr>
          <a:xfrm>
            <a:off x="5940000" y="57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Symbols</a:t>
            </a:r>
          </a:p>
        </p:txBody>
      </p:sp>
      <p:sp>
        <p:nvSpPr>
          <p:cNvPr id="73" name="Rechteck 72">
            <a:extLst>
              <a:ext uri="{FF2B5EF4-FFF2-40B4-BE49-F238E27FC236}">
                <a16:creationId xmlns:a16="http://schemas.microsoft.com/office/drawing/2014/main" id="{27ECAD0F-6088-4E3F-A5C6-0A315AC6440A}"/>
              </a:ext>
            </a:extLst>
          </p:cNvPr>
          <p:cNvSpPr/>
          <p:nvPr/>
        </p:nvSpPr>
        <p:spPr>
          <a:xfrm>
            <a:off x="7308000" y="57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Comments</a:t>
            </a:r>
          </a:p>
        </p:txBody>
      </p:sp>
      <p:sp>
        <p:nvSpPr>
          <p:cNvPr id="74" name="Rechteck 73">
            <a:extLst>
              <a:ext uri="{FF2B5EF4-FFF2-40B4-BE49-F238E27FC236}">
                <a16:creationId xmlns:a16="http://schemas.microsoft.com/office/drawing/2014/main" id="{6650F46B-68FE-467B-A67C-65354DE5EFC8}"/>
              </a:ext>
            </a:extLst>
          </p:cNvPr>
          <p:cNvSpPr/>
          <p:nvPr/>
        </p:nvSpPr>
        <p:spPr>
          <a:xfrm>
            <a:off x="4860000" y="5805000"/>
            <a:ext cx="108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Character Set</a:t>
            </a:r>
          </a:p>
        </p:txBody>
      </p:sp>
      <p:sp>
        <p:nvSpPr>
          <p:cNvPr id="79" name="Rechteck 78">
            <a:extLst>
              <a:ext uri="{FF2B5EF4-FFF2-40B4-BE49-F238E27FC236}">
                <a16:creationId xmlns:a16="http://schemas.microsoft.com/office/drawing/2014/main" id="{8B13D5CF-57EF-457A-9962-ED8814EA3851}"/>
              </a:ext>
            </a:extLst>
          </p:cNvPr>
          <p:cNvSpPr/>
          <p:nvPr/>
        </p:nvSpPr>
        <p:spPr>
          <a:xfrm>
            <a:off x="4644000" y="3501000"/>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lnSpc>
                <a:spcPct val="90000"/>
              </a:lnSpc>
            </a:pPr>
            <a:r>
              <a:rPr lang="en-US" sz="1200" dirty="0">
                <a:solidFill>
                  <a:schemeClr val="tx1"/>
                </a:solidFill>
              </a:rPr>
              <a:t>Assignments</a:t>
            </a:r>
          </a:p>
        </p:txBody>
      </p:sp>
      <p:sp>
        <p:nvSpPr>
          <p:cNvPr id="81" name="Rechteck 80">
            <a:extLst>
              <a:ext uri="{FF2B5EF4-FFF2-40B4-BE49-F238E27FC236}">
                <a16:creationId xmlns:a16="http://schemas.microsoft.com/office/drawing/2014/main" id="{25AB34E7-371E-4C85-B4D8-731F3244EE03}"/>
              </a:ext>
            </a:extLst>
          </p:cNvPr>
          <p:cNvSpPr/>
          <p:nvPr/>
        </p:nvSpPr>
        <p:spPr>
          <a:xfrm>
            <a:off x="4860000" y="3141000"/>
            <a:ext cx="1008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lnSpc>
                <a:spcPct val="90000"/>
              </a:lnSpc>
            </a:pPr>
            <a:r>
              <a:rPr lang="en-US" sz="1200" dirty="0">
                <a:solidFill>
                  <a:schemeClr val="tx1"/>
                </a:solidFill>
              </a:rPr>
              <a:t>Transactions</a:t>
            </a:r>
          </a:p>
        </p:txBody>
      </p:sp>
      <p:sp>
        <p:nvSpPr>
          <p:cNvPr id="90" name="Rechteck 89">
            <a:extLst>
              <a:ext uri="{FF2B5EF4-FFF2-40B4-BE49-F238E27FC236}">
                <a16:creationId xmlns:a16="http://schemas.microsoft.com/office/drawing/2014/main" id="{43C45C2E-950A-43A4-955E-B7837A1957E5}"/>
              </a:ext>
            </a:extLst>
          </p:cNvPr>
          <p:cNvSpPr/>
          <p:nvPr/>
        </p:nvSpPr>
        <p:spPr>
          <a:xfrm>
            <a:off x="3564000" y="4725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Variables</a:t>
            </a:r>
          </a:p>
        </p:txBody>
      </p:sp>
      <p:sp>
        <p:nvSpPr>
          <p:cNvPr id="91" name="Rechteck 90">
            <a:extLst>
              <a:ext uri="{FF2B5EF4-FFF2-40B4-BE49-F238E27FC236}">
                <a16:creationId xmlns:a16="http://schemas.microsoft.com/office/drawing/2014/main" id="{4B6288E5-5141-4C33-A87C-4BEA2577B312}"/>
              </a:ext>
            </a:extLst>
          </p:cNvPr>
          <p:cNvSpPr/>
          <p:nvPr/>
        </p:nvSpPr>
        <p:spPr>
          <a:xfrm>
            <a:off x="6300000" y="4725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Tables</a:t>
            </a:r>
          </a:p>
        </p:txBody>
      </p:sp>
      <p:sp>
        <p:nvSpPr>
          <p:cNvPr id="97" name="Rechteck 96">
            <a:extLst>
              <a:ext uri="{FF2B5EF4-FFF2-40B4-BE49-F238E27FC236}">
                <a16:creationId xmlns:a16="http://schemas.microsoft.com/office/drawing/2014/main" id="{4FA8C883-FC7E-4903-8C53-43AF5E6B216A}"/>
              </a:ext>
            </a:extLst>
          </p:cNvPr>
          <p:cNvSpPr/>
          <p:nvPr/>
        </p:nvSpPr>
        <p:spPr>
          <a:xfrm>
            <a:off x="2268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Numerals</a:t>
            </a:r>
          </a:p>
        </p:txBody>
      </p:sp>
      <p:sp>
        <p:nvSpPr>
          <p:cNvPr id="98" name="Rechteck 97">
            <a:extLst>
              <a:ext uri="{FF2B5EF4-FFF2-40B4-BE49-F238E27FC236}">
                <a16:creationId xmlns:a16="http://schemas.microsoft.com/office/drawing/2014/main" id="{CD73203E-F856-4AB1-BD01-006A1C4DA755}"/>
              </a:ext>
            </a:extLst>
          </p:cNvPr>
          <p:cNvSpPr/>
          <p:nvPr/>
        </p:nvSpPr>
        <p:spPr>
          <a:xfrm>
            <a:off x="3492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Strings</a:t>
            </a:r>
          </a:p>
        </p:txBody>
      </p:sp>
      <p:sp>
        <p:nvSpPr>
          <p:cNvPr id="100" name="Rechteck 99">
            <a:extLst>
              <a:ext uri="{FF2B5EF4-FFF2-40B4-BE49-F238E27FC236}">
                <a16:creationId xmlns:a16="http://schemas.microsoft.com/office/drawing/2014/main" id="{D9E524F6-DEDE-40A9-AAC7-E7013ED2F6F9}"/>
              </a:ext>
            </a:extLst>
          </p:cNvPr>
          <p:cNvSpPr/>
          <p:nvPr/>
        </p:nvSpPr>
        <p:spPr>
          <a:xfrm>
            <a:off x="4788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Booleans</a:t>
            </a:r>
          </a:p>
        </p:txBody>
      </p:sp>
      <p:sp>
        <p:nvSpPr>
          <p:cNvPr id="101" name="Rechteck 100">
            <a:extLst>
              <a:ext uri="{FF2B5EF4-FFF2-40B4-BE49-F238E27FC236}">
                <a16:creationId xmlns:a16="http://schemas.microsoft.com/office/drawing/2014/main" id="{B97C9082-A171-4F93-89EE-C286EE6C509C}"/>
              </a:ext>
            </a:extLst>
          </p:cNvPr>
          <p:cNvSpPr/>
          <p:nvPr/>
        </p:nvSpPr>
        <p:spPr>
          <a:xfrm>
            <a:off x="6012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Dates</a:t>
            </a:r>
          </a:p>
        </p:txBody>
      </p:sp>
      <p:sp>
        <p:nvSpPr>
          <p:cNvPr id="102" name="Rechteck 101">
            <a:extLst>
              <a:ext uri="{FF2B5EF4-FFF2-40B4-BE49-F238E27FC236}">
                <a16:creationId xmlns:a16="http://schemas.microsoft.com/office/drawing/2014/main" id="{609712B9-1A6D-42B9-8683-72AA648F7FCE}"/>
              </a:ext>
            </a:extLst>
          </p:cNvPr>
          <p:cNvSpPr/>
          <p:nvPr/>
        </p:nvSpPr>
        <p:spPr>
          <a:xfrm>
            <a:off x="4788000" y="5229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Sets</a:t>
            </a:r>
          </a:p>
        </p:txBody>
      </p:sp>
      <p:sp>
        <p:nvSpPr>
          <p:cNvPr id="103" name="Rechteck 102">
            <a:extLst>
              <a:ext uri="{FF2B5EF4-FFF2-40B4-BE49-F238E27FC236}">
                <a16:creationId xmlns:a16="http://schemas.microsoft.com/office/drawing/2014/main" id="{EAEFE983-4976-4C8B-88F0-B563C8E71F08}"/>
              </a:ext>
            </a:extLst>
          </p:cNvPr>
          <p:cNvSpPr/>
          <p:nvPr/>
        </p:nvSpPr>
        <p:spPr>
          <a:xfrm>
            <a:off x="7380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Voids</a:t>
            </a:r>
          </a:p>
        </p:txBody>
      </p:sp>
      <p:sp>
        <p:nvSpPr>
          <p:cNvPr id="112" name="Rechteck 111">
            <a:extLst>
              <a:ext uri="{FF2B5EF4-FFF2-40B4-BE49-F238E27FC236}">
                <a16:creationId xmlns:a16="http://schemas.microsoft.com/office/drawing/2014/main" id="{1653CB6D-C51F-4D27-A010-85080B6CF3C8}"/>
              </a:ext>
            </a:extLst>
          </p:cNvPr>
          <p:cNvSpPr/>
          <p:nvPr/>
        </p:nvSpPr>
        <p:spPr>
          <a:xfrm>
            <a:off x="2772000" y="494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Arrays</a:t>
            </a:r>
          </a:p>
        </p:txBody>
      </p:sp>
      <p:sp>
        <p:nvSpPr>
          <p:cNvPr id="115" name="Rechteck 114">
            <a:extLst>
              <a:ext uri="{FF2B5EF4-FFF2-40B4-BE49-F238E27FC236}">
                <a16:creationId xmlns:a16="http://schemas.microsoft.com/office/drawing/2014/main" id="{6EEB48F0-9767-4B6E-8752-5D32AC4B5587}"/>
              </a:ext>
            </a:extLst>
          </p:cNvPr>
          <p:cNvSpPr/>
          <p:nvPr/>
        </p:nvSpPr>
        <p:spPr>
          <a:xfrm>
            <a:off x="4428000" y="494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Structures</a:t>
            </a:r>
          </a:p>
        </p:txBody>
      </p:sp>
      <p:sp>
        <p:nvSpPr>
          <p:cNvPr id="85" name="Rechteck 84">
            <a:extLst>
              <a:ext uri="{FF2B5EF4-FFF2-40B4-BE49-F238E27FC236}">
                <a16:creationId xmlns:a16="http://schemas.microsoft.com/office/drawing/2014/main" id="{F8883378-1B0D-4E32-BBF2-A3D8BBD4621E}"/>
              </a:ext>
            </a:extLst>
          </p:cNvPr>
          <p:cNvSpPr/>
          <p:nvPr/>
        </p:nvSpPr>
        <p:spPr>
          <a:xfrm>
            <a:off x="3708000" y="3861000"/>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lnSpc>
                <a:spcPct val="90000"/>
              </a:lnSpc>
            </a:pPr>
            <a:r>
              <a:rPr lang="en-US" sz="1200" dirty="0">
                <a:solidFill>
                  <a:schemeClr val="tx1"/>
                </a:solidFill>
              </a:rPr>
              <a:t>LHS Expressions *</a:t>
            </a:r>
          </a:p>
        </p:txBody>
      </p:sp>
      <p:sp>
        <p:nvSpPr>
          <p:cNvPr id="86" name="Rechteck 85">
            <a:extLst>
              <a:ext uri="{FF2B5EF4-FFF2-40B4-BE49-F238E27FC236}">
                <a16:creationId xmlns:a16="http://schemas.microsoft.com/office/drawing/2014/main" id="{BDF35AB9-BEB8-426F-91C3-EE70A8B8E5A7}"/>
              </a:ext>
            </a:extLst>
          </p:cNvPr>
          <p:cNvSpPr/>
          <p:nvPr/>
        </p:nvSpPr>
        <p:spPr>
          <a:xfrm>
            <a:off x="5580000" y="3861000"/>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lnSpc>
                <a:spcPct val="90000"/>
              </a:lnSpc>
            </a:pPr>
            <a:r>
              <a:rPr lang="en-US" sz="1200" dirty="0">
                <a:solidFill>
                  <a:schemeClr val="tx1"/>
                </a:solidFill>
              </a:rPr>
              <a:t>RHS Expressions *</a:t>
            </a:r>
          </a:p>
        </p:txBody>
      </p:sp>
      <p:sp>
        <p:nvSpPr>
          <p:cNvPr id="58" name="Rechteck 57">
            <a:extLst>
              <a:ext uri="{FF2B5EF4-FFF2-40B4-BE49-F238E27FC236}">
                <a16:creationId xmlns:a16="http://schemas.microsoft.com/office/drawing/2014/main" id="{E50990EA-EDBD-44C2-A1C9-466ED8B1F00A}"/>
              </a:ext>
            </a:extLst>
          </p:cNvPr>
          <p:cNvSpPr/>
          <p:nvPr/>
        </p:nvSpPr>
        <p:spPr>
          <a:xfrm>
            <a:off x="5436000" y="422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Deep</a:t>
            </a:r>
          </a:p>
          <a:p>
            <a:pPr algn="ctr">
              <a:lnSpc>
                <a:spcPct val="90000"/>
              </a:lnSpc>
            </a:pPr>
            <a:r>
              <a:rPr lang="en-US" sz="1200" dirty="0">
                <a:solidFill>
                  <a:schemeClr val="tx1"/>
                </a:solidFill>
              </a:rPr>
              <a:t>operators</a:t>
            </a:r>
          </a:p>
        </p:txBody>
      </p:sp>
      <p:sp>
        <p:nvSpPr>
          <p:cNvPr id="60" name="Rechteck 59">
            <a:extLst>
              <a:ext uri="{FF2B5EF4-FFF2-40B4-BE49-F238E27FC236}">
                <a16:creationId xmlns:a16="http://schemas.microsoft.com/office/drawing/2014/main" id="{40BAE191-3136-45FE-B517-34A86D34CB92}"/>
              </a:ext>
            </a:extLst>
          </p:cNvPr>
          <p:cNvSpPr/>
          <p:nvPr/>
        </p:nvSpPr>
        <p:spPr>
          <a:xfrm>
            <a:off x="3636000" y="422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Operators</a:t>
            </a:r>
          </a:p>
        </p:txBody>
      </p:sp>
      <p:sp>
        <p:nvSpPr>
          <p:cNvPr id="61" name="Rechteck 60">
            <a:extLst>
              <a:ext uri="{FF2B5EF4-FFF2-40B4-BE49-F238E27FC236}">
                <a16:creationId xmlns:a16="http://schemas.microsoft.com/office/drawing/2014/main" id="{CD145C06-E09C-463F-B390-D48FB9684BB2}"/>
              </a:ext>
            </a:extLst>
          </p:cNvPr>
          <p:cNvSpPr/>
          <p:nvPr/>
        </p:nvSpPr>
        <p:spPr>
          <a:xfrm>
            <a:off x="2844000" y="4437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Unary</a:t>
            </a:r>
          </a:p>
        </p:txBody>
      </p:sp>
      <p:sp>
        <p:nvSpPr>
          <p:cNvPr id="62" name="Rechteck 61">
            <a:extLst>
              <a:ext uri="{FF2B5EF4-FFF2-40B4-BE49-F238E27FC236}">
                <a16:creationId xmlns:a16="http://schemas.microsoft.com/office/drawing/2014/main" id="{7301D8F5-AA49-468A-9CEC-1B5B26F2E790}"/>
              </a:ext>
            </a:extLst>
          </p:cNvPr>
          <p:cNvSpPr/>
          <p:nvPr/>
        </p:nvSpPr>
        <p:spPr>
          <a:xfrm>
            <a:off x="3636000" y="4437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Binary</a:t>
            </a:r>
          </a:p>
        </p:txBody>
      </p:sp>
      <p:sp>
        <p:nvSpPr>
          <p:cNvPr id="82" name="Rechteck 81">
            <a:extLst>
              <a:ext uri="{FF2B5EF4-FFF2-40B4-BE49-F238E27FC236}">
                <a16:creationId xmlns:a16="http://schemas.microsoft.com/office/drawing/2014/main" id="{1FC4342C-1269-43DA-AC5E-B329F1629E75}"/>
              </a:ext>
            </a:extLst>
          </p:cNvPr>
          <p:cNvSpPr/>
          <p:nvPr/>
        </p:nvSpPr>
        <p:spPr>
          <a:xfrm>
            <a:off x="4356000" y="4437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Ad-hoc</a:t>
            </a:r>
          </a:p>
        </p:txBody>
      </p:sp>
      <p:cxnSp>
        <p:nvCxnSpPr>
          <p:cNvPr id="83" name="Gerader Verbinder 82">
            <a:extLst>
              <a:ext uri="{FF2B5EF4-FFF2-40B4-BE49-F238E27FC236}">
                <a16:creationId xmlns:a16="http://schemas.microsoft.com/office/drawing/2014/main" id="{D0D91D79-99C0-4F87-924C-90F084C7D7B7}"/>
              </a:ext>
            </a:extLst>
          </p:cNvPr>
          <p:cNvCxnSpPr/>
          <p:nvPr/>
        </p:nvCxnSpPr>
        <p:spPr>
          <a:xfrm>
            <a:off x="3132000" y="4437000"/>
            <a:ext cx="20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Gerader Verbinder 83">
            <a:extLst>
              <a:ext uri="{FF2B5EF4-FFF2-40B4-BE49-F238E27FC236}">
                <a16:creationId xmlns:a16="http://schemas.microsoft.com/office/drawing/2014/main" id="{A0CD7589-058D-4D03-B0E5-BE7A67374389}"/>
              </a:ext>
            </a:extLst>
          </p:cNvPr>
          <p:cNvCxnSpPr>
            <a:cxnSpLocks/>
          </p:cNvCxnSpPr>
          <p:nvPr/>
        </p:nvCxnSpPr>
        <p:spPr>
          <a:xfrm>
            <a:off x="2988000" y="4941000"/>
            <a:ext cx="237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Rechteck 116">
            <a:extLst>
              <a:ext uri="{FF2B5EF4-FFF2-40B4-BE49-F238E27FC236}">
                <a16:creationId xmlns:a16="http://schemas.microsoft.com/office/drawing/2014/main" id="{96F544E8-57B1-4858-A14E-319D74AA3AF0}"/>
              </a:ext>
            </a:extLst>
          </p:cNvPr>
          <p:cNvSpPr/>
          <p:nvPr/>
        </p:nvSpPr>
        <p:spPr>
          <a:xfrm>
            <a:off x="540000" y="6093000"/>
            <a:ext cx="4464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0000"/>
              </a:lnSpc>
            </a:pPr>
            <a:r>
              <a:rPr lang="en-US" sz="1200" dirty="0">
                <a:solidFill>
                  <a:schemeClr val="tx1"/>
                </a:solidFill>
              </a:rPr>
              <a:t>*  </a:t>
            </a:r>
            <a:r>
              <a:rPr lang="en-US" sz="1200" b="1" dirty="0">
                <a:solidFill>
                  <a:schemeClr val="tx1"/>
                </a:solidFill>
              </a:rPr>
              <a:t>LHS</a:t>
            </a:r>
            <a:r>
              <a:rPr lang="en-US" sz="1200" dirty="0">
                <a:solidFill>
                  <a:schemeClr val="tx1"/>
                </a:solidFill>
              </a:rPr>
              <a:t> = Left-Hand Side, </a:t>
            </a:r>
            <a:r>
              <a:rPr lang="en-US" sz="1200" b="1" dirty="0">
                <a:solidFill>
                  <a:schemeClr val="tx1"/>
                </a:solidFill>
              </a:rPr>
              <a:t>RHS</a:t>
            </a:r>
            <a:r>
              <a:rPr lang="en-US" sz="1200" dirty="0">
                <a:solidFill>
                  <a:schemeClr val="tx1"/>
                </a:solidFill>
              </a:rPr>
              <a:t> = Right-Hand Side (both in relation to assignment </a:t>
            </a:r>
            <a:r>
              <a:rPr lang="en-US" sz="1200">
                <a:solidFill>
                  <a:schemeClr val="tx1"/>
                </a:solidFill>
              </a:rPr>
              <a:t>symbols such as </a:t>
            </a:r>
            <a:r>
              <a:rPr lang="en-US" sz="1200" dirty="0">
                <a:solidFill>
                  <a:schemeClr val="tx1"/>
                </a:solidFill>
              </a:rPr>
              <a:t>‘</a:t>
            </a:r>
            <a:r>
              <a:rPr lang="en-US" sz="1200" b="1" dirty="0">
                <a:solidFill>
                  <a:srgbClr val="0000FF"/>
                </a:solidFill>
              </a:rPr>
              <a:t>=</a:t>
            </a:r>
            <a:r>
              <a:rPr lang="en-US" sz="1200" dirty="0">
                <a:solidFill>
                  <a:schemeClr val="tx1"/>
                </a:solidFill>
              </a:rPr>
              <a:t>‘</a:t>
            </a:r>
          </a:p>
        </p:txBody>
      </p:sp>
      <p:sp>
        <p:nvSpPr>
          <p:cNvPr id="19" name="Trapezoid 18">
            <a:extLst>
              <a:ext uri="{FF2B5EF4-FFF2-40B4-BE49-F238E27FC236}">
                <a16:creationId xmlns:a16="http://schemas.microsoft.com/office/drawing/2014/main" id="{3265D508-DAA2-2024-596E-C3C44D35AD04}"/>
              </a:ext>
            </a:extLst>
          </p:cNvPr>
          <p:cNvSpPr/>
          <p:nvPr/>
        </p:nvSpPr>
        <p:spPr>
          <a:xfrm>
            <a:off x="3881438" y="2637000"/>
            <a:ext cx="2965124" cy="432000"/>
          </a:xfrm>
          <a:prstGeom prst="trapezoid">
            <a:avLst>
              <a:gd name="adj" fmla="val 73947"/>
            </a:avLst>
          </a:prstGeom>
          <a:solidFill>
            <a:srgbClr val="F5E1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3" name="Rechteck 2">
            <a:extLst>
              <a:ext uri="{FF2B5EF4-FFF2-40B4-BE49-F238E27FC236}">
                <a16:creationId xmlns:a16="http://schemas.microsoft.com/office/drawing/2014/main" id="{D8EABDF6-1D62-8E29-E4F9-98193639EA98}"/>
              </a:ext>
            </a:extLst>
          </p:cNvPr>
          <p:cNvSpPr/>
          <p:nvPr/>
        </p:nvSpPr>
        <p:spPr>
          <a:xfrm>
            <a:off x="5220000" y="2853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Function Calls</a:t>
            </a:r>
          </a:p>
        </p:txBody>
      </p:sp>
      <p:sp>
        <p:nvSpPr>
          <p:cNvPr id="12" name="Rechteck 11">
            <a:extLst>
              <a:ext uri="{FF2B5EF4-FFF2-40B4-BE49-F238E27FC236}">
                <a16:creationId xmlns:a16="http://schemas.microsoft.com/office/drawing/2014/main" id="{44FF6E76-57A1-F68D-1ED2-D932122716C2}"/>
              </a:ext>
            </a:extLst>
          </p:cNvPr>
          <p:cNvSpPr/>
          <p:nvPr/>
        </p:nvSpPr>
        <p:spPr>
          <a:xfrm>
            <a:off x="4644000" y="2637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Control Flow</a:t>
            </a:r>
          </a:p>
        </p:txBody>
      </p:sp>
      <p:sp>
        <p:nvSpPr>
          <p:cNvPr id="13" name="Rechteck 12">
            <a:extLst>
              <a:ext uri="{FF2B5EF4-FFF2-40B4-BE49-F238E27FC236}">
                <a16:creationId xmlns:a16="http://schemas.microsoft.com/office/drawing/2014/main" id="{30A40C41-18B1-C1E8-A5AC-7B60D336662B}"/>
              </a:ext>
            </a:extLst>
          </p:cNvPr>
          <p:cNvSpPr/>
          <p:nvPr/>
        </p:nvSpPr>
        <p:spPr>
          <a:xfrm>
            <a:off x="3996000" y="2853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Procedure Calls</a:t>
            </a:r>
          </a:p>
        </p:txBody>
      </p:sp>
      <p:sp>
        <p:nvSpPr>
          <p:cNvPr id="20" name="Trapezoid 19">
            <a:extLst>
              <a:ext uri="{FF2B5EF4-FFF2-40B4-BE49-F238E27FC236}">
                <a16:creationId xmlns:a16="http://schemas.microsoft.com/office/drawing/2014/main" id="{DAE0A005-2F58-6099-BA50-B63E6B6D0EA0}"/>
              </a:ext>
            </a:extLst>
          </p:cNvPr>
          <p:cNvSpPr/>
          <p:nvPr/>
        </p:nvSpPr>
        <p:spPr>
          <a:xfrm>
            <a:off x="4260850" y="2277000"/>
            <a:ext cx="2206300" cy="288000"/>
          </a:xfrm>
          <a:prstGeom prst="trapezoid">
            <a:avLst>
              <a:gd name="adj" fmla="val 70640"/>
            </a:avLst>
          </a:prstGeom>
          <a:solidFill>
            <a:srgbClr val="CC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75" name="Rechteck 74">
            <a:extLst>
              <a:ext uri="{FF2B5EF4-FFF2-40B4-BE49-F238E27FC236}">
                <a16:creationId xmlns:a16="http://schemas.microsoft.com/office/drawing/2014/main" id="{A1501889-DF3B-413D-8BF2-F9085FFD27A9}"/>
              </a:ext>
            </a:extLst>
          </p:cNvPr>
          <p:cNvSpPr/>
          <p:nvPr/>
        </p:nvSpPr>
        <p:spPr>
          <a:xfrm>
            <a:off x="4212000" y="2277000"/>
            <a:ext cx="1152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lnSpc>
                <a:spcPct val="90000"/>
              </a:lnSpc>
            </a:pPr>
            <a:r>
              <a:rPr lang="en-US" sz="1200" dirty="0">
                <a:solidFill>
                  <a:schemeClr val="tx1"/>
                </a:solidFill>
              </a:rPr>
              <a:t>Blocks</a:t>
            </a:r>
          </a:p>
        </p:txBody>
      </p:sp>
      <p:sp>
        <p:nvSpPr>
          <p:cNvPr id="76" name="Rechteck 75">
            <a:extLst>
              <a:ext uri="{FF2B5EF4-FFF2-40B4-BE49-F238E27FC236}">
                <a16:creationId xmlns:a16="http://schemas.microsoft.com/office/drawing/2014/main" id="{C161AAA1-F453-49C0-8095-E72264352C0E}"/>
              </a:ext>
            </a:extLst>
          </p:cNvPr>
          <p:cNvSpPr/>
          <p:nvPr/>
        </p:nvSpPr>
        <p:spPr>
          <a:xfrm>
            <a:off x="5220000" y="2277000"/>
            <a:ext cx="1152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lnSpc>
                <a:spcPct val="90000"/>
              </a:lnSpc>
            </a:pPr>
            <a:r>
              <a:rPr lang="en-US" sz="1200" dirty="0">
                <a:solidFill>
                  <a:schemeClr val="tx1"/>
                </a:solidFill>
              </a:rPr>
              <a:t>Statements</a:t>
            </a:r>
          </a:p>
        </p:txBody>
      </p:sp>
      <p:sp>
        <p:nvSpPr>
          <p:cNvPr id="4" name="Rechteck 3">
            <a:extLst>
              <a:ext uri="{FF2B5EF4-FFF2-40B4-BE49-F238E27FC236}">
                <a16:creationId xmlns:a16="http://schemas.microsoft.com/office/drawing/2014/main" id="{174AF62B-C523-3F5A-B849-218117062D1E}"/>
              </a:ext>
            </a:extLst>
          </p:cNvPr>
          <p:cNvSpPr/>
          <p:nvPr/>
        </p:nvSpPr>
        <p:spPr>
          <a:xfrm>
            <a:off x="6516000" y="422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Ad-hoc</a:t>
            </a:r>
          </a:p>
          <a:p>
            <a:pPr algn="ctr">
              <a:lnSpc>
                <a:spcPct val="90000"/>
              </a:lnSpc>
            </a:pPr>
            <a:r>
              <a:rPr lang="en-US" sz="1200" dirty="0">
                <a:solidFill>
                  <a:schemeClr val="tx1"/>
                </a:solidFill>
              </a:rPr>
              <a:t>operators</a:t>
            </a:r>
          </a:p>
        </p:txBody>
      </p:sp>
    </p:spTree>
    <p:extLst>
      <p:ext uri="{BB962C8B-B14F-4D97-AF65-F5344CB8AC3E}">
        <p14:creationId xmlns:p14="http://schemas.microsoft.com/office/powerpoint/2010/main" val="1674087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hteck 65">
            <a:extLst>
              <a:ext uri="{FF2B5EF4-FFF2-40B4-BE49-F238E27FC236}">
                <a16:creationId xmlns:a16="http://schemas.microsoft.com/office/drawing/2014/main" id="{D7C282CA-03E0-432E-90D2-46A21ADDEB6B}"/>
              </a:ext>
            </a:extLst>
          </p:cNvPr>
          <p:cNvSpPr/>
          <p:nvPr/>
        </p:nvSpPr>
        <p:spPr>
          <a:xfrm>
            <a:off x="540000" y="5733000"/>
            <a:ext cx="8496000" cy="28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Fundament</a:t>
            </a:r>
          </a:p>
        </p:txBody>
      </p:sp>
      <p:sp>
        <p:nvSpPr>
          <p:cNvPr id="114" name="Freihandform: Form 113">
            <a:extLst>
              <a:ext uri="{FF2B5EF4-FFF2-40B4-BE49-F238E27FC236}">
                <a16:creationId xmlns:a16="http://schemas.microsoft.com/office/drawing/2014/main" id="{3DA04AD8-6FFA-4120-B8CB-96631CA4F6EC}"/>
              </a:ext>
            </a:extLst>
          </p:cNvPr>
          <p:cNvSpPr/>
          <p:nvPr/>
        </p:nvSpPr>
        <p:spPr>
          <a:xfrm>
            <a:off x="1958087" y="5229000"/>
            <a:ext cx="6811826" cy="432000"/>
          </a:xfrm>
          <a:custGeom>
            <a:avLst/>
            <a:gdLst>
              <a:gd name="connsiteX0" fmla="*/ 319304 w 6811826"/>
              <a:gd name="connsiteY0" fmla="*/ 0 h 432000"/>
              <a:gd name="connsiteX1" fmla="*/ 6492522 w 6811826"/>
              <a:gd name="connsiteY1" fmla="*/ 0 h 432000"/>
              <a:gd name="connsiteX2" fmla="*/ 6811826 w 6811826"/>
              <a:gd name="connsiteY2" fmla="*/ 432000 h 432000"/>
              <a:gd name="connsiteX3" fmla="*/ 0 w 6811826"/>
              <a:gd name="connsiteY3" fmla="*/ 432000 h 432000"/>
              <a:gd name="connsiteX4" fmla="*/ 319304 w 6811826"/>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1826" h="432000">
                <a:moveTo>
                  <a:pt x="319304" y="0"/>
                </a:moveTo>
                <a:lnTo>
                  <a:pt x="6492522" y="0"/>
                </a:lnTo>
                <a:lnTo>
                  <a:pt x="6811826" y="432000"/>
                </a:lnTo>
                <a:lnTo>
                  <a:pt x="0" y="432000"/>
                </a:lnTo>
                <a:lnTo>
                  <a:pt x="319304" y="0"/>
                </a:lnTo>
                <a:close/>
              </a:path>
            </a:pathLst>
          </a:cu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18" name="Freihandform: Form 117">
            <a:extLst>
              <a:ext uri="{FF2B5EF4-FFF2-40B4-BE49-F238E27FC236}">
                <a16:creationId xmlns:a16="http://schemas.microsoft.com/office/drawing/2014/main" id="{D61B8508-F712-4996-95BB-E6F99C77E3AB}"/>
              </a:ext>
            </a:extLst>
          </p:cNvPr>
          <p:cNvSpPr/>
          <p:nvPr/>
        </p:nvSpPr>
        <p:spPr>
          <a:xfrm>
            <a:off x="1692000" y="5728765"/>
            <a:ext cx="7344000" cy="292235"/>
          </a:xfrm>
          <a:custGeom>
            <a:avLst/>
            <a:gdLst>
              <a:gd name="connsiteX0" fmla="*/ 216000 w 7344000"/>
              <a:gd name="connsiteY0" fmla="*/ 0 h 292235"/>
              <a:gd name="connsiteX1" fmla="*/ 216000 w 7344000"/>
              <a:gd name="connsiteY1" fmla="*/ 4235 h 292235"/>
              <a:gd name="connsiteX2" fmla="*/ 7131130 w 7344000"/>
              <a:gd name="connsiteY2" fmla="*/ 4235 h 292235"/>
              <a:gd name="connsiteX3" fmla="*/ 7344000 w 7344000"/>
              <a:gd name="connsiteY3" fmla="*/ 292235 h 292235"/>
              <a:gd name="connsiteX4" fmla="*/ 0 w 7344000"/>
              <a:gd name="connsiteY4" fmla="*/ 292235 h 292235"/>
              <a:gd name="connsiteX5" fmla="*/ 216000 w 7344000"/>
              <a:gd name="connsiteY5" fmla="*/ 0 h 292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44000" h="292235">
                <a:moveTo>
                  <a:pt x="216000" y="0"/>
                </a:moveTo>
                <a:lnTo>
                  <a:pt x="216000" y="4235"/>
                </a:lnTo>
                <a:lnTo>
                  <a:pt x="7131130" y="4235"/>
                </a:lnTo>
                <a:lnTo>
                  <a:pt x="7344000" y="292235"/>
                </a:lnTo>
                <a:lnTo>
                  <a:pt x="0" y="292235"/>
                </a:lnTo>
                <a:lnTo>
                  <a:pt x="216000" y="0"/>
                </a:lnTo>
                <a:close/>
              </a:path>
            </a:pathLst>
          </a:cu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2" name="Titel 1"/>
          <p:cNvSpPr>
            <a:spLocks noGrp="1"/>
          </p:cNvSpPr>
          <p:nvPr>
            <p:ph type="title"/>
          </p:nvPr>
        </p:nvSpPr>
        <p:spPr/>
        <p:txBody>
          <a:bodyPr/>
          <a:lstStyle/>
          <a:p>
            <a:r>
              <a:rPr lang="en-US" dirty="0"/>
              <a:t>Functions Overview</a:t>
            </a:r>
            <a:br>
              <a:rPr lang="en-US" dirty="0"/>
            </a:br>
            <a:r>
              <a:rPr lang="en-US" sz="1200" dirty="0">
                <a:solidFill>
                  <a:schemeClr val="tx1"/>
                </a:solidFill>
              </a:rPr>
              <a:t>LAN_Pyramid_Fundament.png, LAN_</a:t>
            </a:r>
            <a:r>
              <a:rPr lang="en-US" sz="1200">
                <a:solidFill>
                  <a:schemeClr val="tx1"/>
                </a:solidFill>
              </a:rPr>
              <a:t>Pyramid_Data_Types</a:t>
            </a:r>
            <a:r>
              <a:rPr lang="en-US" sz="1200" dirty="0">
                <a:solidFill>
                  <a:schemeClr val="tx1"/>
                </a:solidFill>
              </a:rPr>
              <a:t>.png, LAN_Pyramid_Data_Storage.png</a:t>
            </a:r>
            <a:br>
              <a:rPr lang="en-US" dirty="0"/>
            </a:br>
            <a:endParaRPr lang="en-US" dirty="0"/>
          </a:p>
        </p:txBody>
      </p:sp>
      <p:sp>
        <p:nvSpPr>
          <p:cNvPr id="4" name="Rechteck 3">
            <a:extLst>
              <a:ext uri="{FF2B5EF4-FFF2-40B4-BE49-F238E27FC236}">
                <a16:creationId xmlns:a16="http://schemas.microsoft.com/office/drawing/2014/main" id="{1046A89F-E586-4B65-833B-B056A52959D5}"/>
              </a:ext>
            </a:extLst>
          </p:cNvPr>
          <p:cNvSpPr/>
          <p:nvPr/>
        </p:nvSpPr>
        <p:spPr>
          <a:xfrm>
            <a:off x="1908000" y="5661000"/>
            <a:ext cx="7056000" cy="72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70" name="Rechteck 69">
            <a:extLst>
              <a:ext uri="{FF2B5EF4-FFF2-40B4-BE49-F238E27FC236}">
                <a16:creationId xmlns:a16="http://schemas.microsoft.com/office/drawing/2014/main" id="{9B2BE8EB-3FF3-4D8B-98EB-75AE6CE91B7F}"/>
              </a:ext>
            </a:extLst>
          </p:cNvPr>
          <p:cNvSpPr/>
          <p:nvPr/>
        </p:nvSpPr>
        <p:spPr>
          <a:xfrm>
            <a:off x="2484000" y="57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Numbers</a:t>
            </a:r>
          </a:p>
        </p:txBody>
      </p:sp>
      <p:sp>
        <p:nvSpPr>
          <p:cNvPr id="71" name="Rechteck 70">
            <a:extLst>
              <a:ext uri="{FF2B5EF4-FFF2-40B4-BE49-F238E27FC236}">
                <a16:creationId xmlns:a16="http://schemas.microsoft.com/office/drawing/2014/main" id="{E699835E-791E-4EE6-90C5-4F747C440860}"/>
              </a:ext>
            </a:extLst>
          </p:cNvPr>
          <p:cNvSpPr/>
          <p:nvPr/>
        </p:nvSpPr>
        <p:spPr>
          <a:xfrm>
            <a:off x="3708000" y="57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Text</a:t>
            </a:r>
          </a:p>
        </p:txBody>
      </p:sp>
      <p:sp>
        <p:nvSpPr>
          <p:cNvPr id="72" name="Rechteck 71">
            <a:extLst>
              <a:ext uri="{FF2B5EF4-FFF2-40B4-BE49-F238E27FC236}">
                <a16:creationId xmlns:a16="http://schemas.microsoft.com/office/drawing/2014/main" id="{3297C2DF-28DE-418C-8B2F-3AA00F6A167D}"/>
              </a:ext>
            </a:extLst>
          </p:cNvPr>
          <p:cNvSpPr/>
          <p:nvPr/>
        </p:nvSpPr>
        <p:spPr>
          <a:xfrm>
            <a:off x="5940000" y="57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Symbols</a:t>
            </a:r>
          </a:p>
        </p:txBody>
      </p:sp>
      <p:sp>
        <p:nvSpPr>
          <p:cNvPr id="73" name="Rechteck 72">
            <a:extLst>
              <a:ext uri="{FF2B5EF4-FFF2-40B4-BE49-F238E27FC236}">
                <a16:creationId xmlns:a16="http://schemas.microsoft.com/office/drawing/2014/main" id="{27ECAD0F-6088-4E3F-A5C6-0A315AC6440A}"/>
              </a:ext>
            </a:extLst>
          </p:cNvPr>
          <p:cNvSpPr/>
          <p:nvPr/>
        </p:nvSpPr>
        <p:spPr>
          <a:xfrm>
            <a:off x="7308000" y="57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Comments</a:t>
            </a:r>
          </a:p>
        </p:txBody>
      </p:sp>
      <p:sp>
        <p:nvSpPr>
          <p:cNvPr id="74" name="Rechteck 73">
            <a:extLst>
              <a:ext uri="{FF2B5EF4-FFF2-40B4-BE49-F238E27FC236}">
                <a16:creationId xmlns:a16="http://schemas.microsoft.com/office/drawing/2014/main" id="{6650F46B-68FE-467B-A67C-65354DE5EFC8}"/>
              </a:ext>
            </a:extLst>
          </p:cNvPr>
          <p:cNvSpPr/>
          <p:nvPr/>
        </p:nvSpPr>
        <p:spPr>
          <a:xfrm>
            <a:off x="4860000" y="5805000"/>
            <a:ext cx="108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Character Set</a:t>
            </a:r>
          </a:p>
        </p:txBody>
      </p:sp>
      <p:sp>
        <p:nvSpPr>
          <p:cNvPr id="107" name="Freihandform: Form 106">
            <a:extLst>
              <a:ext uri="{FF2B5EF4-FFF2-40B4-BE49-F238E27FC236}">
                <a16:creationId xmlns:a16="http://schemas.microsoft.com/office/drawing/2014/main" id="{0DDE6D13-B62D-4CEB-8A20-F43F2EEB41CF}"/>
              </a:ext>
            </a:extLst>
          </p:cNvPr>
          <p:cNvSpPr/>
          <p:nvPr/>
        </p:nvSpPr>
        <p:spPr>
          <a:xfrm>
            <a:off x="2330610" y="4725000"/>
            <a:ext cx="6066783" cy="432000"/>
          </a:xfrm>
          <a:custGeom>
            <a:avLst/>
            <a:gdLst>
              <a:gd name="connsiteX0" fmla="*/ 319304 w 6066783"/>
              <a:gd name="connsiteY0" fmla="*/ 0 h 432000"/>
              <a:gd name="connsiteX1" fmla="*/ 5747478 w 6066783"/>
              <a:gd name="connsiteY1" fmla="*/ 0 h 432000"/>
              <a:gd name="connsiteX2" fmla="*/ 6066783 w 6066783"/>
              <a:gd name="connsiteY2" fmla="*/ 432000 h 432000"/>
              <a:gd name="connsiteX3" fmla="*/ 0 w 6066783"/>
              <a:gd name="connsiteY3" fmla="*/ 432000 h 432000"/>
              <a:gd name="connsiteX4" fmla="*/ 319304 w 6066783"/>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6783" h="432000">
                <a:moveTo>
                  <a:pt x="319304" y="0"/>
                </a:moveTo>
                <a:lnTo>
                  <a:pt x="5747478" y="0"/>
                </a:lnTo>
                <a:lnTo>
                  <a:pt x="6066783" y="432000"/>
                </a:lnTo>
                <a:lnTo>
                  <a:pt x="0" y="432000"/>
                </a:lnTo>
                <a:lnTo>
                  <a:pt x="319304" y="0"/>
                </a:lnTo>
                <a:close/>
              </a:path>
            </a:pathLst>
          </a:cu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11" name="Rechteck 110">
            <a:extLst>
              <a:ext uri="{FF2B5EF4-FFF2-40B4-BE49-F238E27FC236}">
                <a16:creationId xmlns:a16="http://schemas.microsoft.com/office/drawing/2014/main" id="{A86F7565-72CC-4699-85A8-101E8531EA50}"/>
              </a:ext>
            </a:extLst>
          </p:cNvPr>
          <p:cNvSpPr/>
          <p:nvPr/>
        </p:nvSpPr>
        <p:spPr>
          <a:xfrm>
            <a:off x="2268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Numerals</a:t>
            </a:r>
          </a:p>
        </p:txBody>
      </p:sp>
      <p:sp>
        <p:nvSpPr>
          <p:cNvPr id="116" name="Rechteck 115">
            <a:extLst>
              <a:ext uri="{FF2B5EF4-FFF2-40B4-BE49-F238E27FC236}">
                <a16:creationId xmlns:a16="http://schemas.microsoft.com/office/drawing/2014/main" id="{C286942D-6C66-4E0F-919D-41D66046381C}"/>
              </a:ext>
            </a:extLst>
          </p:cNvPr>
          <p:cNvSpPr/>
          <p:nvPr/>
        </p:nvSpPr>
        <p:spPr>
          <a:xfrm>
            <a:off x="3492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Strings</a:t>
            </a:r>
          </a:p>
        </p:txBody>
      </p:sp>
      <p:sp>
        <p:nvSpPr>
          <p:cNvPr id="119" name="Rechteck 118">
            <a:extLst>
              <a:ext uri="{FF2B5EF4-FFF2-40B4-BE49-F238E27FC236}">
                <a16:creationId xmlns:a16="http://schemas.microsoft.com/office/drawing/2014/main" id="{BAE23512-A30D-47CE-BE31-5F2AB9B6AC97}"/>
              </a:ext>
            </a:extLst>
          </p:cNvPr>
          <p:cNvSpPr/>
          <p:nvPr/>
        </p:nvSpPr>
        <p:spPr>
          <a:xfrm>
            <a:off x="4788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Booleans</a:t>
            </a:r>
          </a:p>
        </p:txBody>
      </p:sp>
      <p:sp>
        <p:nvSpPr>
          <p:cNvPr id="120" name="Rechteck 119">
            <a:extLst>
              <a:ext uri="{FF2B5EF4-FFF2-40B4-BE49-F238E27FC236}">
                <a16:creationId xmlns:a16="http://schemas.microsoft.com/office/drawing/2014/main" id="{033DB8FE-3674-435B-9882-F31D03BE18D4}"/>
              </a:ext>
            </a:extLst>
          </p:cNvPr>
          <p:cNvSpPr/>
          <p:nvPr/>
        </p:nvSpPr>
        <p:spPr>
          <a:xfrm>
            <a:off x="6012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Dates</a:t>
            </a:r>
          </a:p>
        </p:txBody>
      </p:sp>
      <p:sp>
        <p:nvSpPr>
          <p:cNvPr id="124" name="Rechteck 123">
            <a:extLst>
              <a:ext uri="{FF2B5EF4-FFF2-40B4-BE49-F238E27FC236}">
                <a16:creationId xmlns:a16="http://schemas.microsoft.com/office/drawing/2014/main" id="{0C840BAC-002B-40C6-8878-25441F472C89}"/>
              </a:ext>
            </a:extLst>
          </p:cNvPr>
          <p:cNvSpPr/>
          <p:nvPr/>
        </p:nvSpPr>
        <p:spPr>
          <a:xfrm>
            <a:off x="4788000" y="5229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Sets</a:t>
            </a:r>
          </a:p>
        </p:txBody>
      </p:sp>
      <p:sp>
        <p:nvSpPr>
          <p:cNvPr id="125" name="Rechteck 124">
            <a:extLst>
              <a:ext uri="{FF2B5EF4-FFF2-40B4-BE49-F238E27FC236}">
                <a16:creationId xmlns:a16="http://schemas.microsoft.com/office/drawing/2014/main" id="{363D5E4D-08C8-4E33-934F-BF318DC95C44}"/>
              </a:ext>
            </a:extLst>
          </p:cNvPr>
          <p:cNvSpPr/>
          <p:nvPr/>
        </p:nvSpPr>
        <p:spPr>
          <a:xfrm>
            <a:off x="7380000" y="54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Voids</a:t>
            </a:r>
          </a:p>
        </p:txBody>
      </p:sp>
      <p:sp>
        <p:nvSpPr>
          <p:cNvPr id="127" name="Rechteck 126">
            <a:extLst>
              <a:ext uri="{FF2B5EF4-FFF2-40B4-BE49-F238E27FC236}">
                <a16:creationId xmlns:a16="http://schemas.microsoft.com/office/drawing/2014/main" id="{D9979F78-9D8F-4F8E-BA0D-59F765FB8F75}"/>
              </a:ext>
            </a:extLst>
          </p:cNvPr>
          <p:cNvSpPr/>
          <p:nvPr/>
        </p:nvSpPr>
        <p:spPr>
          <a:xfrm>
            <a:off x="6012000" y="4725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Variables</a:t>
            </a:r>
          </a:p>
        </p:txBody>
      </p:sp>
      <p:sp>
        <p:nvSpPr>
          <p:cNvPr id="128" name="Rechteck 127">
            <a:extLst>
              <a:ext uri="{FF2B5EF4-FFF2-40B4-BE49-F238E27FC236}">
                <a16:creationId xmlns:a16="http://schemas.microsoft.com/office/drawing/2014/main" id="{1271D7AF-D119-4097-B1ED-4423FDF22A44}"/>
              </a:ext>
            </a:extLst>
          </p:cNvPr>
          <p:cNvSpPr/>
          <p:nvPr/>
        </p:nvSpPr>
        <p:spPr>
          <a:xfrm>
            <a:off x="3348000" y="4725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Tables</a:t>
            </a:r>
          </a:p>
        </p:txBody>
      </p:sp>
      <p:sp>
        <p:nvSpPr>
          <p:cNvPr id="129" name="Rechteck 128">
            <a:extLst>
              <a:ext uri="{FF2B5EF4-FFF2-40B4-BE49-F238E27FC236}">
                <a16:creationId xmlns:a16="http://schemas.microsoft.com/office/drawing/2014/main" id="{5CDD8D05-9F41-4657-B094-55ABD9693297}"/>
              </a:ext>
            </a:extLst>
          </p:cNvPr>
          <p:cNvSpPr/>
          <p:nvPr/>
        </p:nvSpPr>
        <p:spPr>
          <a:xfrm>
            <a:off x="5220000" y="494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Arrays</a:t>
            </a:r>
          </a:p>
        </p:txBody>
      </p:sp>
      <p:sp>
        <p:nvSpPr>
          <p:cNvPr id="132" name="Rechteck 131">
            <a:extLst>
              <a:ext uri="{FF2B5EF4-FFF2-40B4-BE49-F238E27FC236}">
                <a16:creationId xmlns:a16="http://schemas.microsoft.com/office/drawing/2014/main" id="{AA9A70C9-157F-4194-AD57-1987B407F445}"/>
              </a:ext>
            </a:extLst>
          </p:cNvPr>
          <p:cNvSpPr/>
          <p:nvPr/>
        </p:nvSpPr>
        <p:spPr>
          <a:xfrm>
            <a:off x="6876000" y="494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Structures</a:t>
            </a:r>
          </a:p>
        </p:txBody>
      </p:sp>
      <p:cxnSp>
        <p:nvCxnSpPr>
          <p:cNvPr id="133" name="Gerader Verbinder 132">
            <a:extLst>
              <a:ext uri="{FF2B5EF4-FFF2-40B4-BE49-F238E27FC236}">
                <a16:creationId xmlns:a16="http://schemas.microsoft.com/office/drawing/2014/main" id="{7B043BE6-9E08-4D1E-9E44-266395E42D79}"/>
              </a:ext>
            </a:extLst>
          </p:cNvPr>
          <p:cNvCxnSpPr>
            <a:cxnSpLocks/>
          </p:cNvCxnSpPr>
          <p:nvPr/>
        </p:nvCxnSpPr>
        <p:spPr>
          <a:xfrm>
            <a:off x="5436000" y="4941000"/>
            <a:ext cx="237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5" name="Rechteck 134">
            <a:extLst>
              <a:ext uri="{FF2B5EF4-FFF2-40B4-BE49-F238E27FC236}">
                <a16:creationId xmlns:a16="http://schemas.microsoft.com/office/drawing/2014/main" id="{F24DA3E5-5973-49FF-8A79-B9A90F04067C}"/>
              </a:ext>
            </a:extLst>
          </p:cNvPr>
          <p:cNvSpPr/>
          <p:nvPr/>
        </p:nvSpPr>
        <p:spPr>
          <a:xfrm>
            <a:off x="540000" y="3429000"/>
            <a:ext cx="8496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Data Types</a:t>
            </a:r>
          </a:p>
        </p:txBody>
      </p:sp>
      <p:sp>
        <p:nvSpPr>
          <p:cNvPr id="138" name="Freihandform: Form 137">
            <a:extLst>
              <a:ext uri="{FF2B5EF4-FFF2-40B4-BE49-F238E27FC236}">
                <a16:creationId xmlns:a16="http://schemas.microsoft.com/office/drawing/2014/main" id="{F8DB258D-3F06-489A-B5E3-E1C41E396DE3}"/>
              </a:ext>
            </a:extLst>
          </p:cNvPr>
          <p:cNvSpPr/>
          <p:nvPr/>
        </p:nvSpPr>
        <p:spPr>
          <a:xfrm>
            <a:off x="1958087" y="3429000"/>
            <a:ext cx="6811826" cy="432000"/>
          </a:xfrm>
          <a:custGeom>
            <a:avLst/>
            <a:gdLst>
              <a:gd name="connsiteX0" fmla="*/ 319304 w 6811826"/>
              <a:gd name="connsiteY0" fmla="*/ 0 h 432000"/>
              <a:gd name="connsiteX1" fmla="*/ 6492522 w 6811826"/>
              <a:gd name="connsiteY1" fmla="*/ 0 h 432000"/>
              <a:gd name="connsiteX2" fmla="*/ 6811826 w 6811826"/>
              <a:gd name="connsiteY2" fmla="*/ 432000 h 432000"/>
              <a:gd name="connsiteX3" fmla="*/ 0 w 6811826"/>
              <a:gd name="connsiteY3" fmla="*/ 432000 h 432000"/>
              <a:gd name="connsiteX4" fmla="*/ 319304 w 6811826"/>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1826" h="432000">
                <a:moveTo>
                  <a:pt x="319304" y="0"/>
                </a:moveTo>
                <a:lnTo>
                  <a:pt x="6492522" y="0"/>
                </a:lnTo>
                <a:lnTo>
                  <a:pt x="6811826" y="432000"/>
                </a:lnTo>
                <a:lnTo>
                  <a:pt x="0" y="432000"/>
                </a:lnTo>
                <a:lnTo>
                  <a:pt x="319304" y="0"/>
                </a:lnTo>
                <a:close/>
              </a:path>
            </a:pathLst>
          </a:cu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39" name="Freihandform: Form 138">
            <a:extLst>
              <a:ext uri="{FF2B5EF4-FFF2-40B4-BE49-F238E27FC236}">
                <a16:creationId xmlns:a16="http://schemas.microsoft.com/office/drawing/2014/main" id="{9D6921AB-BE04-44A8-9F22-6632DEDFC522}"/>
              </a:ext>
            </a:extLst>
          </p:cNvPr>
          <p:cNvSpPr/>
          <p:nvPr/>
        </p:nvSpPr>
        <p:spPr>
          <a:xfrm>
            <a:off x="1692000" y="3928765"/>
            <a:ext cx="7344000" cy="292235"/>
          </a:xfrm>
          <a:custGeom>
            <a:avLst/>
            <a:gdLst>
              <a:gd name="connsiteX0" fmla="*/ 216000 w 7344000"/>
              <a:gd name="connsiteY0" fmla="*/ 0 h 292235"/>
              <a:gd name="connsiteX1" fmla="*/ 216000 w 7344000"/>
              <a:gd name="connsiteY1" fmla="*/ 4235 h 292235"/>
              <a:gd name="connsiteX2" fmla="*/ 7131130 w 7344000"/>
              <a:gd name="connsiteY2" fmla="*/ 4235 h 292235"/>
              <a:gd name="connsiteX3" fmla="*/ 7344000 w 7344000"/>
              <a:gd name="connsiteY3" fmla="*/ 292235 h 292235"/>
              <a:gd name="connsiteX4" fmla="*/ 0 w 7344000"/>
              <a:gd name="connsiteY4" fmla="*/ 292235 h 292235"/>
              <a:gd name="connsiteX5" fmla="*/ 216000 w 7344000"/>
              <a:gd name="connsiteY5" fmla="*/ 0 h 292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44000" h="292235">
                <a:moveTo>
                  <a:pt x="216000" y="0"/>
                </a:moveTo>
                <a:lnTo>
                  <a:pt x="216000" y="4235"/>
                </a:lnTo>
                <a:lnTo>
                  <a:pt x="7131130" y="4235"/>
                </a:lnTo>
                <a:lnTo>
                  <a:pt x="7344000" y="292235"/>
                </a:lnTo>
                <a:lnTo>
                  <a:pt x="0" y="292235"/>
                </a:lnTo>
                <a:lnTo>
                  <a:pt x="216000" y="0"/>
                </a:lnTo>
                <a:close/>
              </a:path>
            </a:pathLst>
          </a:cu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40" name="Rechteck 139">
            <a:extLst>
              <a:ext uri="{FF2B5EF4-FFF2-40B4-BE49-F238E27FC236}">
                <a16:creationId xmlns:a16="http://schemas.microsoft.com/office/drawing/2014/main" id="{BD8FC166-6C88-4ADE-9B02-F4BAB2D6133D}"/>
              </a:ext>
            </a:extLst>
          </p:cNvPr>
          <p:cNvSpPr/>
          <p:nvPr/>
        </p:nvSpPr>
        <p:spPr>
          <a:xfrm>
            <a:off x="1908000" y="3861000"/>
            <a:ext cx="7056000" cy="72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41" name="Rechteck 140">
            <a:extLst>
              <a:ext uri="{FF2B5EF4-FFF2-40B4-BE49-F238E27FC236}">
                <a16:creationId xmlns:a16="http://schemas.microsoft.com/office/drawing/2014/main" id="{0C455689-8CC6-4BCD-82E6-EE22DB274823}"/>
              </a:ext>
            </a:extLst>
          </p:cNvPr>
          <p:cNvSpPr/>
          <p:nvPr/>
        </p:nvSpPr>
        <p:spPr>
          <a:xfrm>
            <a:off x="2484000" y="39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Numbers</a:t>
            </a:r>
          </a:p>
        </p:txBody>
      </p:sp>
      <p:sp>
        <p:nvSpPr>
          <p:cNvPr id="142" name="Rechteck 141">
            <a:extLst>
              <a:ext uri="{FF2B5EF4-FFF2-40B4-BE49-F238E27FC236}">
                <a16:creationId xmlns:a16="http://schemas.microsoft.com/office/drawing/2014/main" id="{241A009F-112F-491C-97B8-C17B8197E5D7}"/>
              </a:ext>
            </a:extLst>
          </p:cNvPr>
          <p:cNvSpPr/>
          <p:nvPr/>
        </p:nvSpPr>
        <p:spPr>
          <a:xfrm>
            <a:off x="3708000" y="39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Text</a:t>
            </a:r>
          </a:p>
        </p:txBody>
      </p:sp>
      <p:sp>
        <p:nvSpPr>
          <p:cNvPr id="143" name="Rechteck 142">
            <a:extLst>
              <a:ext uri="{FF2B5EF4-FFF2-40B4-BE49-F238E27FC236}">
                <a16:creationId xmlns:a16="http://schemas.microsoft.com/office/drawing/2014/main" id="{3D46C609-7D6B-4ED5-9A88-A518714E0582}"/>
              </a:ext>
            </a:extLst>
          </p:cNvPr>
          <p:cNvSpPr/>
          <p:nvPr/>
        </p:nvSpPr>
        <p:spPr>
          <a:xfrm>
            <a:off x="5940000" y="39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Symbols</a:t>
            </a:r>
          </a:p>
        </p:txBody>
      </p:sp>
      <p:sp>
        <p:nvSpPr>
          <p:cNvPr id="144" name="Rechteck 143">
            <a:extLst>
              <a:ext uri="{FF2B5EF4-FFF2-40B4-BE49-F238E27FC236}">
                <a16:creationId xmlns:a16="http://schemas.microsoft.com/office/drawing/2014/main" id="{3A63A697-DB3C-4C85-A253-5BDCDD5275AB}"/>
              </a:ext>
            </a:extLst>
          </p:cNvPr>
          <p:cNvSpPr/>
          <p:nvPr/>
        </p:nvSpPr>
        <p:spPr>
          <a:xfrm>
            <a:off x="7308000" y="393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Comments</a:t>
            </a:r>
          </a:p>
        </p:txBody>
      </p:sp>
      <p:sp>
        <p:nvSpPr>
          <p:cNvPr id="145" name="Rechteck 144">
            <a:extLst>
              <a:ext uri="{FF2B5EF4-FFF2-40B4-BE49-F238E27FC236}">
                <a16:creationId xmlns:a16="http://schemas.microsoft.com/office/drawing/2014/main" id="{AC6C9DEE-E469-4AB2-9BB2-8A155F3EE434}"/>
              </a:ext>
            </a:extLst>
          </p:cNvPr>
          <p:cNvSpPr/>
          <p:nvPr/>
        </p:nvSpPr>
        <p:spPr>
          <a:xfrm>
            <a:off x="4860000" y="4005000"/>
            <a:ext cx="108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Character Set</a:t>
            </a:r>
          </a:p>
        </p:txBody>
      </p:sp>
      <p:sp>
        <p:nvSpPr>
          <p:cNvPr id="149" name="Rechteck 148">
            <a:extLst>
              <a:ext uri="{FF2B5EF4-FFF2-40B4-BE49-F238E27FC236}">
                <a16:creationId xmlns:a16="http://schemas.microsoft.com/office/drawing/2014/main" id="{3D5851DC-BE16-4B04-932F-EE6B21F6B51D}"/>
              </a:ext>
            </a:extLst>
          </p:cNvPr>
          <p:cNvSpPr/>
          <p:nvPr/>
        </p:nvSpPr>
        <p:spPr>
          <a:xfrm>
            <a:off x="2268000" y="36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Numerals</a:t>
            </a:r>
          </a:p>
        </p:txBody>
      </p:sp>
      <p:sp>
        <p:nvSpPr>
          <p:cNvPr id="150" name="Rechteck 149">
            <a:extLst>
              <a:ext uri="{FF2B5EF4-FFF2-40B4-BE49-F238E27FC236}">
                <a16:creationId xmlns:a16="http://schemas.microsoft.com/office/drawing/2014/main" id="{039AA7C1-4FD2-4773-8B0C-39B1A52A13CF}"/>
              </a:ext>
            </a:extLst>
          </p:cNvPr>
          <p:cNvSpPr/>
          <p:nvPr/>
        </p:nvSpPr>
        <p:spPr>
          <a:xfrm>
            <a:off x="3492000" y="36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Strings</a:t>
            </a:r>
          </a:p>
        </p:txBody>
      </p:sp>
      <p:sp>
        <p:nvSpPr>
          <p:cNvPr id="151" name="Rechteck 150">
            <a:extLst>
              <a:ext uri="{FF2B5EF4-FFF2-40B4-BE49-F238E27FC236}">
                <a16:creationId xmlns:a16="http://schemas.microsoft.com/office/drawing/2014/main" id="{552261CC-1C51-4CA9-9F53-12315DE089AF}"/>
              </a:ext>
            </a:extLst>
          </p:cNvPr>
          <p:cNvSpPr/>
          <p:nvPr/>
        </p:nvSpPr>
        <p:spPr>
          <a:xfrm>
            <a:off x="4788000" y="36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Booleans</a:t>
            </a:r>
          </a:p>
        </p:txBody>
      </p:sp>
      <p:sp>
        <p:nvSpPr>
          <p:cNvPr id="152" name="Rechteck 151">
            <a:extLst>
              <a:ext uri="{FF2B5EF4-FFF2-40B4-BE49-F238E27FC236}">
                <a16:creationId xmlns:a16="http://schemas.microsoft.com/office/drawing/2014/main" id="{AACA1370-E80A-4DC7-91FC-170EC7FBA719}"/>
              </a:ext>
            </a:extLst>
          </p:cNvPr>
          <p:cNvSpPr/>
          <p:nvPr/>
        </p:nvSpPr>
        <p:spPr>
          <a:xfrm>
            <a:off x="6012000" y="36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Dates</a:t>
            </a:r>
          </a:p>
        </p:txBody>
      </p:sp>
      <p:sp>
        <p:nvSpPr>
          <p:cNvPr id="153" name="Rechteck 152">
            <a:extLst>
              <a:ext uri="{FF2B5EF4-FFF2-40B4-BE49-F238E27FC236}">
                <a16:creationId xmlns:a16="http://schemas.microsoft.com/office/drawing/2014/main" id="{841B776D-F622-4A09-AEAB-440C9381B17B}"/>
              </a:ext>
            </a:extLst>
          </p:cNvPr>
          <p:cNvSpPr/>
          <p:nvPr/>
        </p:nvSpPr>
        <p:spPr>
          <a:xfrm>
            <a:off x="4788000" y="3429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Sets</a:t>
            </a:r>
          </a:p>
        </p:txBody>
      </p:sp>
      <p:sp>
        <p:nvSpPr>
          <p:cNvPr id="154" name="Rechteck 153">
            <a:extLst>
              <a:ext uri="{FF2B5EF4-FFF2-40B4-BE49-F238E27FC236}">
                <a16:creationId xmlns:a16="http://schemas.microsoft.com/office/drawing/2014/main" id="{2161098B-7857-4F7D-A7E3-F427864DEA6E}"/>
              </a:ext>
            </a:extLst>
          </p:cNvPr>
          <p:cNvSpPr/>
          <p:nvPr/>
        </p:nvSpPr>
        <p:spPr>
          <a:xfrm>
            <a:off x="7380000" y="364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Voids</a:t>
            </a:r>
          </a:p>
        </p:txBody>
      </p:sp>
      <p:sp>
        <p:nvSpPr>
          <p:cNvPr id="159" name="Freihandform: Form 158">
            <a:extLst>
              <a:ext uri="{FF2B5EF4-FFF2-40B4-BE49-F238E27FC236}">
                <a16:creationId xmlns:a16="http://schemas.microsoft.com/office/drawing/2014/main" id="{C568D8DE-7121-4BB4-BA9A-9A4E5B5FC7C9}"/>
              </a:ext>
            </a:extLst>
          </p:cNvPr>
          <p:cNvSpPr/>
          <p:nvPr/>
        </p:nvSpPr>
        <p:spPr>
          <a:xfrm>
            <a:off x="2340000" y="2925000"/>
            <a:ext cx="6066783" cy="432000"/>
          </a:xfrm>
          <a:custGeom>
            <a:avLst/>
            <a:gdLst>
              <a:gd name="connsiteX0" fmla="*/ 319304 w 6066783"/>
              <a:gd name="connsiteY0" fmla="*/ 0 h 432000"/>
              <a:gd name="connsiteX1" fmla="*/ 5747478 w 6066783"/>
              <a:gd name="connsiteY1" fmla="*/ 0 h 432000"/>
              <a:gd name="connsiteX2" fmla="*/ 6066783 w 6066783"/>
              <a:gd name="connsiteY2" fmla="*/ 432000 h 432000"/>
              <a:gd name="connsiteX3" fmla="*/ 0 w 6066783"/>
              <a:gd name="connsiteY3" fmla="*/ 432000 h 432000"/>
              <a:gd name="connsiteX4" fmla="*/ 319304 w 6066783"/>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6783" h="432000">
                <a:moveTo>
                  <a:pt x="319304" y="0"/>
                </a:moveTo>
                <a:lnTo>
                  <a:pt x="5747478" y="0"/>
                </a:lnTo>
                <a:lnTo>
                  <a:pt x="6066783" y="432000"/>
                </a:lnTo>
                <a:lnTo>
                  <a:pt x="0" y="432000"/>
                </a:lnTo>
                <a:lnTo>
                  <a:pt x="319304" y="0"/>
                </a:lnTo>
                <a:close/>
              </a:path>
            </a:pathLst>
          </a:cu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60" name="Rechteck 159">
            <a:extLst>
              <a:ext uri="{FF2B5EF4-FFF2-40B4-BE49-F238E27FC236}">
                <a16:creationId xmlns:a16="http://schemas.microsoft.com/office/drawing/2014/main" id="{6507AC1D-E746-4FE8-9648-0D281864028E}"/>
              </a:ext>
            </a:extLst>
          </p:cNvPr>
          <p:cNvSpPr/>
          <p:nvPr/>
        </p:nvSpPr>
        <p:spPr>
          <a:xfrm>
            <a:off x="6021390" y="2925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Variables</a:t>
            </a:r>
          </a:p>
        </p:txBody>
      </p:sp>
      <p:sp>
        <p:nvSpPr>
          <p:cNvPr id="161" name="Rechteck 160">
            <a:extLst>
              <a:ext uri="{FF2B5EF4-FFF2-40B4-BE49-F238E27FC236}">
                <a16:creationId xmlns:a16="http://schemas.microsoft.com/office/drawing/2014/main" id="{43399452-9313-4637-B715-1442B4AF7759}"/>
              </a:ext>
            </a:extLst>
          </p:cNvPr>
          <p:cNvSpPr/>
          <p:nvPr/>
        </p:nvSpPr>
        <p:spPr>
          <a:xfrm>
            <a:off x="3357390" y="2925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Tables</a:t>
            </a:r>
          </a:p>
        </p:txBody>
      </p:sp>
      <p:sp>
        <p:nvSpPr>
          <p:cNvPr id="162" name="Rechteck 161">
            <a:extLst>
              <a:ext uri="{FF2B5EF4-FFF2-40B4-BE49-F238E27FC236}">
                <a16:creationId xmlns:a16="http://schemas.microsoft.com/office/drawing/2014/main" id="{AF2ECE3F-E2E5-4468-A375-0F5C68E72E10}"/>
              </a:ext>
            </a:extLst>
          </p:cNvPr>
          <p:cNvSpPr/>
          <p:nvPr/>
        </p:nvSpPr>
        <p:spPr>
          <a:xfrm>
            <a:off x="5229390" y="314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Arrays</a:t>
            </a:r>
          </a:p>
        </p:txBody>
      </p:sp>
      <p:sp>
        <p:nvSpPr>
          <p:cNvPr id="163" name="Rechteck 162">
            <a:extLst>
              <a:ext uri="{FF2B5EF4-FFF2-40B4-BE49-F238E27FC236}">
                <a16:creationId xmlns:a16="http://schemas.microsoft.com/office/drawing/2014/main" id="{348B4609-2A4B-4E83-9B8E-BA5E8FAC432C}"/>
              </a:ext>
            </a:extLst>
          </p:cNvPr>
          <p:cNvSpPr/>
          <p:nvPr/>
        </p:nvSpPr>
        <p:spPr>
          <a:xfrm>
            <a:off x="6885390" y="314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Structures</a:t>
            </a:r>
          </a:p>
        </p:txBody>
      </p:sp>
      <p:cxnSp>
        <p:nvCxnSpPr>
          <p:cNvPr id="164" name="Gerader Verbinder 163">
            <a:extLst>
              <a:ext uri="{FF2B5EF4-FFF2-40B4-BE49-F238E27FC236}">
                <a16:creationId xmlns:a16="http://schemas.microsoft.com/office/drawing/2014/main" id="{D537A456-8EA4-4E92-855E-729C4CEDE2CC}"/>
              </a:ext>
            </a:extLst>
          </p:cNvPr>
          <p:cNvCxnSpPr>
            <a:cxnSpLocks/>
          </p:cNvCxnSpPr>
          <p:nvPr/>
        </p:nvCxnSpPr>
        <p:spPr>
          <a:xfrm>
            <a:off x="5445390" y="3141000"/>
            <a:ext cx="2376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Rechteck 5">
            <a:extLst>
              <a:ext uri="{FF2B5EF4-FFF2-40B4-BE49-F238E27FC236}">
                <a16:creationId xmlns:a16="http://schemas.microsoft.com/office/drawing/2014/main" id="{085C4A24-2346-C3C2-35AB-F5385577B5CB}"/>
              </a:ext>
            </a:extLst>
          </p:cNvPr>
          <p:cNvSpPr/>
          <p:nvPr/>
        </p:nvSpPr>
        <p:spPr>
          <a:xfrm>
            <a:off x="540000" y="909000"/>
            <a:ext cx="8496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Data Storage Model</a:t>
            </a:r>
          </a:p>
        </p:txBody>
      </p:sp>
      <p:sp>
        <p:nvSpPr>
          <p:cNvPr id="7" name="Freihandform: Form 6">
            <a:extLst>
              <a:ext uri="{FF2B5EF4-FFF2-40B4-BE49-F238E27FC236}">
                <a16:creationId xmlns:a16="http://schemas.microsoft.com/office/drawing/2014/main" id="{2C97E3B5-BC72-135C-7B1D-D1DB71933C82}"/>
              </a:ext>
            </a:extLst>
          </p:cNvPr>
          <p:cNvSpPr/>
          <p:nvPr/>
        </p:nvSpPr>
        <p:spPr>
          <a:xfrm>
            <a:off x="2330610" y="909000"/>
            <a:ext cx="6066783" cy="432000"/>
          </a:xfrm>
          <a:custGeom>
            <a:avLst/>
            <a:gdLst>
              <a:gd name="connsiteX0" fmla="*/ 319304 w 6066783"/>
              <a:gd name="connsiteY0" fmla="*/ 0 h 432000"/>
              <a:gd name="connsiteX1" fmla="*/ 5747478 w 6066783"/>
              <a:gd name="connsiteY1" fmla="*/ 0 h 432000"/>
              <a:gd name="connsiteX2" fmla="*/ 6066783 w 6066783"/>
              <a:gd name="connsiteY2" fmla="*/ 432000 h 432000"/>
              <a:gd name="connsiteX3" fmla="*/ 0 w 6066783"/>
              <a:gd name="connsiteY3" fmla="*/ 432000 h 432000"/>
              <a:gd name="connsiteX4" fmla="*/ 319304 w 6066783"/>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6783" h="432000">
                <a:moveTo>
                  <a:pt x="319304" y="0"/>
                </a:moveTo>
                <a:lnTo>
                  <a:pt x="5747478" y="0"/>
                </a:lnTo>
                <a:lnTo>
                  <a:pt x="6066783" y="432000"/>
                </a:lnTo>
                <a:lnTo>
                  <a:pt x="0" y="432000"/>
                </a:lnTo>
                <a:lnTo>
                  <a:pt x="319304" y="0"/>
                </a:lnTo>
                <a:close/>
              </a:path>
            </a:pathLst>
          </a:custGeom>
          <a:solidFill>
            <a:srgbClr val="6EE8C8"/>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16" name="Rechteck 15">
            <a:extLst>
              <a:ext uri="{FF2B5EF4-FFF2-40B4-BE49-F238E27FC236}">
                <a16:creationId xmlns:a16="http://schemas.microsoft.com/office/drawing/2014/main" id="{EBC3C2FF-38A0-455A-D1E6-F8C9C656D948}"/>
              </a:ext>
            </a:extLst>
          </p:cNvPr>
          <p:cNvSpPr/>
          <p:nvPr/>
        </p:nvSpPr>
        <p:spPr>
          <a:xfrm>
            <a:off x="6012000" y="909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Variables</a:t>
            </a:r>
          </a:p>
        </p:txBody>
      </p:sp>
      <p:sp>
        <p:nvSpPr>
          <p:cNvPr id="17" name="Rechteck 16">
            <a:extLst>
              <a:ext uri="{FF2B5EF4-FFF2-40B4-BE49-F238E27FC236}">
                <a16:creationId xmlns:a16="http://schemas.microsoft.com/office/drawing/2014/main" id="{F9341672-1436-35BF-E09D-7F24D1E48B7D}"/>
              </a:ext>
            </a:extLst>
          </p:cNvPr>
          <p:cNvSpPr/>
          <p:nvPr/>
        </p:nvSpPr>
        <p:spPr>
          <a:xfrm>
            <a:off x="3348000" y="909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Tables</a:t>
            </a:r>
          </a:p>
        </p:txBody>
      </p:sp>
      <p:sp>
        <p:nvSpPr>
          <p:cNvPr id="25" name="Rechteck 24">
            <a:extLst>
              <a:ext uri="{FF2B5EF4-FFF2-40B4-BE49-F238E27FC236}">
                <a16:creationId xmlns:a16="http://schemas.microsoft.com/office/drawing/2014/main" id="{777504B1-0B14-E842-8D31-F385C5C64A4F}"/>
              </a:ext>
            </a:extLst>
          </p:cNvPr>
          <p:cNvSpPr/>
          <p:nvPr/>
        </p:nvSpPr>
        <p:spPr>
          <a:xfrm>
            <a:off x="5220000" y="1125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Arrays</a:t>
            </a:r>
          </a:p>
        </p:txBody>
      </p:sp>
      <p:sp>
        <p:nvSpPr>
          <p:cNvPr id="26" name="Rechteck 25">
            <a:extLst>
              <a:ext uri="{FF2B5EF4-FFF2-40B4-BE49-F238E27FC236}">
                <a16:creationId xmlns:a16="http://schemas.microsoft.com/office/drawing/2014/main" id="{BFE7F3FD-1482-63E3-DB25-2ADFC6974C5D}"/>
              </a:ext>
            </a:extLst>
          </p:cNvPr>
          <p:cNvSpPr/>
          <p:nvPr/>
        </p:nvSpPr>
        <p:spPr>
          <a:xfrm>
            <a:off x="6876000" y="1125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tx1"/>
                </a:solidFill>
              </a:rPr>
              <a:t>Structures</a:t>
            </a:r>
          </a:p>
        </p:txBody>
      </p:sp>
      <p:sp>
        <p:nvSpPr>
          <p:cNvPr id="27" name="Rechteck 26">
            <a:extLst>
              <a:ext uri="{FF2B5EF4-FFF2-40B4-BE49-F238E27FC236}">
                <a16:creationId xmlns:a16="http://schemas.microsoft.com/office/drawing/2014/main" id="{5F6A3CBB-04AF-1D2B-FB01-D9C2475648D9}"/>
              </a:ext>
            </a:extLst>
          </p:cNvPr>
          <p:cNvSpPr/>
          <p:nvPr/>
        </p:nvSpPr>
        <p:spPr>
          <a:xfrm>
            <a:off x="1980000" y="837000"/>
            <a:ext cx="7056000" cy="72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28" name="Gerader Verbinder 27">
            <a:extLst>
              <a:ext uri="{FF2B5EF4-FFF2-40B4-BE49-F238E27FC236}">
                <a16:creationId xmlns:a16="http://schemas.microsoft.com/office/drawing/2014/main" id="{E639D725-BB06-4B12-8B52-731C0FB0812C}"/>
              </a:ext>
            </a:extLst>
          </p:cNvPr>
          <p:cNvCxnSpPr>
            <a:cxnSpLocks/>
          </p:cNvCxnSpPr>
          <p:nvPr/>
        </p:nvCxnSpPr>
        <p:spPr>
          <a:xfrm>
            <a:off x="5436000" y="1125000"/>
            <a:ext cx="237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ihandform: Form 28">
            <a:extLst>
              <a:ext uri="{FF2B5EF4-FFF2-40B4-BE49-F238E27FC236}">
                <a16:creationId xmlns:a16="http://schemas.microsoft.com/office/drawing/2014/main" id="{25BEFD16-7090-E2CD-5B4F-4B28E99EE019}"/>
              </a:ext>
            </a:extLst>
          </p:cNvPr>
          <p:cNvSpPr/>
          <p:nvPr/>
        </p:nvSpPr>
        <p:spPr>
          <a:xfrm>
            <a:off x="1692000" y="1917000"/>
            <a:ext cx="7344000" cy="292235"/>
          </a:xfrm>
          <a:custGeom>
            <a:avLst/>
            <a:gdLst>
              <a:gd name="connsiteX0" fmla="*/ 216000 w 7344000"/>
              <a:gd name="connsiteY0" fmla="*/ 0 h 292235"/>
              <a:gd name="connsiteX1" fmla="*/ 216000 w 7344000"/>
              <a:gd name="connsiteY1" fmla="*/ 4235 h 292235"/>
              <a:gd name="connsiteX2" fmla="*/ 7131130 w 7344000"/>
              <a:gd name="connsiteY2" fmla="*/ 4235 h 292235"/>
              <a:gd name="connsiteX3" fmla="*/ 7344000 w 7344000"/>
              <a:gd name="connsiteY3" fmla="*/ 292235 h 292235"/>
              <a:gd name="connsiteX4" fmla="*/ 0 w 7344000"/>
              <a:gd name="connsiteY4" fmla="*/ 292235 h 292235"/>
              <a:gd name="connsiteX5" fmla="*/ 216000 w 7344000"/>
              <a:gd name="connsiteY5" fmla="*/ 0 h 292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44000" h="292235">
                <a:moveTo>
                  <a:pt x="216000" y="0"/>
                </a:moveTo>
                <a:lnTo>
                  <a:pt x="216000" y="4235"/>
                </a:lnTo>
                <a:lnTo>
                  <a:pt x="7131130" y="4235"/>
                </a:lnTo>
                <a:lnTo>
                  <a:pt x="7344000" y="292235"/>
                </a:lnTo>
                <a:lnTo>
                  <a:pt x="0" y="292235"/>
                </a:lnTo>
                <a:lnTo>
                  <a:pt x="216000" y="0"/>
                </a:lnTo>
                <a:close/>
              </a:path>
            </a:pathLst>
          </a:cu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31" name="Rechteck 30">
            <a:extLst>
              <a:ext uri="{FF2B5EF4-FFF2-40B4-BE49-F238E27FC236}">
                <a16:creationId xmlns:a16="http://schemas.microsoft.com/office/drawing/2014/main" id="{C5370EC0-ECDD-CB28-9576-4B20A2728A89}"/>
              </a:ext>
            </a:extLst>
          </p:cNvPr>
          <p:cNvSpPr/>
          <p:nvPr/>
        </p:nvSpPr>
        <p:spPr>
          <a:xfrm>
            <a:off x="2484000" y="1921235"/>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Numbers</a:t>
            </a:r>
          </a:p>
        </p:txBody>
      </p:sp>
      <p:sp>
        <p:nvSpPr>
          <p:cNvPr id="32" name="Rechteck 31">
            <a:extLst>
              <a:ext uri="{FF2B5EF4-FFF2-40B4-BE49-F238E27FC236}">
                <a16:creationId xmlns:a16="http://schemas.microsoft.com/office/drawing/2014/main" id="{0EF2E97E-1EAF-8514-98E6-29894588B11C}"/>
              </a:ext>
            </a:extLst>
          </p:cNvPr>
          <p:cNvSpPr/>
          <p:nvPr/>
        </p:nvSpPr>
        <p:spPr>
          <a:xfrm>
            <a:off x="3708000" y="1921235"/>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Text</a:t>
            </a:r>
          </a:p>
        </p:txBody>
      </p:sp>
      <p:sp>
        <p:nvSpPr>
          <p:cNvPr id="33" name="Rechteck 32">
            <a:extLst>
              <a:ext uri="{FF2B5EF4-FFF2-40B4-BE49-F238E27FC236}">
                <a16:creationId xmlns:a16="http://schemas.microsoft.com/office/drawing/2014/main" id="{8B3948BC-0E69-D644-1734-4EDF792D29DA}"/>
              </a:ext>
            </a:extLst>
          </p:cNvPr>
          <p:cNvSpPr/>
          <p:nvPr/>
        </p:nvSpPr>
        <p:spPr>
          <a:xfrm>
            <a:off x="5940000" y="1921235"/>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Symbols</a:t>
            </a:r>
          </a:p>
        </p:txBody>
      </p:sp>
      <p:sp>
        <p:nvSpPr>
          <p:cNvPr id="34" name="Rechteck 33">
            <a:extLst>
              <a:ext uri="{FF2B5EF4-FFF2-40B4-BE49-F238E27FC236}">
                <a16:creationId xmlns:a16="http://schemas.microsoft.com/office/drawing/2014/main" id="{7F3ACFFB-F8F1-587E-CF14-10654E88D8BA}"/>
              </a:ext>
            </a:extLst>
          </p:cNvPr>
          <p:cNvSpPr/>
          <p:nvPr/>
        </p:nvSpPr>
        <p:spPr>
          <a:xfrm>
            <a:off x="7308000" y="1921235"/>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Comments</a:t>
            </a:r>
          </a:p>
        </p:txBody>
      </p:sp>
      <p:sp>
        <p:nvSpPr>
          <p:cNvPr id="35" name="Rechteck 34">
            <a:extLst>
              <a:ext uri="{FF2B5EF4-FFF2-40B4-BE49-F238E27FC236}">
                <a16:creationId xmlns:a16="http://schemas.microsoft.com/office/drawing/2014/main" id="{BFAA7AB9-9741-B939-C917-D329426AA72A}"/>
              </a:ext>
            </a:extLst>
          </p:cNvPr>
          <p:cNvSpPr/>
          <p:nvPr/>
        </p:nvSpPr>
        <p:spPr>
          <a:xfrm>
            <a:off x="4860000" y="1993235"/>
            <a:ext cx="108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Character Set</a:t>
            </a:r>
          </a:p>
        </p:txBody>
      </p:sp>
      <p:sp>
        <p:nvSpPr>
          <p:cNvPr id="44" name="Freihandform: Form 43">
            <a:extLst>
              <a:ext uri="{FF2B5EF4-FFF2-40B4-BE49-F238E27FC236}">
                <a16:creationId xmlns:a16="http://schemas.microsoft.com/office/drawing/2014/main" id="{ED41AF35-182D-FD1D-37A3-01580CAE3BEB}"/>
              </a:ext>
            </a:extLst>
          </p:cNvPr>
          <p:cNvSpPr/>
          <p:nvPr/>
        </p:nvSpPr>
        <p:spPr>
          <a:xfrm>
            <a:off x="1908000" y="1413000"/>
            <a:ext cx="6811826" cy="432000"/>
          </a:xfrm>
          <a:custGeom>
            <a:avLst/>
            <a:gdLst>
              <a:gd name="connsiteX0" fmla="*/ 319304 w 6811826"/>
              <a:gd name="connsiteY0" fmla="*/ 0 h 432000"/>
              <a:gd name="connsiteX1" fmla="*/ 6492522 w 6811826"/>
              <a:gd name="connsiteY1" fmla="*/ 0 h 432000"/>
              <a:gd name="connsiteX2" fmla="*/ 6811826 w 6811826"/>
              <a:gd name="connsiteY2" fmla="*/ 432000 h 432000"/>
              <a:gd name="connsiteX3" fmla="*/ 0 w 6811826"/>
              <a:gd name="connsiteY3" fmla="*/ 432000 h 432000"/>
              <a:gd name="connsiteX4" fmla="*/ 319304 w 6811826"/>
              <a:gd name="connsiteY4" fmla="*/ 0 h 43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1826" h="432000">
                <a:moveTo>
                  <a:pt x="319304" y="0"/>
                </a:moveTo>
                <a:lnTo>
                  <a:pt x="6492522" y="0"/>
                </a:lnTo>
                <a:lnTo>
                  <a:pt x="6811826" y="432000"/>
                </a:lnTo>
                <a:lnTo>
                  <a:pt x="0" y="432000"/>
                </a:lnTo>
                <a:lnTo>
                  <a:pt x="319304" y="0"/>
                </a:lnTo>
                <a:close/>
              </a:path>
            </a:pathLst>
          </a:cu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chorCtr="0">
            <a:noAutofit/>
          </a:bodyPr>
          <a:lstStyle/>
          <a:p>
            <a:pPr algn="ctr"/>
            <a:endParaRPr lang="de-CH" sz="1400" dirty="0">
              <a:solidFill>
                <a:schemeClr val="tx1"/>
              </a:solidFill>
            </a:endParaRPr>
          </a:p>
        </p:txBody>
      </p:sp>
      <p:sp>
        <p:nvSpPr>
          <p:cNvPr id="45" name="Rechteck 44">
            <a:extLst>
              <a:ext uri="{FF2B5EF4-FFF2-40B4-BE49-F238E27FC236}">
                <a16:creationId xmlns:a16="http://schemas.microsoft.com/office/drawing/2014/main" id="{C520D7E1-D065-4EC0-15B8-695314290CC7}"/>
              </a:ext>
            </a:extLst>
          </p:cNvPr>
          <p:cNvSpPr/>
          <p:nvPr/>
        </p:nvSpPr>
        <p:spPr>
          <a:xfrm>
            <a:off x="1857913" y="1845000"/>
            <a:ext cx="7056000" cy="72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6" name="Rechteck 45">
            <a:extLst>
              <a:ext uri="{FF2B5EF4-FFF2-40B4-BE49-F238E27FC236}">
                <a16:creationId xmlns:a16="http://schemas.microsoft.com/office/drawing/2014/main" id="{38062A21-3B4F-BBE1-C564-5260AE6F51A0}"/>
              </a:ext>
            </a:extLst>
          </p:cNvPr>
          <p:cNvSpPr/>
          <p:nvPr/>
        </p:nvSpPr>
        <p:spPr>
          <a:xfrm>
            <a:off x="2217913" y="1629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Numerals</a:t>
            </a:r>
          </a:p>
        </p:txBody>
      </p:sp>
      <p:sp>
        <p:nvSpPr>
          <p:cNvPr id="47" name="Rechteck 46">
            <a:extLst>
              <a:ext uri="{FF2B5EF4-FFF2-40B4-BE49-F238E27FC236}">
                <a16:creationId xmlns:a16="http://schemas.microsoft.com/office/drawing/2014/main" id="{E2C4FA6B-BBA5-95B3-2898-B1867CC9500F}"/>
              </a:ext>
            </a:extLst>
          </p:cNvPr>
          <p:cNvSpPr/>
          <p:nvPr/>
        </p:nvSpPr>
        <p:spPr>
          <a:xfrm>
            <a:off x="3441913" y="1629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Strings</a:t>
            </a:r>
          </a:p>
        </p:txBody>
      </p:sp>
      <p:sp>
        <p:nvSpPr>
          <p:cNvPr id="48" name="Rechteck 47">
            <a:extLst>
              <a:ext uri="{FF2B5EF4-FFF2-40B4-BE49-F238E27FC236}">
                <a16:creationId xmlns:a16="http://schemas.microsoft.com/office/drawing/2014/main" id="{DCFB6299-D9CA-A74E-5AC8-C8673718AEAE}"/>
              </a:ext>
            </a:extLst>
          </p:cNvPr>
          <p:cNvSpPr/>
          <p:nvPr/>
        </p:nvSpPr>
        <p:spPr>
          <a:xfrm>
            <a:off x="4737913" y="1629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Booleans</a:t>
            </a:r>
          </a:p>
        </p:txBody>
      </p:sp>
      <p:sp>
        <p:nvSpPr>
          <p:cNvPr id="49" name="Rechteck 48">
            <a:extLst>
              <a:ext uri="{FF2B5EF4-FFF2-40B4-BE49-F238E27FC236}">
                <a16:creationId xmlns:a16="http://schemas.microsoft.com/office/drawing/2014/main" id="{823FBF75-1F84-F6AE-C4B2-5E8A3732D501}"/>
              </a:ext>
            </a:extLst>
          </p:cNvPr>
          <p:cNvSpPr/>
          <p:nvPr/>
        </p:nvSpPr>
        <p:spPr>
          <a:xfrm>
            <a:off x="5961913" y="1629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Dates</a:t>
            </a:r>
          </a:p>
        </p:txBody>
      </p:sp>
      <p:sp>
        <p:nvSpPr>
          <p:cNvPr id="50" name="Rechteck 49">
            <a:extLst>
              <a:ext uri="{FF2B5EF4-FFF2-40B4-BE49-F238E27FC236}">
                <a16:creationId xmlns:a16="http://schemas.microsoft.com/office/drawing/2014/main" id="{7008C4C8-D3D5-8506-0787-4F255C14FA08}"/>
              </a:ext>
            </a:extLst>
          </p:cNvPr>
          <p:cNvSpPr/>
          <p:nvPr/>
        </p:nvSpPr>
        <p:spPr>
          <a:xfrm>
            <a:off x="4737913" y="1413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Sets</a:t>
            </a:r>
          </a:p>
        </p:txBody>
      </p:sp>
      <p:sp>
        <p:nvSpPr>
          <p:cNvPr id="51" name="Rechteck 50">
            <a:extLst>
              <a:ext uri="{FF2B5EF4-FFF2-40B4-BE49-F238E27FC236}">
                <a16:creationId xmlns:a16="http://schemas.microsoft.com/office/drawing/2014/main" id="{0ACFA1F9-FD27-C266-1C07-6A67355C660B}"/>
              </a:ext>
            </a:extLst>
          </p:cNvPr>
          <p:cNvSpPr/>
          <p:nvPr/>
        </p:nvSpPr>
        <p:spPr>
          <a:xfrm>
            <a:off x="7329913" y="1629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lnSpc>
                <a:spcPct val="90000"/>
              </a:lnSpc>
            </a:pPr>
            <a:r>
              <a:rPr lang="en-US" sz="1200" dirty="0">
                <a:solidFill>
                  <a:schemeClr val="bg1">
                    <a:lumMod val="85000"/>
                  </a:schemeClr>
                </a:solidFill>
              </a:rPr>
              <a:t>Voids</a:t>
            </a:r>
          </a:p>
        </p:txBody>
      </p:sp>
    </p:spTree>
    <p:extLst>
      <p:ext uri="{BB962C8B-B14F-4D97-AF65-F5344CB8AC3E}">
        <p14:creationId xmlns:p14="http://schemas.microsoft.com/office/powerpoint/2010/main" val="2757764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Functions Overview</a:t>
            </a:r>
            <a:br>
              <a:rPr lang="en-US" dirty="0"/>
            </a:br>
            <a:r>
              <a:rPr lang="en-US" sz="1200" dirty="0">
                <a:solidFill>
                  <a:schemeClr val="tx1"/>
                </a:solidFill>
              </a:rPr>
              <a:t>LAN_Top_Level.png</a:t>
            </a:r>
            <a:br>
              <a:rPr lang="en-US" dirty="0"/>
            </a:br>
            <a:endParaRPr lang="en-US" dirty="0"/>
          </a:p>
        </p:txBody>
      </p:sp>
      <p:sp>
        <p:nvSpPr>
          <p:cNvPr id="35" name="Rechteck 34">
            <a:extLst>
              <a:ext uri="{FF2B5EF4-FFF2-40B4-BE49-F238E27FC236}">
                <a16:creationId xmlns:a16="http://schemas.microsoft.com/office/drawing/2014/main" id="{E6FD1F8A-1E29-4082-BD8E-B68439FB0EC7}"/>
              </a:ext>
            </a:extLst>
          </p:cNvPr>
          <p:cNvSpPr/>
          <p:nvPr/>
        </p:nvSpPr>
        <p:spPr>
          <a:xfrm>
            <a:off x="396000" y="765000"/>
            <a:ext cx="2160000" cy="432000"/>
          </a:xfrm>
          <a:prstGeom prst="rect">
            <a:avLst/>
          </a:prstGeom>
          <a:solidFill>
            <a:srgbClr val="E5E5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B4P Programs</a:t>
            </a:r>
          </a:p>
          <a:p>
            <a:pPr algn="ctr"/>
            <a:r>
              <a:rPr lang="en-US" sz="1200" b="1" dirty="0">
                <a:solidFill>
                  <a:schemeClr val="tx1"/>
                </a:solidFill>
              </a:rPr>
              <a:t>and Function Libraries</a:t>
            </a:r>
          </a:p>
        </p:txBody>
      </p:sp>
      <p:sp>
        <p:nvSpPr>
          <p:cNvPr id="37" name="Rechteck 36">
            <a:extLst>
              <a:ext uri="{FF2B5EF4-FFF2-40B4-BE49-F238E27FC236}">
                <a16:creationId xmlns:a16="http://schemas.microsoft.com/office/drawing/2014/main" id="{6E1BCBB0-D175-4259-B26F-C597A81DC306}"/>
              </a:ext>
            </a:extLst>
          </p:cNvPr>
          <p:cNvSpPr/>
          <p:nvPr/>
        </p:nvSpPr>
        <p:spPr>
          <a:xfrm>
            <a:off x="2556000" y="1557000"/>
            <a:ext cx="2160000" cy="432000"/>
          </a:xfrm>
          <a:prstGeom prst="rect">
            <a:avLst/>
          </a:prstGeom>
          <a:solidFill>
            <a:srgbClr val="CC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Blocks</a:t>
            </a:r>
          </a:p>
        </p:txBody>
      </p:sp>
      <p:sp>
        <p:nvSpPr>
          <p:cNvPr id="39" name="Rechteck 38">
            <a:extLst>
              <a:ext uri="{FF2B5EF4-FFF2-40B4-BE49-F238E27FC236}">
                <a16:creationId xmlns:a16="http://schemas.microsoft.com/office/drawing/2014/main" id="{3DE79C33-9C3E-4819-BD35-A6EAA83F0B65}"/>
              </a:ext>
            </a:extLst>
          </p:cNvPr>
          <p:cNvSpPr/>
          <p:nvPr/>
        </p:nvSpPr>
        <p:spPr>
          <a:xfrm>
            <a:off x="2556000" y="2277000"/>
            <a:ext cx="2160000" cy="432000"/>
          </a:xfrm>
          <a:prstGeom prst="rect">
            <a:avLst/>
          </a:prstGeom>
          <a:solidFill>
            <a:srgbClr val="CC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Statements</a:t>
            </a:r>
          </a:p>
        </p:txBody>
      </p:sp>
      <p:sp>
        <p:nvSpPr>
          <p:cNvPr id="113" name="Rechteck 112">
            <a:extLst>
              <a:ext uri="{FF2B5EF4-FFF2-40B4-BE49-F238E27FC236}">
                <a16:creationId xmlns:a16="http://schemas.microsoft.com/office/drawing/2014/main" id="{69E15E5F-9525-4135-821B-6CDE0D1CB24D}"/>
              </a:ext>
            </a:extLst>
          </p:cNvPr>
          <p:cNvSpPr/>
          <p:nvPr/>
        </p:nvSpPr>
        <p:spPr>
          <a:xfrm>
            <a:off x="2556000" y="1773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000" dirty="0">
                <a:solidFill>
                  <a:schemeClr val="tx1"/>
                </a:solidFill>
              </a:rPr>
              <a:t>Code blocks inside braces </a:t>
            </a:r>
            <a:r>
              <a:rPr lang="en-US" sz="1000" b="1" dirty="0">
                <a:solidFill>
                  <a:schemeClr val="tx1"/>
                </a:solidFill>
              </a:rPr>
              <a:t>{</a:t>
            </a:r>
            <a:r>
              <a:rPr lang="en-US" sz="1000" dirty="0">
                <a:solidFill>
                  <a:schemeClr val="tx1"/>
                </a:solidFill>
              </a:rPr>
              <a:t> … </a:t>
            </a:r>
            <a:r>
              <a:rPr lang="en-US" sz="1000" b="1" dirty="0">
                <a:solidFill>
                  <a:schemeClr val="tx1"/>
                </a:solidFill>
              </a:rPr>
              <a:t>}</a:t>
            </a:r>
          </a:p>
        </p:txBody>
      </p:sp>
      <p:cxnSp>
        <p:nvCxnSpPr>
          <p:cNvPr id="114" name="Gerade Verbindung mit Pfeil 113">
            <a:extLst>
              <a:ext uri="{FF2B5EF4-FFF2-40B4-BE49-F238E27FC236}">
                <a16:creationId xmlns:a16="http://schemas.microsoft.com/office/drawing/2014/main" id="{DC2FC9AC-EC14-43A0-AB3C-158A9F3C0158}"/>
              </a:ext>
            </a:extLst>
          </p:cNvPr>
          <p:cNvCxnSpPr>
            <a:cxnSpLocks/>
          </p:cNvCxnSpPr>
          <p:nvPr/>
        </p:nvCxnSpPr>
        <p:spPr>
          <a:xfrm>
            <a:off x="684000" y="1773000"/>
            <a:ext cx="187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Gerade Verbindung mit Pfeil 123">
            <a:extLst>
              <a:ext uri="{FF2B5EF4-FFF2-40B4-BE49-F238E27FC236}">
                <a16:creationId xmlns:a16="http://schemas.microsoft.com/office/drawing/2014/main" id="{81E93DEE-B453-4DF5-94E8-73BF4C0D46DA}"/>
              </a:ext>
            </a:extLst>
          </p:cNvPr>
          <p:cNvCxnSpPr>
            <a:cxnSpLocks/>
          </p:cNvCxnSpPr>
          <p:nvPr/>
        </p:nvCxnSpPr>
        <p:spPr>
          <a:xfrm>
            <a:off x="684000" y="1197000"/>
            <a:ext cx="0" cy="129600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Gerade Verbindung mit Pfeil 62">
            <a:extLst>
              <a:ext uri="{FF2B5EF4-FFF2-40B4-BE49-F238E27FC236}">
                <a16:creationId xmlns:a16="http://schemas.microsoft.com/office/drawing/2014/main" id="{EFBFE234-A777-42B3-B97B-9C4B44000D41}"/>
              </a:ext>
            </a:extLst>
          </p:cNvPr>
          <p:cNvCxnSpPr>
            <a:cxnSpLocks/>
          </p:cNvCxnSpPr>
          <p:nvPr/>
        </p:nvCxnSpPr>
        <p:spPr>
          <a:xfrm>
            <a:off x="684000" y="2493000"/>
            <a:ext cx="187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hteck 65">
            <a:extLst>
              <a:ext uri="{FF2B5EF4-FFF2-40B4-BE49-F238E27FC236}">
                <a16:creationId xmlns:a16="http://schemas.microsoft.com/office/drawing/2014/main" id="{3ABCAEDF-CBB1-465E-8102-CBAACAAA9356}"/>
              </a:ext>
            </a:extLst>
          </p:cNvPr>
          <p:cNvSpPr/>
          <p:nvPr/>
        </p:nvSpPr>
        <p:spPr>
          <a:xfrm>
            <a:off x="5004000" y="981000"/>
            <a:ext cx="3600000" cy="100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b="1" dirty="0">
                <a:solidFill>
                  <a:srgbClr val="0000FF"/>
                </a:solidFill>
                <a:latin typeface="Courier New" panose="02070309020205020404" pitchFamily="49" charset="0"/>
                <a:cs typeface="Courier New" panose="02070309020205020404" pitchFamily="49" charset="0"/>
              </a:rPr>
              <a:t>{</a:t>
            </a:r>
          </a:p>
          <a:p>
            <a:r>
              <a:rPr lang="en-US" sz="1000" dirty="0">
                <a:solidFill>
                  <a:schemeClr val="tx1"/>
                </a:solidFill>
                <a:latin typeface="Courier New" panose="02070309020205020404" pitchFamily="49" charset="0"/>
                <a:cs typeface="Courier New" panose="02070309020205020404" pitchFamily="49" charset="0"/>
              </a:rPr>
              <a:t>   </a:t>
            </a:r>
            <a:r>
              <a:rPr lang="en-US" sz="1000" b="1" dirty="0">
                <a:solidFill>
                  <a:schemeClr val="tx1"/>
                </a:solidFill>
                <a:latin typeface="Courier New" panose="02070309020205020404" pitchFamily="49" charset="0"/>
                <a:cs typeface="Courier New" panose="02070309020205020404" pitchFamily="49" charset="0"/>
              </a:rPr>
              <a:t>echo</a:t>
            </a:r>
            <a:r>
              <a:rPr lang="en-US" sz="1000" dirty="0">
                <a:solidFill>
                  <a:schemeClr val="tx1"/>
                </a:solidFill>
                <a:latin typeface="Courier New" panose="02070309020205020404" pitchFamily="49" charset="0"/>
                <a:cs typeface="Courier New" panose="02070309020205020404" pitchFamily="49" charset="0"/>
              </a:rPr>
              <a:t>(Hello World);</a:t>
            </a:r>
          </a:p>
          <a:p>
            <a:r>
              <a:rPr lang="en-US" sz="1000" dirty="0">
                <a:solidFill>
                  <a:srgbClr val="0000FF"/>
                </a:solidFill>
                <a:latin typeface="Courier New" panose="02070309020205020404" pitchFamily="49" charset="0"/>
                <a:cs typeface="Courier New" panose="02070309020205020404" pitchFamily="49" charset="0"/>
              </a:rPr>
              <a:t>   </a:t>
            </a:r>
            <a:r>
              <a:rPr lang="en-US" sz="1000" b="1" dirty="0">
                <a:solidFill>
                  <a:srgbClr val="0000FF"/>
                </a:solidFill>
                <a:latin typeface="Courier New" panose="02070309020205020404" pitchFamily="49" charset="0"/>
                <a:cs typeface="Courier New" panose="02070309020205020404" pitchFamily="49" charset="0"/>
              </a:rPr>
              <a:t>{</a:t>
            </a:r>
          </a:p>
          <a:p>
            <a:r>
              <a:rPr lang="en-US" sz="1000" dirty="0">
                <a:solidFill>
                  <a:schemeClr val="tx1"/>
                </a:solidFill>
                <a:latin typeface="Courier New" panose="02070309020205020404" pitchFamily="49" charset="0"/>
                <a:cs typeface="Courier New" panose="02070309020205020404" pitchFamily="49" charset="0"/>
              </a:rPr>
              <a:t>        </a:t>
            </a:r>
            <a:r>
              <a:rPr lang="en-US" sz="1000" b="1" dirty="0">
                <a:solidFill>
                  <a:schemeClr val="tx1"/>
                </a:solidFill>
                <a:latin typeface="Courier New" panose="02070309020205020404" pitchFamily="49" charset="0"/>
                <a:cs typeface="Courier New" panose="02070309020205020404" pitchFamily="49" charset="0"/>
              </a:rPr>
              <a:t>echo</a:t>
            </a:r>
            <a:r>
              <a:rPr lang="en-US" sz="1000" dirty="0">
                <a:solidFill>
                  <a:schemeClr val="tx1"/>
                </a:solidFill>
                <a:latin typeface="Courier New" panose="02070309020205020404" pitchFamily="49" charset="0"/>
                <a:cs typeface="Courier New" panose="02070309020205020404" pitchFamily="49" charset="0"/>
              </a:rPr>
              <a:t>( Hi ); </a:t>
            </a:r>
            <a:r>
              <a:rPr lang="en-US" sz="1000" b="1" dirty="0">
                <a:solidFill>
                  <a:schemeClr val="tx1"/>
                </a:solidFill>
                <a:latin typeface="Courier New" panose="02070309020205020404" pitchFamily="49" charset="0"/>
                <a:cs typeface="Courier New" panose="02070309020205020404" pitchFamily="49" charset="0"/>
              </a:rPr>
              <a:t>echo</a:t>
            </a:r>
            <a:r>
              <a:rPr lang="en-US" sz="1000" dirty="0">
                <a:solidFill>
                  <a:schemeClr val="tx1"/>
                </a:solidFill>
                <a:latin typeface="Courier New" panose="02070309020205020404" pitchFamily="49" charset="0"/>
                <a:cs typeface="Courier New" panose="02070309020205020404" pitchFamily="49" charset="0"/>
              </a:rPr>
              <a:t>( Ho );</a:t>
            </a:r>
          </a:p>
          <a:p>
            <a:r>
              <a:rPr lang="en-US" sz="1000" dirty="0">
                <a:solidFill>
                  <a:srgbClr val="0000FF"/>
                </a:solidFill>
                <a:latin typeface="Courier New" panose="02070309020205020404" pitchFamily="49" charset="0"/>
                <a:cs typeface="Courier New" panose="02070309020205020404" pitchFamily="49" charset="0"/>
              </a:rPr>
              <a:t>   </a:t>
            </a:r>
            <a:r>
              <a:rPr lang="en-US" sz="1000" b="1" dirty="0">
                <a:solidFill>
                  <a:srgbClr val="0000FF"/>
                </a:solidFill>
                <a:latin typeface="Courier New" panose="02070309020205020404" pitchFamily="49" charset="0"/>
                <a:cs typeface="Courier New" panose="02070309020205020404" pitchFamily="49" charset="0"/>
              </a:rPr>
              <a:t>}</a:t>
            </a:r>
          </a:p>
          <a:p>
            <a:r>
              <a:rPr lang="en-US" sz="1000" b="1" dirty="0">
                <a:solidFill>
                  <a:srgbClr val="0000FF"/>
                </a:solidFill>
                <a:latin typeface="Courier New" panose="02070309020205020404" pitchFamily="49" charset="0"/>
                <a:cs typeface="Courier New" panose="02070309020205020404" pitchFamily="49" charset="0"/>
              </a:rPr>
              <a:t>}</a:t>
            </a:r>
          </a:p>
        </p:txBody>
      </p:sp>
      <p:cxnSp>
        <p:nvCxnSpPr>
          <p:cNvPr id="67" name="Gerade Verbindung mit Pfeil 66">
            <a:extLst>
              <a:ext uri="{FF2B5EF4-FFF2-40B4-BE49-F238E27FC236}">
                <a16:creationId xmlns:a16="http://schemas.microsoft.com/office/drawing/2014/main" id="{20A55B09-D86E-4FB5-8BE5-BE84F5EAC408}"/>
              </a:ext>
            </a:extLst>
          </p:cNvPr>
          <p:cNvCxnSpPr>
            <a:cxnSpLocks/>
            <a:stCxn id="113" idx="2"/>
            <a:endCxn id="39" idx="0"/>
          </p:cNvCxnSpPr>
          <p:nvPr/>
        </p:nvCxnSpPr>
        <p:spPr>
          <a:xfrm>
            <a:off x="3636000" y="1989000"/>
            <a:ext cx="0" cy="28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Rechteck 69">
            <a:extLst>
              <a:ext uri="{FF2B5EF4-FFF2-40B4-BE49-F238E27FC236}">
                <a16:creationId xmlns:a16="http://schemas.microsoft.com/office/drawing/2014/main" id="{10C88A69-70FD-476B-BC65-029D09FFCE3F}"/>
              </a:ext>
            </a:extLst>
          </p:cNvPr>
          <p:cNvSpPr/>
          <p:nvPr/>
        </p:nvSpPr>
        <p:spPr>
          <a:xfrm>
            <a:off x="5004000" y="2277000"/>
            <a:ext cx="3600000" cy="64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b="1" dirty="0">
                <a:solidFill>
                  <a:schemeClr val="tx1"/>
                </a:solidFill>
                <a:latin typeface="Courier New" panose="02070309020205020404" pitchFamily="49" charset="0"/>
                <a:cs typeface="Courier New" panose="02070309020205020404" pitchFamily="49" charset="0"/>
              </a:rPr>
              <a:t>echo</a:t>
            </a:r>
            <a:r>
              <a:rPr lang="en-US" sz="1000" dirty="0">
                <a:solidFill>
                  <a:schemeClr val="tx1"/>
                </a:solidFill>
                <a:latin typeface="Courier New" panose="02070309020205020404" pitchFamily="49" charset="0"/>
                <a:cs typeface="Courier New" panose="02070309020205020404" pitchFamily="49" charset="0"/>
              </a:rPr>
              <a:t>( Hello world )</a:t>
            </a:r>
            <a:r>
              <a:rPr lang="en-US" sz="1000" b="1" dirty="0">
                <a:solidFill>
                  <a:srgbClr val="0000FF"/>
                </a:solidFill>
                <a:latin typeface="Courier New" panose="02070309020205020404" pitchFamily="49" charset="0"/>
                <a:cs typeface="Courier New" panose="02070309020205020404" pitchFamily="49" charset="0"/>
              </a:rPr>
              <a:t>;</a:t>
            </a:r>
            <a:r>
              <a:rPr lang="en-US" sz="1000" dirty="0">
                <a:solidFill>
                  <a:schemeClr val="tx1"/>
                </a:solidFill>
                <a:latin typeface="Courier New" panose="02070309020205020404" pitchFamily="49" charset="0"/>
                <a:cs typeface="Courier New" panose="02070309020205020404" pitchFamily="49" charset="0"/>
              </a:rPr>
              <a:t> </a:t>
            </a:r>
          </a:p>
          <a:p>
            <a:r>
              <a:rPr lang="en-US" sz="1000" b="1" dirty="0">
                <a:solidFill>
                  <a:schemeClr val="tx1"/>
                </a:solidFill>
                <a:latin typeface="Courier New" panose="02070309020205020404" pitchFamily="49" charset="0"/>
                <a:cs typeface="Courier New" panose="02070309020205020404" pitchFamily="49" charset="0"/>
              </a:rPr>
              <a:t>echo</a:t>
            </a:r>
            <a:r>
              <a:rPr lang="en-US" sz="1000" dirty="0">
                <a:solidFill>
                  <a:schemeClr val="tx1"/>
                </a:solidFill>
                <a:latin typeface="Courier New" panose="02070309020205020404" pitchFamily="49" charset="0"/>
                <a:cs typeface="Courier New" panose="02070309020205020404" pitchFamily="49" charset="0"/>
              </a:rPr>
              <a:t>( </a:t>
            </a:r>
            <a:r>
              <a:rPr lang="en-US" sz="1000" b="1" dirty="0">
                <a:solidFill>
                  <a:schemeClr val="tx1"/>
                </a:solidFill>
                <a:latin typeface="Courier New" panose="02070309020205020404" pitchFamily="49" charset="0"/>
                <a:cs typeface="Courier New" panose="02070309020205020404" pitchFamily="49" charset="0"/>
              </a:rPr>
              <a:t>date</a:t>
            </a:r>
            <a:r>
              <a:rPr lang="en-US" sz="1000" dirty="0">
                <a:solidFill>
                  <a:schemeClr val="tx1"/>
                </a:solidFill>
                <a:latin typeface="Courier New" panose="02070309020205020404" pitchFamily="49" charset="0"/>
                <a:cs typeface="Courier New" panose="02070309020205020404" pitchFamily="49" charset="0"/>
              </a:rPr>
              <a:t>(today) )</a:t>
            </a:r>
            <a:r>
              <a:rPr lang="en-US" sz="1000" b="1" dirty="0">
                <a:solidFill>
                  <a:srgbClr val="0000FF"/>
                </a:solidFill>
                <a:latin typeface="Courier New" panose="02070309020205020404" pitchFamily="49" charset="0"/>
                <a:cs typeface="Courier New" panose="02070309020205020404" pitchFamily="49" charset="0"/>
              </a:rPr>
              <a:t>;</a:t>
            </a:r>
            <a:endParaRPr lang="en-US" sz="1000" b="1" dirty="0">
              <a:solidFill>
                <a:schemeClr val="tx1"/>
              </a:solidFill>
              <a:latin typeface="Courier New" panose="02070309020205020404" pitchFamily="49" charset="0"/>
              <a:cs typeface="Courier New" panose="02070309020205020404" pitchFamily="49" charset="0"/>
            </a:endParaRPr>
          </a:p>
          <a:p>
            <a:r>
              <a:rPr lang="en-US" sz="1000" dirty="0">
                <a:solidFill>
                  <a:schemeClr val="tx1"/>
                </a:solidFill>
                <a:latin typeface="Courier New" panose="02070309020205020404" pitchFamily="49" charset="0"/>
                <a:cs typeface="Courier New" panose="02070309020205020404" pitchFamily="49" charset="0"/>
              </a:rPr>
              <a:t>a[] = 5 + 3*2</a:t>
            </a:r>
            <a:r>
              <a:rPr lang="en-US" sz="1000" b="1" dirty="0">
                <a:solidFill>
                  <a:srgbClr val="0000FF"/>
                </a:solidFill>
                <a:latin typeface="Courier New" panose="02070309020205020404" pitchFamily="49" charset="0"/>
                <a:cs typeface="Courier New" panose="02070309020205020404" pitchFamily="49" charset="0"/>
              </a:rPr>
              <a:t>;</a:t>
            </a:r>
          </a:p>
          <a:p>
            <a:r>
              <a:rPr lang="en-US" sz="1000" b="1" dirty="0">
                <a:solidFill>
                  <a:schemeClr val="tx1"/>
                </a:solidFill>
                <a:latin typeface="Courier New" panose="02070309020205020404" pitchFamily="49" charset="0"/>
                <a:cs typeface="Courier New" panose="02070309020205020404" pitchFamily="49" charset="0"/>
              </a:rPr>
              <a:t>echo</a:t>
            </a:r>
            <a:r>
              <a:rPr lang="en-US" sz="1000" dirty="0">
                <a:solidFill>
                  <a:schemeClr val="tx1"/>
                </a:solidFill>
                <a:latin typeface="Courier New" panose="02070309020205020404" pitchFamily="49" charset="0"/>
                <a:cs typeface="Courier New" panose="02070309020205020404" pitchFamily="49" charset="0"/>
              </a:rPr>
              <a:t>("Result is: ", a[])</a:t>
            </a:r>
            <a:r>
              <a:rPr lang="en-US" sz="1000" b="1" dirty="0">
                <a:solidFill>
                  <a:srgbClr val="0000FF"/>
                </a:solidFill>
                <a:latin typeface="Courier New" panose="02070309020205020404" pitchFamily="49" charset="0"/>
                <a:cs typeface="Courier New" panose="02070309020205020404" pitchFamily="49" charset="0"/>
              </a:rPr>
              <a:t>;</a:t>
            </a:r>
          </a:p>
        </p:txBody>
      </p:sp>
      <p:sp>
        <p:nvSpPr>
          <p:cNvPr id="72" name="Rechteck 71">
            <a:extLst>
              <a:ext uri="{FF2B5EF4-FFF2-40B4-BE49-F238E27FC236}">
                <a16:creationId xmlns:a16="http://schemas.microsoft.com/office/drawing/2014/main" id="{AA7BECD8-F4C9-4BB8-A25E-4F37FEEBFF73}"/>
              </a:ext>
            </a:extLst>
          </p:cNvPr>
          <p:cNvSpPr/>
          <p:nvPr/>
        </p:nvSpPr>
        <p:spPr>
          <a:xfrm>
            <a:off x="756000" y="1197000"/>
            <a:ext cx="22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May contain 1 or more Statements and Blocks in any order</a:t>
            </a:r>
          </a:p>
        </p:txBody>
      </p:sp>
      <p:sp>
        <p:nvSpPr>
          <p:cNvPr id="15" name="Rechteck 14">
            <a:extLst>
              <a:ext uri="{FF2B5EF4-FFF2-40B4-BE49-F238E27FC236}">
                <a16:creationId xmlns:a16="http://schemas.microsoft.com/office/drawing/2014/main" id="{6363B55E-A0DD-4F04-B26B-EE0CF4163EFB}"/>
              </a:ext>
            </a:extLst>
          </p:cNvPr>
          <p:cNvSpPr/>
          <p:nvPr/>
        </p:nvSpPr>
        <p:spPr>
          <a:xfrm>
            <a:off x="3708000" y="1989000"/>
            <a:ext cx="22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Blocks ,ay contain 1 or more statements and (nested) blocks</a:t>
            </a:r>
          </a:p>
        </p:txBody>
      </p:sp>
      <p:sp>
        <p:nvSpPr>
          <p:cNvPr id="16" name="Rechteck 15">
            <a:extLst>
              <a:ext uri="{FF2B5EF4-FFF2-40B4-BE49-F238E27FC236}">
                <a16:creationId xmlns:a16="http://schemas.microsoft.com/office/drawing/2014/main" id="{24DF15E2-8494-4CD4-97B9-0587F72A4C67}"/>
              </a:ext>
            </a:extLst>
          </p:cNvPr>
          <p:cNvSpPr/>
          <p:nvPr/>
        </p:nvSpPr>
        <p:spPr>
          <a:xfrm>
            <a:off x="2556000" y="2493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000" dirty="0">
                <a:solidFill>
                  <a:schemeClr val="tx1"/>
                </a:solidFill>
              </a:rPr>
              <a:t>Delimited with semicolons </a:t>
            </a:r>
            <a:r>
              <a:rPr lang="en-US" sz="1000" b="1" dirty="0">
                <a:solidFill>
                  <a:schemeClr val="tx1"/>
                </a:solidFill>
              </a:rPr>
              <a:t>;</a:t>
            </a:r>
          </a:p>
        </p:txBody>
      </p:sp>
      <p:sp>
        <p:nvSpPr>
          <p:cNvPr id="25" name="Rechteck 24">
            <a:extLst>
              <a:ext uri="{FF2B5EF4-FFF2-40B4-BE49-F238E27FC236}">
                <a16:creationId xmlns:a16="http://schemas.microsoft.com/office/drawing/2014/main" id="{A32A9BA3-6FAF-4251-AA22-942116015580}"/>
              </a:ext>
            </a:extLst>
          </p:cNvPr>
          <p:cNvSpPr/>
          <p:nvPr/>
        </p:nvSpPr>
        <p:spPr>
          <a:xfrm>
            <a:off x="5004000" y="765000"/>
            <a:ext cx="22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Examples</a:t>
            </a:r>
          </a:p>
        </p:txBody>
      </p:sp>
    </p:spTree>
    <p:extLst>
      <p:ext uri="{BB962C8B-B14F-4D97-AF65-F5344CB8AC3E}">
        <p14:creationId xmlns:p14="http://schemas.microsoft.com/office/powerpoint/2010/main" val="1354036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Functions Overview</a:t>
            </a:r>
            <a:br>
              <a:rPr lang="en-US" dirty="0"/>
            </a:br>
            <a:r>
              <a:rPr lang="en-US" sz="1200" dirty="0">
                <a:solidFill>
                  <a:schemeClr val="tx1"/>
                </a:solidFill>
              </a:rPr>
              <a:t>LAN_Statements.png</a:t>
            </a:r>
            <a:br>
              <a:rPr lang="en-US" dirty="0"/>
            </a:br>
            <a:r>
              <a:rPr lang="en-US" dirty="0"/>
              <a:t> </a:t>
            </a:r>
          </a:p>
        </p:txBody>
      </p:sp>
      <p:sp>
        <p:nvSpPr>
          <p:cNvPr id="70" name="Rechteck 69">
            <a:extLst>
              <a:ext uri="{FF2B5EF4-FFF2-40B4-BE49-F238E27FC236}">
                <a16:creationId xmlns:a16="http://schemas.microsoft.com/office/drawing/2014/main" id="{10C88A69-70FD-476B-BC65-029D09FFCE3F}"/>
              </a:ext>
            </a:extLst>
          </p:cNvPr>
          <p:cNvSpPr/>
          <p:nvPr/>
        </p:nvSpPr>
        <p:spPr>
          <a:xfrm>
            <a:off x="5004000" y="1557000"/>
            <a:ext cx="3600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b="1" dirty="0">
                <a:solidFill>
                  <a:srgbClr val="0000FF"/>
                </a:solidFill>
                <a:latin typeface="Courier New" panose="02070309020205020404" pitchFamily="49" charset="0"/>
                <a:cs typeface="Courier New" panose="02070309020205020404" pitchFamily="49" charset="0"/>
              </a:rPr>
              <a:t>echo</a:t>
            </a:r>
            <a:r>
              <a:rPr lang="en-US" sz="1000" dirty="0">
                <a:solidFill>
                  <a:schemeClr val="tx1"/>
                </a:solidFill>
                <a:latin typeface="Courier New" panose="02070309020205020404" pitchFamily="49" charset="0"/>
                <a:cs typeface="Courier New" panose="02070309020205020404" pitchFamily="49" charset="0"/>
              </a:rPr>
              <a:t>(Hello world);</a:t>
            </a:r>
          </a:p>
          <a:p>
            <a:r>
              <a:rPr lang="en-US" sz="1000" b="1" dirty="0">
                <a:solidFill>
                  <a:srgbClr val="0000FF"/>
                </a:solidFill>
                <a:latin typeface="Courier New" panose="02070309020205020404" pitchFamily="49" charset="0"/>
                <a:cs typeface="Courier New" panose="02070309020205020404" pitchFamily="49" charset="0"/>
              </a:rPr>
              <a:t>table load excel file</a:t>
            </a:r>
            <a:r>
              <a:rPr lang="en-US" sz="1000" dirty="0">
                <a:solidFill>
                  <a:schemeClr val="tx1"/>
                </a:solidFill>
                <a:latin typeface="Courier New" panose="02070309020205020404" pitchFamily="49" charset="0"/>
                <a:cs typeface="Courier New" panose="02070309020205020404" pitchFamily="49" charset="0"/>
              </a:rPr>
              <a:t>( t1, data.xlsx ):</a:t>
            </a:r>
          </a:p>
        </p:txBody>
      </p:sp>
      <p:sp>
        <p:nvSpPr>
          <p:cNvPr id="34" name="Rechteck 33">
            <a:extLst>
              <a:ext uri="{FF2B5EF4-FFF2-40B4-BE49-F238E27FC236}">
                <a16:creationId xmlns:a16="http://schemas.microsoft.com/office/drawing/2014/main" id="{A6DD2971-12C7-4076-9703-01FF69EBDEFA}"/>
              </a:ext>
            </a:extLst>
          </p:cNvPr>
          <p:cNvSpPr/>
          <p:nvPr/>
        </p:nvSpPr>
        <p:spPr>
          <a:xfrm>
            <a:off x="2556000" y="1557000"/>
            <a:ext cx="2160000" cy="432000"/>
          </a:xfrm>
          <a:prstGeom prst="rect">
            <a:avLst/>
          </a:prstGeom>
          <a:solidFill>
            <a:srgbClr val="F5E1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Procedure Calls</a:t>
            </a:r>
          </a:p>
        </p:txBody>
      </p:sp>
      <p:sp>
        <p:nvSpPr>
          <p:cNvPr id="36" name="Rechteck 35">
            <a:extLst>
              <a:ext uri="{FF2B5EF4-FFF2-40B4-BE49-F238E27FC236}">
                <a16:creationId xmlns:a16="http://schemas.microsoft.com/office/drawing/2014/main" id="{DFFAA0A9-A507-4D93-BE46-511521A5AD92}"/>
              </a:ext>
            </a:extLst>
          </p:cNvPr>
          <p:cNvSpPr/>
          <p:nvPr/>
        </p:nvSpPr>
        <p:spPr>
          <a:xfrm>
            <a:off x="2556000" y="2277000"/>
            <a:ext cx="2160000" cy="432000"/>
          </a:xfrm>
          <a:prstGeom prst="rect">
            <a:avLst/>
          </a:prstGeom>
          <a:solidFill>
            <a:srgbClr val="F5E1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Control Flow</a:t>
            </a:r>
            <a:endParaRPr lang="en-US" sz="1200" dirty="0">
              <a:solidFill>
                <a:schemeClr val="tx1"/>
              </a:solidFill>
            </a:endParaRPr>
          </a:p>
        </p:txBody>
      </p:sp>
      <p:sp>
        <p:nvSpPr>
          <p:cNvPr id="38" name="Rechteck 37">
            <a:extLst>
              <a:ext uri="{FF2B5EF4-FFF2-40B4-BE49-F238E27FC236}">
                <a16:creationId xmlns:a16="http://schemas.microsoft.com/office/drawing/2014/main" id="{E97CC6B8-44DF-4D47-9AD5-4CD8C9A16DE7}"/>
              </a:ext>
            </a:extLst>
          </p:cNvPr>
          <p:cNvSpPr/>
          <p:nvPr/>
        </p:nvSpPr>
        <p:spPr>
          <a:xfrm>
            <a:off x="2556000" y="4869000"/>
            <a:ext cx="2160000" cy="432000"/>
          </a:xfrm>
          <a:prstGeom prst="rect">
            <a:avLst/>
          </a:prstGeom>
          <a:solidFill>
            <a:srgbClr val="C1E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Assignments</a:t>
            </a:r>
          </a:p>
        </p:txBody>
      </p:sp>
      <p:sp>
        <p:nvSpPr>
          <p:cNvPr id="40" name="Rechteck 39">
            <a:extLst>
              <a:ext uri="{FF2B5EF4-FFF2-40B4-BE49-F238E27FC236}">
                <a16:creationId xmlns:a16="http://schemas.microsoft.com/office/drawing/2014/main" id="{22FBE4BE-F616-46C2-AAC9-63F289AA916F}"/>
              </a:ext>
            </a:extLst>
          </p:cNvPr>
          <p:cNvSpPr/>
          <p:nvPr/>
        </p:nvSpPr>
        <p:spPr>
          <a:xfrm>
            <a:off x="2556000" y="3141000"/>
            <a:ext cx="2160000" cy="432000"/>
          </a:xfrm>
          <a:prstGeom prst="rect">
            <a:avLst/>
          </a:prstGeom>
          <a:solidFill>
            <a:srgbClr val="69B4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Standalone Ad-hoc</a:t>
            </a:r>
            <a:br>
              <a:rPr lang="en-US" sz="1200" b="1" dirty="0">
                <a:solidFill>
                  <a:schemeClr val="tx1"/>
                </a:solidFill>
              </a:rPr>
            </a:br>
            <a:r>
              <a:rPr lang="en-US" sz="1200" b="1" dirty="0">
                <a:solidFill>
                  <a:schemeClr val="tx1"/>
                </a:solidFill>
              </a:rPr>
              <a:t>Operations</a:t>
            </a:r>
          </a:p>
        </p:txBody>
      </p:sp>
      <p:sp>
        <p:nvSpPr>
          <p:cNvPr id="41" name="Rechteck 40">
            <a:extLst>
              <a:ext uri="{FF2B5EF4-FFF2-40B4-BE49-F238E27FC236}">
                <a16:creationId xmlns:a16="http://schemas.microsoft.com/office/drawing/2014/main" id="{506031A6-A80A-4A99-9B01-FE3C2619E675}"/>
              </a:ext>
            </a:extLst>
          </p:cNvPr>
          <p:cNvSpPr/>
          <p:nvPr/>
        </p:nvSpPr>
        <p:spPr>
          <a:xfrm>
            <a:off x="2556000" y="4005000"/>
            <a:ext cx="2160000" cy="432000"/>
          </a:xfrm>
          <a:prstGeom prst="rect">
            <a:avLst/>
          </a:prstGeom>
          <a:solidFill>
            <a:srgbClr val="EAC1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Transactions</a:t>
            </a:r>
          </a:p>
        </p:txBody>
      </p:sp>
      <p:sp>
        <p:nvSpPr>
          <p:cNvPr id="42" name="Rechteck 41">
            <a:extLst>
              <a:ext uri="{FF2B5EF4-FFF2-40B4-BE49-F238E27FC236}">
                <a16:creationId xmlns:a16="http://schemas.microsoft.com/office/drawing/2014/main" id="{21071A75-8F58-41AE-A1CD-672864BFBE85}"/>
              </a:ext>
            </a:extLst>
          </p:cNvPr>
          <p:cNvSpPr/>
          <p:nvPr/>
        </p:nvSpPr>
        <p:spPr>
          <a:xfrm>
            <a:off x="5004000" y="2277000"/>
            <a:ext cx="3600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b="1" dirty="0">
                <a:solidFill>
                  <a:srgbClr val="0000FF"/>
                </a:solidFill>
                <a:latin typeface="Courier New" panose="02070309020205020404" pitchFamily="49" charset="0"/>
                <a:cs typeface="Courier New" panose="02070309020205020404" pitchFamily="49" charset="0"/>
              </a:rPr>
              <a:t>while</a:t>
            </a:r>
            <a:r>
              <a:rPr lang="en-US" sz="1000" dirty="0">
                <a:solidFill>
                  <a:schemeClr val="tx1"/>
                </a:solidFill>
                <a:latin typeface="Courier New" panose="02070309020205020404" pitchFamily="49" charset="0"/>
                <a:cs typeface="Courier New" panose="02070309020205020404" pitchFamily="49" charset="0"/>
              </a:rPr>
              <a:t> (a[] &gt; 3)</a:t>
            </a:r>
          </a:p>
          <a:p>
            <a:r>
              <a:rPr lang="en-US" sz="1000" dirty="0">
                <a:solidFill>
                  <a:schemeClr val="tx1"/>
                </a:solidFill>
                <a:latin typeface="Courier New" panose="02070309020205020404" pitchFamily="49" charset="0"/>
                <a:cs typeface="Courier New" panose="02070309020205020404" pitchFamily="49" charset="0"/>
              </a:rPr>
              <a:t>    </a:t>
            </a:r>
            <a:r>
              <a:rPr lang="en-US" sz="1000" b="1" dirty="0">
                <a:solidFill>
                  <a:schemeClr val="tx1"/>
                </a:solidFill>
                <a:latin typeface="Courier New" panose="02070309020205020404" pitchFamily="49" charset="0"/>
                <a:cs typeface="Courier New" panose="02070309020205020404" pitchFamily="49" charset="0"/>
              </a:rPr>
              <a:t>echo</a:t>
            </a:r>
            <a:r>
              <a:rPr lang="en-US" sz="1000" dirty="0">
                <a:solidFill>
                  <a:schemeClr val="tx1"/>
                </a:solidFill>
                <a:latin typeface="Courier New" panose="02070309020205020404" pitchFamily="49" charset="0"/>
                <a:cs typeface="Courier New" panose="02070309020205020404" pitchFamily="49" charset="0"/>
              </a:rPr>
              <a:t>(a[]--, " is still greater than 3");</a:t>
            </a:r>
          </a:p>
        </p:txBody>
      </p:sp>
      <p:sp>
        <p:nvSpPr>
          <p:cNvPr id="44" name="Rechteck 43">
            <a:extLst>
              <a:ext uri="{FF2B5EF4-FFF2-40B4-BE49-F238E27FC236}">
                <a16:creationId xmlns:a16="http://schemas.microsoft.com/office/drawing/2014/main" id="{DF460A4C-B249-4F0E-93EF-BBCCCD8A0784}"/>
              </a:ext>
            </a:extLst>
          </p:cNvPr>
          <p:cNvSpPr/>
          <p:nvPr/>
        </p:nvSpPr>
        <p:spPr>
          <a:xfrm>
            <a:off x="5004000" y="4869000"/>
            <a:ext cx="3600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latin typeface="Courier New" panose="02070309020205020404" pitchFamily="49" charset="0"/>
                <a:cs typeface="Courier New" panose="02070309020205020404" pitchFamily="49" charset="0"/>
              </a:rPr>
              <a:t>a[] </a:t>
            </a:r>
            <a:r>
              <a:rPr lang="en-US" sz="1000" b="1" dirty="0">
                <a:solidFill>
                  <a:srgbClr val="0000FF"/>
                </a:solidFill>
                <a:latin typeface="Courier New" panose="02070309020205020404" pitchFamily="49" charset="0"/>
                <a:cs typeface="Courier New" panose="02070309020205020404" pitchFamily="49" charset="0"/>
              </a:rPr>
              <a:t>=</a:t>
            </a:r>
            <a:r>
              <a:rPr lang="en-US" sz="1000" dirty="0">
                <a:solidFill>
                  <a:schemeClr val="tx1"/>
                </a:solidFill>
                <a:latin typeface="Courier New" panose="02070309020205020404" pitchFamily="49" charset="0"/>
                <a:cs typeface="Courier New" panose="02070309020205020404" pitchFamily="49" charset="0"/>
              </a:rPr>
              <a:t> b[]*2 + 1;</a:t>
            </a:r>
          </a:p>
          <a:p>
            <a:r>
              <a:rPr lang="en-US" sz="1000" dirty="0">
                <a:solidFill>
                  <a:schemeClr val="tx1"/>
                </a:solidFill>
                <a:latin typeface="Courier New" panose="02070309020205020404" pitchFamily="49" charset="0"/>
                <a:cs typeface="Courier New" panose="02070309020205020404" pitchFamily="49" charset="0"/>
              </a:rPr>
              <a:t>[Last Name] </a:t>
            </a:r>
            <a:r>
              <a:rPr lang="en-US" sz="1000" b="1" dirty="0">
                <a:solidFill>
                  <a:srgbClr val="0000FF"/>
                </a:solidFill>
                <a:latin typeface="Courier New" panose="02070309020205020404" pitchFamily="49" charset="0"/>
                <a:cs typeface="Courier New" panose="02070309020205020404" pitchFamily="49" charset="0"/>
              </a:rPr>
              <a:t>=</a:t>
            </a:r>
            <a:r>
              <a:rPr lang="en-US" sz="1000" dirty="0">
                <a:solidFill>
                  <a:schemeClr val="tx1"/>
                </a:solidFill>
                <a:latin typeface="Courier New" panose="02070309020205020404" pitchFamily="49" charset="0"/>
                <a:cs typeface="Courier New" panose="02070309020205020404" pitchFamily="49" charset="0"/>
              </a:rPr>
              <a:t> Miller;</a:t>
            </a:r>
          </a:p>
        </p:txBody>
      </p:sp>
      <p:sp>
        <p:nvSpPr>
          <p:cNvPr id="48" name="Rechteck 47">
            <a:extLst>
              <a:ext uri="{FF2B5EF4-FFF2-40B4-BE49-F238E27FC236}">
                <a16:creationId xmlns:a16="http://schemas.microsoft.com/office/drawing/2014/main" id="{377EB056-F8DD-4731-800B-117D8EC57019}"/>
              </a:ext>
            </a:extLst>
          </p:cNvPr>
          <p:cNvSpPr/>
          <p:nvPr/>
        </p:nvSpPr>
        <p:spPr>
          <a:xfrm>
            <a:off x="5004000" y="3141000"/>
            <a:ext cx="3600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latin typeface="Courier New" panose="02070309020205020404" pitchFamily="49" charset="0"/>
                <a:cs typeface="Courier New" panose="02070309020205020404" pitchFamily="49" charset="0"/>
              </a:rPr>
              <a:t>a[]</a:t>
            </a:r>
            <a:r>
              <a:rPr lang="en-US" sz="1000" b="1" dirty="0">
                <a:solidFill>
                  <a:srgbClr val="0000FF"/>
                </a:solidFill>
                <a:latin typeface="Courier New" panose="02070309020205020404" pitchFamily="49" charset="0"/>
                <a:cs typeface="Courier New" panose="02070309020205020404" pitchFamily="49" charset="0"/>
              </a:rPr>
              <a:t>++</a:t>
            </a:r>
            <a:r>
              <a:rPr lang="en-US" sz="1000" dirty="0">
                <a:solidFill>
                  <a:schemeClr val="tx1"/>
                </a:solidFill>
                <a:latin typeface="Courier New" panose="02070309020205020404" pitchFamily="49" charset="0"/>
                <a:cs typeface="Courier New" panose="02070309020205020404" pitchFamily="49" charset="0"/>
              </a:rPr>
              <a:t>;        // Increment by 1</a:t>
            </a:r>
          </a:p>
          <a:p>
            <a:r>
              <a:rPr lang="en-US" sz="1000" dirty="0">
                <a:solidFill>
                  <a:schemeClr val="tx1"/>
                </a:solidFill>
                <a:latin typeface="Courier New" panose="02070309020205020404" pitchFamily="49" charset="0"/>
                <a:cs typeface="Courier New" panose="02070309020205020404" pitchFamily="49" charset="0"/>
              </a:rPr>
              <a:t>[Score]</a:t>
            </a:r>
            <a:r>
              <a:rPr lang="en-US" sz="1000" b="1" dirty="0">
                <a:solidFill>
                  <a:srgbClr val="0000FF"/>
                </a:solidFill>
                <a:latin typeface="Courier New" panose="02070309020205020404" pitchFamily="49" charset="0"/>
                <a:cs typeface="Courier New" panose="02070309020205020404" pitchFamily="49" charset="0"/>
              </a:rPr>
              <a:t>**(3)</a:t>
            </a:r>
            <a:r>
              <a:rPr lang="en-US" sz="1000" dirty="0">
                <a:solidFill>
                  <a:schemeClr val="tx1"/>
                </a:solidFill>
                <a:latin typeface="Courier New" panose="02070309020205020404" pitchFamily="49" charset="0"/>
                <a:cs typeface="Courier New" panose="02070309020205020404" pitchFamily="49" charset="0"/>
              </a:rPr>
              <a:t>; // Multiply by 3</a:t>
            </a:r>
          </a:p>
        </p:txBody>
      </p:sp>
      <p:sp>
        <p:nvSpPr>
          <p:cNvPr id="49" name="Rechteck 48">
            <a:extLst>
              <a:ext uri="{FF2B5EF4-FFF2-40B4-BE49-F238E27FC236}">
                <a16:creationId xmlns:a16="http://schemas.microsoft.com/office/drawing/2014/main" id="{4F8DF516-9F57-4601-9EBA-31382BB51905}"/>
              </a:ext>
            </a:extLst>
          </p:cNvPr>
          <p:cNvSpPr/>
          <p:nvPr/>
        </p:nvSpPr>
        <p:spPr>
          <a:xfrm>
            <a:off x="5004000" y="4005000"/>
            <a:ext cx="3600000" cy="43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latin typeface="Courier New" panose="02070309020205020404" pitchFamily="49" charset="0"/>
                <a:cs typeface="Courier New" panose="02070309020205020404" pitchFamily="49" charset="0"/>
              </a:rPr>
              <a:t>a[] </a:t>
            </a:r>
            <a:r>
              <a:rPr lang="en-US" sz="10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&lt;==</a:t>
            </a:r>
            <a:r>
              <a:rPr lang="en-US" sz="1000" dirty="0">
                <a:solidFill>
                  <a:schemeClr val="tx1"/>
                </a:solidFill>
                <a:latin typeface="Courier New" panose="02070309020205020404" pitchFamily="49" charset="0"/>
                <a:cs typeface="Courier New" panose="02070309020205020404" pitchFamily="49" charset="0"/>
                <a:sym typeface="Wingdings" panose="05000000000000000000" pitchFamily="2" charset="2"/>
              </a:rPr>
              <a:t> b[]</a:t>
            </a:r>
            <a:r>
              <a:rPr lang="en-US" sz="1000" dirty="0">
                <a:solidFill>
                  <a:schemeClr val="tx1"/>
                </a:solidFill>
                <a:latin typeface="Courier New" panose="02070309020205020404" pitchFamily="49" charset="0"/>
                <a:cs typeface="Courier New" panose="02070309020205020404" pitchFamily="49" charset="0"/>
              </a:rPr>
              <a:t>;</a:t>
            </a:r>
          </a:p>
        </p:txBody>
      </p:sp>
      <p:sp>
        <p:nvSpPr>
          <p:cNvPr id="50" name="Rechteck 49">
            <a:extLst>
              <a:ext uri="{FF2B5EF4-FFF2-40B4-BE49-F238E27FC236}">
                <a16:creationId xmlns:a16="http://schemas.microsoft.com/office/drawing/2014/main" id="{B24D4BB0-2B0E-4020-BE20-40352A0CE595}"/>
              </a:ext>
            </a:extLst>
          </p:cNvPr>
          <p:cNvSpPr/>
          <p:nvPr/>
        </p:nvSpPr>
        <p:spPr>
          <a:xfrm>
            <a:off x="2556000" y="5085000"/>
            <a:ext cx="2160000" cy="216000"/>
          </a:xfrm>
          <a:prstGeom prst="rect">
            <a:avLst/>
          </a:prstGeom>
          <a:solidFill>
            <a:srgbClr val="6EE8C8"/>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000" dirty="0">
                <a:solidFill>
                  <a:schemeClr val="tx1"/>
                </a:solidFill>
              </a:rPr>
              <a:t>to variables and tables</a:t>
            </a:r>
          </a:p>
        </p:txBody>
      </p:sp>
      <p:sp>
        <p:nvSpPr>
          <p:cNvPr id="51" name="Rechteck 50">
            <a:extLst>
              <a:ext uri="{FF2B5EF4-FFF2-40B4-BE49-F238E27FC236}">
                <a16:creationId xmlns:a16="http://schemas.microsoft.com/office/drawing/2014/main" id="{2380098F-B36B-4A3F-AAD5-FD4205B62090}"/>
              </a:ext>
            </a:extLst>
          </p:cNvPr>
          <p:cNvSpPr/>
          <p:nvPr/>
        </p:nvSpPr>
        <p:spPr>
          <a:xfrm>
            <a:off x="2556000" y="4437000"/>
            <a:ext cx="604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Enhanced form of assignments using </a:t>
            </a:r>
            <a:r>
              <a:rPr lang="en-US" sz="1000" b="1" dirty="0">
                <a:solidFill>
                  <a:schemeClr val="tx1"/>
                </a:solidFill>
              </a:rPr>
              <a:t>Transaction Operators</a:t>
            </a:r>
            <a:r>
              <a:rPr lang="en-US" sz="1000" dirty="0">
                <a:solidFill>
                  <a:schemeClr val="tx1"/>
                </a:solidFill>
              </a:rPr>
              <a:t> (like </a:t>
            </a:r>
            <a:r>
              <a:rPr lang="en-US" sz="1000" b="1" dirty="0">
                <a:solidFill>
                  <a:srgbClr val="0000FF"/>
                </a:solidFill>
              </a:rPr>
              <a:t>&lt;==</a:t>
            </a:r>
            <a:r>
              <a:rPr lang="en-US" sz="1000" dirty="0">
                <a:solidFill>
                  <a:schemeClr val="tx1"/>
                </a:solidFill>
              </a:rPr>
              <a:t>) which also affect the members</a:t>
            </a:r>
          </a:p>
          <a:p>
            <a:r>
              <a:rPr lang="en-US" sz="1000" dirty="0">
                <a:solidFill>
                  <a:schemeClr val="tx1"/>
                </a:solidFill>
              </a:rPr>
              <a:t>and sub-members of variables  well as multiple fields in table rows</a:t>
            </a:r>
          </a:p>
        </p:txBody>
      </p:sp>
      <p:sp>
        <p:nvSpPr>
          <p:cNvPr id="55" name="Rechteck 54">
            <a:extLst>
              <a:ext uri="{FF2B5EF4-FFF2-40B4-BE49-F238E27FC236}">
                <a16:creationId xmlns:a16="http://schemas.microsoft.com/office/drawing/2014/main" id="{BCC1096A-708E-49A0-BFA7-53DD19D2F173}"/>
              </a:ext>
            </a:extLst>
          </p:cNvPr>
          <p:cNvSpPr/>
          <p:nvPr/>
        </p:nvSpPr>
        <p:spPr>
          <a:xfrm>
            <a:off x="756000" y="1197000"/>
            <a:ext cx="22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Can be one of the following five varieties:</a:t>
            </a:r>
          </a:p>
        </p:txBody>
      </p:sp>
      <p:sp>
        <p:nvSpPr>
          <p:cNvPr id="56" name="Rechteck 55">
            <a:extLst>
              <a:ext uri="{FF2B5EF4-FFF2-40B4-BE49-F238E27FC236}">
                <a16:creationId xmlns:a16="http://schemas.microsoft.com/office/drawing/2014/main" id="{D16472FF-92A5-42AF-AF10-8071C751CE69}"/>
              </a:ext>
            </a:extLst>
          </p:cNvPr>
          <p:cNvSpPr/>
          <p:nvPr/>
        </p:nvSpPr>
        <p:spPr>
          <a:xfrm>
            <a:off x="2556000" y="1989000"/>
            <a:ext cx="5976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B4P functions being called as procedures, not making use of return values if provided.</a:t>
            </a:r>
          </a:p>
        </p:txBody>
      </p:sp>
      <p:sp>
        <p:nvSpPr>
          <p:cNvPr id="57" name="Rechteck 56">
            <a:extLst>
              <a:ext uri="{FF2B5EF4-FFF2-40B4-BE49-F238E27FC236}">
                <a16:creationId xmlns:a16="http://schemas.microsoft.com/office/drawing/2014/main" id="{DF90F11F-3657-4749-8D2B-091CBD9256BA}"/>
              </a:ext>
            </a:extLst>
          </p:cNvPr>
          <p:cNvSpPr/>
          <p:nvPr/>
        </p:nvSpPr>
        <p:spPr>
          <a:xfrm>
            <a:off x="2556000" y="2709000"/>
            <a:ext cx="5976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if, while, for, switch / case, etc. are some of the B4P functions which are called as procedures, and</a:t>
            </a:r>
          </a:p>
          <a:p>
            <a:r>
              <a:rPr lang="en-US" sz="1000" dirty="0">
                <a:solidFill>
                  <a:schemeClr val="tx1"/>
                </a:solidFill>
              </a:rPr>
              <a:t>decide if and how the following statement or block shall be executed. (The </a:t>
            </a:r>
            <a:r>
              <a:rPr lang="en-US" sz="1000" b="1" dirty="0">
                <a:solidFill>
                  <a:schemeClr val="tx1"/>
                </a:solidFill>
              </a:rPr>
              <a:t>--</a:t>
            </a:r>
            <a:r>
              <a:rPr lang="en-US" sz="1000" dirty="0">
                <a:solidFill>
                  <a:schemeClr val="tx1"/>
                </a:solidFill>
              </a:rPr>
              <a:t> is an ad-hoc decrement)</a:t>
            </a:r>
          </a:p>
        </p:txBody>
      </p:sp>
      <p:sp>
        <p:nvSpPr>
          <p:cNvPr id="58" name="Rechteck 57">
            <a:extLst>
              <a:ext uri="{FF2B5EF4-FFF2-40B4-BE49-F238E27FC236}">
                <a16:creationId xmlns:a16="http://schemas.microsoft.com/office/drawing/2014/main" id="{BEFE14AC-3C68-4A2B-BC8B-87812F574905}"/>
              </a:ext>
            </a:extLst>
          </p:cNvPr>
          <p:cNvSpPr/>
          <p:nvPr/>
        </p:nvSpPr>
        <p:spPr>
          <a:xfrm>
            <a:off x="2556000" y="5301000"/>
            <a:ext cx="252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 value (e.g. from a constant, expression, etc.) is assigned to a variable or table entry with the </a:t>
            </a:r>
            <a:r>
              <a:rPr lang="en-US" sz="1000" b="1" dirty="0">
                <a:solidFill>
                  <a:srgbClr val="0000FF"/>
                </a:solidFill>
              </a:rPr>
              <a:t>=</a:t>
            </a:r>
            <a:r>
              <a:rPr lang="en-US" sz="1000" dirty="0">
                <a:solidFill>
                  <a:schemeClr val="tx1"/>
                </a:solidFill>
              </a:rPr>
              <a:t> symbol</a:t>
            </a:r>
          </a:p>
        </p:txBody>
      </p:sp>
      <p:sp>
        <p:nvSpPr>
          <p:cNvPr id="59" name="Rechteck 58">
            <a:extLst>
              <a:ext uri="{FF2B5EF4-FFF2-40B4-BE49-F238E27FC236}">
                <a16:creationId xmlns:a16="http://schemas.microsoft.com/office/drawing/2014/main" id="{F440942B-C3C3-43D1-BA40-CAC1784C1598}"/>
              </a:ext>
            </a:extLst>
          </p:cNvPr>
          <p:cNvSpPr/>
          <p:nvPr/>
        </p:nvSpPr>
        <p:spPr>
          <a:xfrm>
            <a:off x="2556000" y="3573000"/>
            <a:ext cx="604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 simple operation (e.g. increment, decrement, scaling, etc.) is applied on a</a:t>
            </a:r>
            <a:br>
              <a:rPr lang="en-US" sz="1000" dirty="0">
                <a:solidFill>
                  <a:schemeClr val="tx1"/>
                </a:solidFill>
              </a:rPr>
            </a:br>
            <a:r>
              <a:rPr lang="en-US" sz="1000" dirty="0">
                <a:solidFill>
                  <a:schemeClr val="tx1"/>
                </a:solidFill>
              </a:rPr>
              <a:t>variable or a table entry.</a:t>
            </a:r>
          </a:p>
        </p:txBody>
      </p:sp>
      <p:sp>
        <p:nvSpPr>
          <p:cNvPr id="60" name="Rechteck 59">
            <a:extLst>
              <a:ext uri="{FF2B5EF4-FFF2-40B4-BE49-F238E27FC236}">
                <a16:creationId xmlns:a16="http://schemas.microsoft.com/office/drawing/2014/main" id="{088ADC96-E6E1-4667-A590-625FDDABF764}"/>
              </a:ext>
            </a:extLst>
          </p:cNvPr>
          <p:cNvSpPr/>
          <p:nvPr/>
        </p:nvSpPr>
        <p:spPr>
          <a:xfrm>
            <a:off x="2556000" y="4221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000" dirty="0">
                <a:solidFill>
                  <a:schemeClr val="tx1"/>
                </a:solidFill>
              </a:rPr>
              <a:t>to variables and tables</a:t>
            </a:r>
          </a:p>
        </p:txBody>
      </p:sp>
      <p:sp>
        <p:nvSpPr>
          <p:cNvPr id="28" name="Rechteck 27">
            <a:extLst>
              <a:ext uri="{FF2B5EF4-FFF2-40B4-BE49-F238E27FC236}">
                <a16:creationId xmlns:a16="http://schemas.microsoft.com/office/drawing/2014/main" id="{6CB6B7CA-64B3-421C-A804-49F0145B62C1}"/>
              </a:ext>
            </a:extLst>
          </p:cNvPr>
          <p:cNvSpPr/>
          <p:nvPr/>
        </p:nvSpPr>
        <p:spPr>
          <a:xfrm>
            <a:off x="396000" y="765000"/>
            <a:ext cx="2160000" cy="432000"/>
          </a:xfrm>
          <a:prstGeom prst="rect">
            <a:avLst/>
          </a:prstGeom>
          <a:solidFill>
            <a:srgbClr val="CC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Statements</a:t>
            </a:r>
          </a:p>
        </p:txBody>
      </p:sp>
      <p:cxnSp>
        <p:nvCxnSpPr>
          <p:cNvPr id="29" name="Gerade Verbindung mit Pfeil 28">
            <a:extLst>
              <a:ext uri="{FF2B5EF4-FFF2-40B4-BE49-F238E27FC236}">
                <a16:creationId xmlns:a16="http://schemas.microsoft.com/office/drawing/2014/main" id="{06FCFC51-5879-4F6B-94C7-B31079943250}"/>
              </a:ext>
            </a:extLst>
          </p:cNvPr>
          <p:cNvCxnSpPr>
            <a:cxnSpLocks/>
          </p:cNvCxnSpPr>
          <p:nvPr/>
        </p:nvCxnSpPr>
        <p:spPr>
          <a:xfrm>
            <a:off x="684000" y="1773000"/>
            <a:ext cx="187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82FC837B-7C24-4CE2-95E3-4D3B87F07330}"/>
              </a:ext>
            </a:extLst>
          </p:cNvPr>
          <p:cNvCxnSpPr>
            <a:cxnSpLocks/>
          </p:cNvCxnSpPr>
          <p:nvPr/>
        </p:nvCxnSpPr>
        <p:spPr>
          <a:xfrm>
            <a:off x="684000" y="1197000"/>
            <a:ext cx="0" cy="388800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Gerade Verbindung mit Pfeil 34">
            <a:extLst>
              <a:ext uri="{FF2B5EF4-FFF2-40B4-BE49-F238E27FC236}">
                <a16:creationId xmlns:a16="http://schemas.microsoft.com/office/drawing/2014/main" id="{2B89A424-A068-464E-85F2-364440806F24}"/>
              </a:ext>
            </a:extLst>
          </p:cNvPr>
          <p:cNvCxnSpPr>
            <a:cxnSpLocks/>
          </p:cNvCxnSpPr>
          <p:nvPr/>
        </p:nvCxnSpPr>
        <p:spPr>
          <a:xfrm>
            <a:off x="684000" y="2493000"/>
            <a:ext cx="187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D721E8CD-BA13-4A1B-A1A6-A0E736B21248}"/>
              </a:ext>
            </a:extLst>
          </p:cNvPr>
          <p:cNvCxnSpPr>
            <a:cxnSpLocks/>
          </p:cNvCxnSpPr>
          <p:nvPr/>
        </p:nvCxnSpPr>
        <p:spPr>
          <a:xfrm>
            <a:off x="684000" y="5085000"/>
            <a:ext cx="187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3E1740EB-B10D-4B81-90F8-06D1653C9FC1}"/>
              </a:ext>
            </a:extLst>
          </p:cNvPr>
          <p:cNvCxnSpPr>
            <a:cxnSpLocks/>
          </p:cNvCxnSpPr>
          <p:nvPr/>
        </p:nvCxnSpPr>
        <p:spPr>
          <a:xfrm>
            <a:off x="684000" y="3357000"/>
            <a:ext cx="187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Gerade Verbindung mit Pfeil 42">
            <a:extLst>
              <a:ext uri="{FF2B5EF4-FFF2-40B4-BE49-F238E27FC236}">
                <a16:creationId xmlns:a16="http://schemas.microsoft.com/office/drawing/2014/main" id="{E5C7423F-D423-42C4-8355-9CEBD68B537F}"/>
              </a:ext>
            </a:extLst>
          </p:cNvPr>
          <p:cNvCxnSpPr>
            <a:cxnSpLocks/>
          </p:cNvCxnSpPr>
          <p:nvPr/>
        </p:nvCxnSpPr>
        <p:spPr>
          <a:xfrm>
            <a:off x="684000" y="4221000"/>
            <a:ext cx="187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hteck 46">
            <a:extLst>
              <a:ext uri="{FF2B5EF4-FFF2-40B4-BE49-F238E27FC236}">
                <a16:creationId xmlns:a16="http://schemas.microsoft.com/office/drawing/2014/main" id="{91511AC0-5CEE-499C-9D86-EB22E19EB4DE}"/>
              </a:ext>
            </a:extLst>
          </p:cNvPr>
          <p:cNvSpPr/>
          <p:nvPr/>
        </p:nvSpPr>
        <p:spPr>
          <a:xfrm>
            <a:off x="2556000" y="2493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000" dirty="0">
                <a:solidFill>
                  <a:schemeClr val="tx1"/>
                </a:solidFill>
              </a:rPr>
              <a:t>A variant of procedure calls</a:t>
            </a:r>
          </a:p>
        </p:txBody>
      </p:sp>
      <p:sp>
        <p:nvSpPr>
          <p:cNvPr id="61" name="Rechteck 60">
            <a:extLst>
              <a:ext uri="{FF2B5EF4-FFF2-40B4-BE49-F238E27FC236}">
                <a16:creationId xmlns:a16="http://schemas.microsoft.com/office/drawing/2014/main" id="{40050787-26AA-4C70-942D-4112605B7352}"/>
              </a:ext>
            </a:extLst>
          </p:cNvPr>
          <p:cNvSpPr/>
          <p:nvPr/>
        </p:nvSpPr>
        <p:spPr>
          <a:xfrm>
            <a:off x="5004000" y="1197000"/>
            <a:ext cx="22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Examples</a:t>
            </a:r>
          </a:p>
        </p:txBody>
      </p:sp>
    </p:spTree>
    <p:extLst>
      <p:ext uri="{BB962C8B-B14F-4D97-AF65-F5344CB8AC3E}">
        <p14:creationId xmlns:p14="http://schemas.microsoft.com/office/powerpoint/2010/main" val="281680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Functions Overview</a:t>
            </a:r>
            <a:br>
              <a:rPr lang="en-US" dirty="0"/>
            </a:br>
            <a:r>
              <a:rPr lang="en-US" sz="1200" dirty="0">
                <a:solidFill>
                  <a:schemeClr val="tx1"/>
                </a:solidFill>
              </a:rPr>
              <a:t>LAN_Assignments.png</a:t>
            </a:r>
            <a:br>
              <a:rPr lang="en-US" dirty="0"/>
            </a:br>
            <a:endParaRPr lang="en-US" dirty="0"/>
          </a:p>
        </p:txBody>
      </p:sp>
      <p:cxnSp>
        <p:nvCxnSpPr>
          <p:cNvPr id="63" name="Gerade Verbindung mit Pfeil 62">
            <a:extLst>
              <a:ext uri="{FF2B5EF4-FFF2-40B4-BE49-F238E27FC236}">
                <a16:creationId xmlns:a16="http://schemas.microsoft.com/office/drawing/2014/main" id="{EFBFE234-A777-42B3-B97B-9C4B44000D41}"/>
              </a:ext>
            </a:extLst>
          </p:cNvPr>
          <p:cNvCxnSpPr>
            <a:cxnSpLocks/>
          </p:cNvCxnSpPr>
          <p:nvPr/>
        </p:nvCxnSpPr>
        <p:spPr>
          <a:xfrm>
            <a:off x="684000" y="1485000"/>
            <a:ext cx="705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hteck 17">
            <a:extLst>
              <a:ext uri="{FF2B5EF4-FFF2-40B4-BE49-F238E27FC236}">
                <a16:creationId xmlns:a16="http://schemas.microsoft.com/office/drawing/2014/main" id="{CD6ABD94-E5B6-4FE1-919E-4A756D0BE67A}"/>
              </a:ext>
            </a:extLst>
          </p:cNvPr>
          <p:cNvSpPr/>
          <p:nvPr/>
        </p:nvSpPr>
        <p:spPr>
          <a:xfrm>
            <a:off x="396000" y="765000"/>
            <a:ext cx="2160000" cy="432000"/>
          </a:xfrm>
          <a:prstGeom prst="rect">
            <a:avLst/>
          </a:prstGeom>
          <a:solidFill>
            <a:srgbClr val="C1E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Assignments</a:t>
            </a:r>
          </a:p>
        </p:txBody>
      </p:sp>
      <p:sp>
        <p:nvSpPr>
          <p:cNvPr id="20" name="Rechteck 19">
            <a:extLst>
              <a:ext uri="{FF2B5EF4-FFF2-40B4-BE49-F238E27FC236}">
                <a16:creationId xmlns:a16="http://schemas.microsoft.com/office/drawing/2014/main" id="{0ACD5D2F-9466-46C2-BE68-FB771B55134F}"/>
              </a:ext>
            </a:extLst>
          </p:cNvPr>
          <p:cNvSpPr/>
          <p:nvPr/>
        </p:nvSpPr>
        <p:spPr>
          <a:xfrm>
            <a:off x="396000" y="1629000"/>
            <a:ext cx="2160000" cy="432000"/>
          </a:xfrm>
          <a:prstGeom prst="rect">
            <a:avLst/>
          </a:prstGeom>
          <a:solidFill>
            <a:srgbClr val="99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LHS Expression</a:t>
            </a:r>
          </a:p>
          <a:p>
            <a:pPr algn="ctr"/>
            <a:r>
              <a:rPr lang="en-US" sz="1200" dirty="0">
                <a:solidFill>
                  <a:schemeClr val="tx1"/>
                </a:solidFill>
              </a:rPr>
              <a:t>(Left-Hand Side)</a:t>
            </a:r>
          </a:p>
        </p:txBody>
      </p:sp>
      <p:sp>
        <p:nvSpPr>
          <p:cNvPr id="21" name="Rechteck 20">
            <a:extLst>
              <a:ext uri="{FF2B5EF4-FFF2-40B4-BE49-F238E27FC236}">
                <a16:creationId xmlns:a16="http://schemas.microsoft.com/office/drawing/2014/main" id="{4A5C35A6-C202-4799-87C1-FEC2A6E6E514}"/>
              </a:ext>
            </a:extLst>
          </p:cNvPr>
          <p:cNvSpPr/>
          <p:nvPr/>
        </p:nvSpPr>
        <p:spPr>
          <a:xfrm>
            <a:off x="2988000" y="1629000"/>
            <a:ext cx="2160000" cy="432000"/>
          </a:xfrm>
          <a:prstGeom prst="rect">
            <a:avLst/>
          </a:prstGeom>
          <a:solidFill>
            <a:srgbClr val="99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Assignment Symbol</a:t>
            </a:r>
          </a:p>
          <a:p>
            <a:pPr algn="ctr"/>
            <a:r>
              <a:rPr lang="en-US" sz="1200" b="1" dirty="0">
                <a:solidFill>
                  <a:schemeClr val="tx1"/>
                </a:solidFill>
              </a:rPr>
              <a:t>or Assignment Operator</a:t>
            </a:r>
          </a:p>
        </p:txBody>
      </p:sp>
      <p:sp>
        <p:nvSpPr>
          <p:cNvPr id="22" name="Rechteck 21">
            <a:extLst>
              <a:ext uri="{FF2B5EF4-FFF2-40B4-BE49-F238E27FC236}">
                <a16:creationId xmlns:a16="http://schemas.microsoft.com/office/drawing/2014/main" id="{6FE43969-344E-4790-ADCE-A2BB49BADBBE}"/>
              </a:ext>
            </a:extLst>
          </p:cNvPr>
          <p:cNvSpPr/>
          <p:nvPr/>
        </p:nvSpPr>
        <p:spPr>
          <a:xfrm>
            <a:off x="5580000" y="1629000"/>
            <a:ext cx="2160000" cy="432000"/>
          </a:xfrm>
          <a:prstGeom prst="rect">
            <a:avLst/>
          </a:prstGeom>
          <a:solidFill>
            <a:srgbClr val="99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RHS Expression</a:t>
            </a:r>
          </a:p>
          <a:p>
            <a:pPr algn="ctr"/>
            <a:r>
              <a:rPr lang="en-US" sz="1200" dirty="0">
                <a:solidFill>
                  <a:schemeClr val="tx1"/>
                </a:solidFill>
              </a:rPr>
              <a:t>(Right-Hand Side)</a:t>
            </a:r>
          </a:p>
        </p:txBody>
      </p:sp>
      <p:cxnSp>
        <p:nvCxnSpPr>
          <p:cNvPr id="23" name="Gerade Verbindung mit Pfeil 22">
            <a:extLst>
              <a:ext uri="{FF2B5EF4-FFF2-40B4-BE49-F238E27FC236}">
                <a16:creationId xmlns:a16="http://schemas.microsoft.com/office/drawing/2014/main" id="{DC3BDD63-8417-4E77-8ABA-29991766C581}"/>
              </a:ext>
            </a:extLst>
          </p:cNvPr>
          <p:cNvCxnSpPr>
            <a:cxnSpLocks/>
          </p:cNvCxnSpPr>
          <p:nvPr/>
        </p:nvCxnSpPr>
        <p:spPr>
          <a:xfrm>
            <a:off x="684000" y="1197000"/>
            <a:ext cx="0" cy="28800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08278BCF-5D50-463B-9BFF-7F810B6E2EE0}"/>
              </a:ext>
            </a:extLst>
          </p:cNvPr>
          <p:cNvCxnSpPr>
            <a:cxnSpLocks/>
            <a:endCxn id="21" idx="1"/>
          </p:cNvCxnSpPr>
          <p:nvPr/>
        </p:nvCxnSpPr>
        <p:spPr>
          <a:xfrm>
            <a:off x="2556000" y="1845000"/>
            <a:ext cx="43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195B627C-358A-4EC7-939A-4B00634E1B10}"/>
              </a:ext>
            </a:extLst>
          </p:cNvPr>
          <p:cNvCxnSpPr>
            <a:cxnSpLocks/>
          </p:cNvCxnSpPr>
          <p:nvPr/>
        </p:nvCxnSpPr>
        <p:spPr>
          <a:xfrm>
            <a:off x="5148000" y="1845000"/>
            <a:ext cx="43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hteck 30">
            <a:extLst>
              <a:ext uri="{FF2B5EF4-FFF2-40B4-BE49-F238E27FC236}">
                <a16:creationId xmlns:a16="http://schemas.microsoft.com/office/drawing/2014/main" id="{226E8BC4-EB97-4613-B3B1-2871B43C7114}"/>
              </a:ext>
            </a:extLst>
          </p:cNvPr>
          <p:cNvSpPr/>
          <p:nvPr/>
        </p:nvSpPr>
        <p:spPr>
          <a:xfrm>
            <a:off x="756000" y="1197000"/>
            <a:ext cx="22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Assignments consist of the following sequence</a:t>
            </a:r>
          </a:p>
        </p:txBody>
      </p:sp>
      <p:sp>
        <p:nvSpPr>
          <p:cNvPr id="34" name="Rechteck 33">
            <a:extLst>
              <a:ext uri="{FF2B5EF4-FFF2-40B4-BE49-F238E27FC236}">
                <a16:creationId xmlns:a16="http://schemas.microsoft.com/office/drawing/2014/main" id="{589D22FF-67D3-4B5B-8976-2F25CC8CFF72}"/>
              </a:ext>
            </a:extLst>
          </p:cNvPr>
          <p:cNvSpPr/>
          <p:nvPr/>
        </p:nvSpPr>
        <p:spPr>
          <a:xfrm>
            <a:off x="396000" y="2061000"/>
            <a:ext cx="216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Expression to specify a</a:t>
            </a:r>
            <a:br>
              <a:rPr lang="en-US" sz="1000" dirty="0">
                <a:solidFill>
                  <a:schemeClr val="tx1"/>
                </a:solidFill>
              </a:rPr>
            </a:br>
            <a:r>
              <a:rPr lang="en-US" sz="1000" dirty="0">
                <a:solidFill>
                  <a:schemeClr val="tx1"/>
                </a:solidFill>
              </a:rPr>
              <a:t>variable or table entry</a:t>
            </a:r>
          </a:p>
        </p:txBody>
      </p:sp>
      <p:sp>
        <p:nvSpPr>
          <p:cNvPr id="36" name="Rechteck 35">
            <a:extLst>
              <a:ext uri="{FF2B5EF4-FFF2-40B4-BE49-F238E27FC236}">
                <a16:creationId xmlns:a16="http://schemas.microsoft.com/office/drawing/2014/main" id="{C2977F68-7F4D-4C9E-8588-62C40CEE4B1D}"/>
              </a:ext>
            </a:extLst>
          </p:cNvPr>
          <p:cNvSpPr/>
          <p:nvPr/>
        </p:nvSpPr>
        <p:spPr>
          <a:xfrm>
            <a:off x="5580000" y="2061000"/>
            <a:ext cx="216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Expression to specify, retrieve and/or</a:t>
            </a:r>
          </a:p>
          <a:p>
            <a:r>
              <a:rPr lang="en-US" sz="1000" dirty="0">
                <a:solidFill>
                  <a:schemeClr val="tx1"/>
                </a:solidFill>
              </a:rPr>
              <a:t>calculate a value</a:t>
            </a:r>
          </a:p>
        </p:txBody>
      </p:sp>
      <p:sp>
        <p:nvSpPr>
          <p:cNvPr id="38" name="Rechteck 37">
            <a:extLst>
              <a:ext uri="{FF2B5EF4-FFF2-40B4-BE49-F238E27FC236}">
                <a16:creationId xmlns:a16="http://schemas.microsoft.com/office/drawing/2014/main" id="{D99B0301-6E4C-48BF-ACEE-E17BE828AD2F}"/>
              </a:ext>
            </a:extLst>
          </p:cNvPr>
          <p:cNvSpPr/>
          <p:nvPr/>
        </p:nvSpPr>
        <p:spPr>
          <a:xfrm>
            <a:off x="2988000" y="2061000"/>
            <a:ext cx="216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Simple assignment symbol: </a:t>
            </a:r>
            <a:r>
              <a:rPr lang="en-US" sz="1000" b="1" dirty="0">
                <a:solidFill>
                  <a:srgbClr val="0000FF"/>
                </a:solidFill>
              </a:rPr>
              <a:t>=</a:t>
            </a:r>
          </a:p>
          <a:p>
            <a:r>
              <a:rPr lang="en-US" sz="1000" dirty="0">
                <a:solidFill>
                  <a:schemeClr val="tx1"/>
                </a:solidFill>
              </a:rPr>
              <a:t>or preceded by a binary operator</a:t>
            </a:r>
          </a:p>
        </p:txBody>
      </p:sp>
      <p:sp>
        <p:nvSpPr>
          <p:cNvPr id="40" name="Rechteck 39">
            <a:extLst>
              <a:ext uri="{FF2B5EF4-FFF2-40B4-BE49-F238E27FC236}">
                <a16:creationId xmlns:a16="http://schemas.microsoft.com/office/drawing/2014/main" id="{1931DDB2-070E-41B6-AE42-46B74B1FB6F3}"/>
              </a:ext>
            </a:extLst>
          </p:cNvPr>
          <p:cNvSpPr/>
          <p:nvPr/>
        </p:nvSpPr>
        <p:spPr>
          <a:xfrm>
            <a:off x="396000" y="2493000"/>
            <a:ext cx="22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Examples (Simple assignments)</a:t>
            </a:r>
          </a:p>
        </p:txBody>
      </p:sp>
      <p:sp>
        <p:nvSpPr>
          <p:cNvPr id="41" name="Rechteck 40">
            <a:extLst>
              <a:ext uri="{FF2B5EF4-FFF2-40B4-BE49-F238E27FC236}">
                <a16:creationId xmlns:a16="http://schemas.microsoft.com/office/drawing/2014/main" id="{C102D107-AC2C-4A2A-AEB5-E9FCF73ED5E8}"/>
              </a:ext>
            </a:extLst>
          </p:cNvPr>
          <p:cNvSpPr/>
          <p:nvPr/>
        </p:nvSpPr>
        <p:spPr>
          <a:xfrm>
            <a:off x="396000" y="2709000"/>
            <a:ext cx="3600000" cy="576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latin typeface="Courier New" panose="02070309020205020404" pitchFamily="49" charset="0"/>
                <a:cs typeface="Courier New" panose="02070309020205020404" pitchFamily="49" charset="0"/>
              </a:rPr>
              <a:t>a[] </a:t>
            </a:r>
            <a:r>
              <a:rPr lang="en-US" sz="1000" b="1" dirty="0">
                <a:solidFill>
                  <a:srgbClr val="0000FF"/>
                </a:solidFill>
                <a:latin typeface="Courier New" panose="02070309020205020404" pitchFamily="49" charset="0"/>
                <a:cs typeface="Courier New" panose="02070309020205020404" pitchFamily="49" charset="0"/>
              </a:rPr>
              <a:t>=</a:t>
            </a:r>
            <a:r>
              <a:rPr lang="en-US" sz="1000" dirty="0">
                <a:solidFill>
                  <a:schemeClr val="tx1"/>
                </a:solidFill>
                <a:latin typeface="Courier New" panose="02070309020205020404" pitchFamily="49" charset="0"/>
                <a:cs typeface="Courier New" panose="02070309020205020404" pitchFamily="49" charset="0"/>
              </a:rPr>
              <a:t> 5;</a:t>
            </a:r>
          </a:p>
          <a:p>
            <a:r>
              <a:rPr lang="en-US" sz="1000" dirty="0">
                <a:solidFill>
                  <a:schemeClr val="tx1"/>
                </a:solidFill>
                <a:latin typeface="Courier New" panose="02070309020205020404" pitchFamily="49" charset="0"/>
                <a:cs typeface="Courier New" panose="02070309020205020404" pitchFamily="49" charset="0"/>
              </a:rPr>
              <a:t>[Table 1:First Name,3] = Mike;</a:t>
            </a:r>
          </a:p>
          <a:p>
            <a:r>
              <a:rPr lang="en-US" sz="1000" dirty="0">
                <a:solidFill>
                  <a:schemeClr val="tx1"/>
                </a:solidFill>
                <a:latin typeface="Courier New" panose="02070309020205020404" pitchFamily="49" charset="0"/>
                <a:cs typeface="Courier New" panose="02070309020205020404" pitchFamily="49" charset="0"/>
              </a:rPr>
              <a:t>b[] </a:t>
            </a:r>
            <a:r>
              <a:rPr lang="en-US" sz="1000" b="1" dirty="0">
                <a:solidFill>
                  <a:srgbClr val="0000FF"/>
                </a:solidFill>
                <a:latin typeface="Courier New" panose="02070309020205020404" pitchFamily="49" charset="0"/>
                <a:cs typeface="Courier New" panose="02070309020205020404" pitchFamily="49" charset="0"/>
              </a:rPr>
              <a:t>=</a:t>
            </a:r>
            <a:r>
              <a:rPr lang="en-US" sz="1000" dirty="0">
                <a:solidFill>
                  <a:schemeClr val="tx1"/>
                </a:solidFill>
                <a:latin typeface="Courier New" panose="02070309020205020404" pitchFamily="49" charset="0"/>
                <a:cs typeface="Courier New" panose="02070309020205020404" pitchFamily="49" charset="0"/>
              </a:rPr>
              <a:t> 3 + a[] * 2; // Assigned: 13</a:t>
            </a:r>
          </a:p>
        </p:txBody>
      </p:sp>
      <p:sp>
        <p:nvSpPr>
          <p:cNvPr id="42" name="Rechteck 41">
            <a:extLst>
              <a:ext uri="{FF2B5EF4-FFF2-40B4-BE49-F238E27FC236}">
                <a16:creationId xmlns:a16="http://schemas.microsoft.com/office/drawing/2014/main" id="{B932074D-067C-43AF-93B1-B237A140835C}"/>
              </a:ext>
            </a:extLst>
          </p:cNvPr>
          <p:cNvSpPr/>
          <p:nvPr/>
        </p:nvSpPr>
        <p:spPr>
          <a:xfrm>
            <a:off x="4068000" y="2493000"/>
            <a:ext cx="22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Examples (With assignment operators)</a:t>
            </a:r>
          </a:p>
        </p:txBody>
      </p:sp>
      <p:sp>
        <p:nvSpPr>
          <p:cNvPr id="43" name="Rechteck 42">
            <a:extLst>
              <a:ext uri="{FF2B5EF4-FFF2-40B4-BE49-F238E27FC236}">
                <a16:creationId xmlns:a16="http://schemas.microsoft.com/office/drawing/2014/main" id="{2C58D9B2-1600-472D-9EDB-E447A2895348}"/>
              </a:ext>
            </a:extLst>
          </p:cNvPr>
          <p:cNvSpPr/>
          <p:nvPr/>
        </p:nvSpPr>
        <p:spPr>
          <a:xfrm>
            <a:off x="4068000" y="2709000"/>
            <a:ext cx="3600000" cy="576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latin typeface="Courier New" panose="02070309020205020404" pitchFamily="49" charset="0"/>
                <a:cs typeface="Courier New" panose="02070309020205020404" pitchFamily="49" charset="0"/>
              </a:rPr>
              <a:t>a[] </a:t>
            </a:r>
            <a:r>
              <a:rPr lang="en-US" sz="1000" b="1" dirty="0">
                <a:solidFill>
                  <a:srgbClr val="0000FF"/>
                </a:solidFill>
                <a:latin typeface="Courier New" panose="02070309020205020404" pitchFamily="49" charset="0"/>
                <a:cs typeface="Courier New" panose="02070309020205020404" pitchFamily="49" charset="0"/>
              </a:rPr>
              <a:t>=</a:t>
            </a:r>
            <a:r>
              <a:rPr lang="en-US" sz="1000" dirty="0">
                <a:solidFill>
                  <a:schemeClr val="tx1"/>
                </a:solidFill>
                <a:latin typeface="Courier New" panose="02070309020205020404" pitchFamily="49" charset="0"/>
                <a:cs typeface="Courier New" panose="02070309020205020404" pitchFamily="49" charset="0"/>
              </a:rPr>
              <a:t> 5;</a:t>
            </a:r>
          </a:p>
          <a:p>
            <a:r>
              <a:rPr lang="en-US" sz="1000" dirty="0">
                <a:solidFill>
                  <a:schemeClr val="tx1"/>
                </a:solidFill>
                <a:latin typeface="Courier New" panose="02070309020205020404" pitchFamily="49" charset="0"/>
                <a:cs typeface="Courier New" panose="02070309020205020404" pitchFamily="49" charset="0"/>
              </a:rPr>
              <a:t>a[] </a:t>
            </a:r>
            <a:r>
              <a:rPr lang="en-US" sz="1000" b="1" dirty="0">
                <a:solidFill>
                  <a:srgbClr val="0000FF"/>
                </a:solidFill>
                <a:latin typeface="Courier New" panose="02070309020205020404" pitchFamily="49" charset="0"/>
                <a:cs typeface="Courier New" panose="02070309020205020404" pitchFamily="49" charset="0"/>
              </a:rPr>
              <a:t>-=</a:t>
            </a:r>
            <a:r>
              <a:rPr lang="en-US" sz="1000" dirty="0">
                <a:solidFill>
                  <a:schemeClr val="tx1"/>
                </a:solidFill>
                <a:latin typeface="Courier New" panose="02070309020205020404" pitchFamily="49" charset="0"/>
                <a:cs typeface="Courier New" panose="02070309020205020404" pitchFamily="49" charset="0"/>
              </a:rPr>
              <a:t> 2; // Same as a[]= a[] - 2; Equals 3.</a:t>
            </a:r>
          </a:p>
          <a:p>
            <a:r>
              <a:rPr lang="en-US" sz="1000" dirty="0">
                <a:solidFill>
                  <a:schemeClr val="tx1"/>
                </a:solidFill>
                <a:latin typeface="Courier New" panose="02070309020205020404" pitchFamily="49" charset="0"/>
                <a:cs typeface="Courier New" panose="02070309020205020404" pitchFamily="49" charset="0"/>
              </a:rPr>
              <a:t>b[] = Hello; b[] </a:t>
            </a:r>
            <a:r>
              <a:rPr lang="en-US" sz="1000" b="1" dirty="0">
                <a:solidFill>
                  <a:srgbClr val="0000FF"/>
                </a:solidFill>
                <a:latin typeface="Courier New" panose="02070309020205020404" pitchFamily="49" charset="0"/>
                <a:cs typeface="Courier New" panose="02070309020205020404" pitchFamily="49" charset="0"/>
              </a:rPr>
              <a:t>+=</a:t>
            </a:r>
            <a:r>
              <a:rPr lang="en-US" sz="1000" dirty="0">
                <a:solidFill>
                  <a:schemeClr val="tx1"/>
                </a:solidFill>
                <a:latin typeface="Courier New" panose="02070309020205020404" pitchFamily="49" charset="0"/>
                <a:cs typeface="Courier New" panose="02070309020205020404" pitchFamily="49" charset="0"/>
              </a:rPr>
              <a:t> " World";</a:t>
            </a:r>
          </a:p>
        </p:txBody>
      </p:sp>
    </p:spTree>
    <p:extLst>
      <p:ext uri="{BB962C8B-B14F-4D97-AF65-F5344CB8AC3E}">
        <p14:creationId xmlns:p14="http://schemas.microsoft.com/office/powerpoint/2010/main" val="1841391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hteck 24">
            <a:extLst>
              <a:ext uri="{FF2B5EF4-FFF2-40B4-BE49-F238E27FC236}">
                <a16:creationId xmlns:a16="http://schemas.microsoft.com/office/drawing/2014/main" id="{706CEEAD-4E9E-4564-912D-BD0F1A60239B}"/>
              </a:ext>
            </a:extLst>
          </p:cNvPr>
          <p:cNvSpPr/>
          <p:nvPr/>
        </p:nvSpPr>
        <p:spPr>
          <a:xfrm>
            <a:off x="3132000" y="1413000"/>
            <a:ext cx="5184000" cy="2664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endParaRPr lang="en-US" sz="1200" b="1" dirty="0">
              <a:solidFill>
                <a:schemeClr val="tx1"/>
              </a:solidFill>
            </a:endParaRPr>
          </a:p>
        </p:txBody>
      </p:sp>
      <p:sp>
        <p:nvSpPr>
          <p:cNvPr id="93" name="Rechteck 92">
            <a:extLst>
              <a:ext uri="{FF2B5EF4-FFF2-40B4-BE49-F238E27FC236}">
                <a16:creationId xmlns:a16="http://schemas.microsoft.com/office/drawing/2014/main" id="{213A46E3-49EA-40D6-B6BB-13C81BA15319}"/>
              </a:ext>
            </a:extLst>
          </p:cNvPr>
          <p:cNvSpPr/>
          <p:nvPr/>
        </p:nvSpPr>
        <p:spPr>
          <a:xfrm>
            <a:off x="7164000" y="3069000"/>
            <a:ext cx="1152000" cy="576000"/>
          </a:xfrm>
          <a:prstGeom prst="rect">
            <a:avLst/>
          </a:prstGeom>
          <a:solidFill>
            <a:srgbClr val="C9E56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7" name="Rechteck 86">
            <a:extLst>
              <a:ext uri="{FF2B5EF4-FFF2-40B4-BE49-F238E27FC236}">
                <a16:creationId xmlns:a16="http://schemas.microsoft.com/office/drawing/2014/main" id="{64B8A89A-74F0-49B9-BEE5-CB52E549C4E3}"/>
              </a:ext>
            </a:extLst>
          </p:cNvPr>
          <p:cNvSpPr/>
          <p:nvPr/>
        </p:nvSpPr>
        <p:spPr>
          <a:xfrm>
            <a:off x="3708000" y="3069000"/>
            <a:ext cx="576000" cy="144000"/>
          </a:xfrm>
          <a:prstGeom prst="rect">
            <a:avLst/>
          </a:prstGeom>
          <a:solidFill>
            <a:srgbClr val="C9E56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8" name="Rechteck 87">
            <a:extLst>
              <a:ext uri="{FF2B5EF4-FFF2-40B4-BE49-F238E27FC236}">
                <a16:creationId xmlns:a16="http://schemas.microsoft.com/office/drawing/2014/main" id="{FFAF3EF7-ECB1-4FA8-9FBF-EA2EB52B0995}"/>
              </a:ext>
            </a:extLst>
          </p:cNvPr>
          <p:cNvSpPr/>
          <p:nvPr/>
        </p:nvSpPr>
        <p:spPr>
          <a:xfrm>
            <a:off x="4860000" y="3069000"/>
            <a:ext cx="576000" cy="144000"/>
          </a:xfrm>
          <a:prstGeom prst="rect">
            <a:avLst/>
          </a:prstGeom>
          <a:solidFill>
            <a:srgbClr val="C9E56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9" name="Rechteck 88">
            <a:extLst>
              <a:ext uri="{FF2B5EF4-FFF2-40B4-BE49-F238E27FC236}">
                <a16:creationId xmlns:a16="http://schemas.microsoft.com/office/drawing/2014/main" id="{BA583704-8B95-4A43-99B4-6BC6B6B316D3}"/>
              </a:ext>
            </a:extLst>
          </p:cNvPr>
          <p:cNvSpPr/>
          <p:nvPr/>
        </p:nvSpPr>
        <p:spPr>
          <a:xfrm>
            <a:off x="3708000" y="3285000"/>
            <a:ext cx="576000" cy="144000"/>
          </a:xfrm>
          <a:prstGeom prst="rect">
            <a:avLst/>
          </a:prstGeom>
          <a:solidFill>
            <a:srgbClr val="C9E56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90" name="Rechteck 89">
            <a:extLst>
              <a:ext uri="{FF2B5EF4-FFF2-40B4-BE49-F238E27FC236}">
                <a16:creationId xmlns:a16="http://schemas.microsoft.com/office/drawing/2014/main" id="{273001C5-EBBF-4CB2-A520-D98228025B2C}"/>
              </a:ext>
            </a:extLst>
          </p:cNvPr>
          <p:cNvSpPr/>
          <p:nvPr/>
        </p:nvSpPr>
        <p:spPr>
          <a:xfrm>
            <a:off x="4860000" y="3285000"/>
            <a:ext cx="576000" cy="144000"/>
          </a:xfrm>
          <a:prstGeom prst="rect">
            <a:avLst/>
          </a:prstGeom>
          <a:solidFill>
            <a:srgbClr val="C9E56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91" name="Rechteck 90">
            <a:extLst>
              <a:ext uri="{FF2B5EF4-FFF2-40B4-BE49-F238E27FC236}">
                <a16:creationId xmlns:a16="http://schemas.microsoft.com/office/drawing/2014/main" id="{FE7BAECC-630B-4AD3-A536-0A3BB7554FD6}"/>
              </a:ext>
            </a:extLst>
          </p:cNvPr>
          <p:cNvSpPr/>
          <p:nvPr/>
        </p:nvSpPr>
        <p:spPr>
          <a:xfrm>
            <a:off x="3708000" y="3501000"/>
            <a:ext cx="576000" cy="144000"/>
          </a:xfrm>
          <a:prstGeom prst="rect">
            <a:avLst/>
          </a:prstGeom>
          <a:solidFill>
            <a:srgbClr val="C9E56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92" name="Rechteck 91">
            <a:extLst>
              <a:ext uri="{FF2B5EF4-FFF2-40B4-BE49-F238E27FC236}">
                <a16:creationId xmlns:a16="http://schemas.microsoft.com/office/drawing/2014/main" id="{3598A97A-FFF7-4401-AF47-428F444A41EA}"/>
              </a:ext>
            </a:extLst>
          </p:cNvPr>
          <p:cNvSpPr/>
          <p:nvPr/>
        </p:nvSpPr>
        <p:spPr>
          <a:xfrm>
            <a:off x="4860000" y="3501000"/>
            <a:ext cx="576000" cy="144000"/>
          </a:xfrm>
          <a:prstGeom prst="rect">
            <a:avLst/>
          </a:prstGeom>
          <a:solidFill>
            <a:srgbClr val="C9E56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6" name="Rechteck 85">
            <a:extLst>
              <a:ext uri="{FF2B5EF4-FFF2-40B4-BE49-F238E27FC236}">
                <a16:creationId xmlns:a16="http://schemas.microsoft.com/office/drawing/2014/main" id="{84589899-8688-4194-BE28-4C34319E6A01}"/>
              </a:ext>
            </a:extLst>
          </p:cNvPr>
          <p:cNvSpPr/>
          <p:nvPr/>
        </p:nvSpPr>
        <p:spPr>
          <a:xfrm>
            <a:off x="6588000" y="1413000"/>
            <a:ext cx="576000" cy="2664000"/>
          </a:xfrm>
          <a:prstGeom prst="rect">
            <a:avLst/>
          </a:prstGeom>
          <a:solidFill>
            <a:srgbClr val="AAF1A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3" name="Rechteck 82">
            <a:extLst>
              <a:ext uri="{FF2B5EF4-FFF2-40B4-BE49-F238E27FC236}">
                <a16:creationId xmlns:a16="http://schemas.microsoft.com/office/drawing/2014/main" id="{5479034C-0BD4-4818-90DB-1C41533DFDE7}"/>
              </a:ext>
            </a:extLst>
          </p:cNvPr>
          <p:cNvSpPr/>
          <p:nvPr/>
        </p:nvSpPr>
        <p:spPr>
          <a:xfrm>
            <a:off x="5436000" y="1701000"/>
            <a:ext cx="576000" cy="144000"/>
          </a:xfrm>
          <a:prstGeom prst="rect">
            <a:avLst/>
          </a:prstGeom>
          <a:solidFill>
            <a:srgbClr val="AAF1A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4" name="Rechteck 83">
            <a:extLst>
              <a:ext uri="{FF2B5EF4-FFF2-40B4-BE49-F238E27FC236}">
                <a16:creationId xmlns:a16="http://schemas.microsoft.com/office/drawing/2014/main" id="{3D26F88C-C519-4826-8307-24E0B1F632EB}"/>
              </a:ext>
            </a:extLst>
          </p:cNvPr>
          <p:cNvSpPr/>
          <p:nvPr/>
        </p:nvSpPr>
        <p:spPr>
          <a:xfrm>
            <a:off x="5436000" y="2493000"/>
            <a:ext cx="576000" cy="432000"/>
          </a:xfrm>
          <a:prstGeom prst="rect">
            <a:avLst/>
          </a:prstGeom>
          <a:solidFill>
            <a:srgbClr val="AAF1A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5" name="Rechteck 84">
            <a:extLst>
              <a:ext uri="{FF2B5EF4-FFF2-40B4-BE49-F238E27FC236}">
                <a16:creationId xmlns:a16="http://schemas.microsoft.com/office/drawing/2014/main" id="{D46D7B0C-CD5C-4B12-B457-028F23892FBF}"/>
              </a:ext>
            </a:extLst>
          </p:cNvPr>
          <p:cNvSpPr/>
          <p:nvPr/>
        </p:nvSpPr>
        <p:spPr>
          <a:xfrm>
            <a:off x="5436000" y="1485000"/>
            <a:ext cx="576000" cy="144000"/>
          </a:xfrm>
          <a:prstGeom prst="rect">
            <a:avLst/>
          </a:prstGeom>
          <a:solidFill>
            <a:srgbClr val="AAF1A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2" name="Rechteck 81">
            <a:extLst>
              <a:ext uri="{FF2B5EF4-FFF2-40B4-BE49-F238E27FC236}">
                <a16:creationId xmlns:a16="http://schemas.microsoft.com/office/drawing/2014/main" id="{12670B64-5DC1-4053-AA72-D2604A2125BF}"/>
              </a:ext>
            </a:extLst>
          </p:cNvPr>
          <p:cNvSpPr/>
          <p:nvPr/>
        </p:nvSpPr>
        <p:spPr>
          <a:xfrm>
            <a:off x="3132000" y="2277000"/>
            <a:ext cx="5184000" cy="144000"/>
          </a:xfrm>
          <a:prstGeom prst="rect">
            <a:avLst/>
          </a:prstGeom>
          <a:solidFill>
            <a:srgbClr val="6EE8C8"/>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66" name="Rechteck 65">
            <a:extLst>
              <a:ext uri="{FF2B5EF4-FFF2-40B4-BE49-F238E27FC236}">
                <a16:creationId xmlns:a16="http://schemas.microsoft.com/office/drawing/2014/main" id="{6D1F2D25-ABE1-4818-8B33-231026119194}"/>
              </a:ext>
            </a:extLst>
          </p:cNvPr>
          <p:cNvSpPr/>
          <p:nvPr/>
        </p:nvSpPr>
        <p:spPr>
          <a:xfrm>
            <a:off x="3708000" y="1557000"/>
            <a:ext cx="576000" cy="144000"/>
          </a:xfrm>
          <a:prstGeom prst="rect">
            <a:avLst/>
          </a:prstGeom>
          <a:solidFill>
            <a:srgbClr val="B7ECF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0" name="Rechteck 79">
            <a:extLst>
              <a:ext uri="{FF2B5EF4-FFF2-40B4-BE49-F238E27FC236}">
                <a16:creationId xmlns:a16="http://schemas.microsoft.com/office/drawing/2014/main" id="{2AF1CC50-E014-473B-9166-66BF4F401249}"/>
              </a:ext>
            </a:extLst>
          </p:cNvPr>
          <p:cNvSpPr/>
          <p:nvPr/>
        </p:nvSpPr>
        <p:spPr>
          <a:xfrm>
            <a:off x="3708000" y="2061000"/>
            <a:ext cx="576000" cy="144000"/>
          </a:xfrm>
          <a:prstGeom prst="rect">
            <a:avLst/>
          </a:prstGeom>
          <a:solidFill>
            <a:srgbClr val="6EE8C8"/>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81" name="Rechteck 80">
            <a:extLst>
              <a:ext uri="{FF2B5EF4-FFF2-40B4-BE49-F238E27FC236}">
                <a16:creationId xmlns:a16="http://schemas.microsoft.com/office/drawing/2014/main" id="{C25375C8-02A8-403B-86D9-DF185FAB96AC}"/>
              </a:ext>
            </a:extLst>
          </p:cNvPr>
          <p:cNvSpPr/>
          <p:nvPr/>
        </p:nvSpPr>
        <p:spPr>
          <a:xfrm>
            <a:off x="4860000" y="2061000"/>
            <a:ext cx="1152000" cy="144000"/>
          </a:xfrm>
          <a:prstGeom prst="rect">
            <a:avLst/>
          </a:prstGeom>
          <a:solidFill>
            <a:srgbClr val="6EE8C8"/>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sp>
        <p:nvSpPr>
          <p:cNvPr id="2" name="Titel 1"/>
          <p:cNvSpPr>
            <a:spLocks noGrp="1"/>
          </p:cNvSpPr>
          <p:nvPr>
            <p:ph type="title"/>
          </p:nvPr>
        </p:nvSpPr>
        <p:spPr/>
        <p:txBody>
          <a:bodyPr/>
          <a:lstStyle/>
          <a:p>
            <a:r>
              <a:rPr lang="en-US" dirty="0"/>
              <a:t>Tables</a:t>
            </a:r>
            <a:br>
              <a:rPr lang="en-US" dirty="0"/>
            </a:br>
            <a:r>
              <a:rPr lang="en-US" sz="1200" dirty="0">
                <a:solidFill>
                  <a:schemeClr val="tx1"/>
                </a:solidFill>
              </a:rPr>
              <a:t>LAN_Tables.png</a:t>
            </a:r>
            <a:br>
              <a:rPr lang="en-US" dirty="0"/>
            </a:br>
            <a:endParaRPr lang="en-US" dirty="0"/>
          </a:p>
        </p:txBody>
      </p:sp>
      <p:sp>
        <p:nvSpPr>
          <p:cNvPr id="24" name="Rechteck 23">
            <a:extLst>
              <a:ext uri="{FF2B5EF4-FFF2-40B4-BE49-F238E27FC236}">
                <a16:creationId xmlns:a16="http://schemas.microsoft.com/office/drawing/2014/main" id="{3ED4B5A5-B74F-409B-B444-4889A1BBB5CD}"/>
              </a:ext>
            </a:extLst>
          </p:cNvPr>
          <p:cNvSpPr/>
          <p:nvPr/>
        </p:nvSpPr>
        <p:spPr>
          <a:xfrm>
            <a:off x="324000" y="1485000"/>
            <a:ext cx="2160000" cy="288000"/>
          </a:xfrm>
          <a:prstGeom prst="rect">
            <a:avLst/>
          </a:prstGeom>
          <a:solidFill>
            <a:srgbClr val="B7ECF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Simple Table Access</a:t>
            </a:r>
          </a:p>
        </p:txBody>
      </p:sp>
      <p:sp>
        <p:nvSpPr>
          <p:cNvPr id="27" name="Rechteck 26">
            <a:extLst>
              <a:ext uri="{FF2B5EF4-FFF2-40B4-BE49-F238E27FC236}">
                <a16:creationId xmlns:a16="http://schemas.microsoft.com/office/drawing/2014/main" id="{C845053D-E8BC-4208-87F1-7CFD3E8C9182}"/>
              </a:ext>
            </a:extLst>
          </p:cNvPr>
          <p:cNvSpPr/>
          <p:nvPr/>
        </p:nvSpPr>
        <p:spPr>
          <a:xfrm>
            <a:off x="3132000" y="1125000"/>
            <a:ext cx="5184000" cy="288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200" b="1" dirty="0">
              <a:solidFill>
                <a:schemeClr val="tx1"/>
              </a:solidFill>
            </a:endParaRPr>
          </a:p>
        </p:txBody>
      </p:sp>
      <p:cxnSp>
        <p:nvCxnSpPr>
          <p:cNvPr id="49" name="Gerader Verbinder 48">
            <a:extLst>
              <a:ext uri="{FF2B5EF4-FFF2-40B4-BE49-F238E27FC236}">
                <a16:creationId xmlns:a16="http://schemas.microsoft.com/office/drawing/2014/main" id="{48D66365-D37C-45BC-B23E-71F347D01CAC}"/>
              </a:ext>
            </a:extLst>
          </p:cNvPr>
          <p:cNvCxnSpPr>
            <a:cxnSpLocks/>
          </p:cNvCxnSpPr>
          <p:nvPr/>
        </p:nvCxnSpPr>
        <p:spPr>
          <a:xfrm flipH="1">
            <a:off x="3132000" y="4077000"/>
            <a:ext cx="518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12BC7B7F-E63B-4202-8BD1-D3D2BB179550}"/>
              </a:ext>
            </a:extLst>
          </p:cNvPr>
          <p:cNvCxnSpPr>
            <a:cxnSpLocks/>
          </p:cNvCxnSpPr>
          <p:nvPr/>
        </p:nvCxnSpPr>
        <p:spPr>
          <a:xfrm flipH="1">
            <a:off x="3132000" y="1125000"/>
            <a:ext cx="518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902CA58C-AA75-4D07-838F-11799D28965F}"/>
              </a:ext>
            </a:extLst>
          </p:cNvPr>
          <p:cNvCxnSpPr>
            <a:cxnSpLocks/>
          </p:cNvCxnSpPr>
          <p:nvPr/>
        </p:nvCxnSpPr>
        <p:spPr>
          <a:xfrm flipH="1">
            <a:off x="3132000" y="1413000"/>
            <a:ext cx="5184000"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Rechteck 51">
            <a:extLst>
              <a:ext uri="{FF2B5EF4-FFF2-40B4-BE49-F238E27FC236}">
                <a16:creationId xmlns:a16="http://schemas.microsoft.com/office/drawing/2014/main" id="{203B631C-942B-432D-8B61-B635D8DDA59C}"/>
              </a:ext>
            </a:extLst>
          </p:cNvPr>
          <p:cNvSpPr/>
          <p:nvPr/>
        </p:nvSpPr>
        <p:spPr>
          <a:xfrm>
            <a:off x="2340000" y="1125000"/>
            <a:ext cx="792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Header row</a:t>
            </a:r>
          </a:p>
          <a:p>
            <a:pPr algn="r"/>
            <a:r>
              <a:rPr lang="en-US" sz="1000" dirty="0">
                <a:solidFill>
                  <a:schemeClr val="tx1"/>
                </a:solidFill>
              </a:rPr>
              <a:t>(row 0)</a:t>
            </a:r>
          </a:p>
        </p:txBody>
      </p:sp>
      <p:sp>
        <p:nvSpPr>
          <p:cNvPr id="53" name="Rechteck 52">
            <a:extLst>
              <a:ext uri="{FF2B5EF4-FFF2-40B4-BE49-F238E27FC236}">
                <a16:creationId xmlns:a16="http://schemas.microsoft.com/office/drawing/2014/main" id="{8F312EE4-9DB1-4852-A44F-375C657AF82D}"/>
              </a:ext>
            </a:extLst>
          </p:cNvPr>
          <p:cNvSpPr/>
          <p:nvPr/>
        </p:nvSpPr>
        <p:spPr>
          <a:xfrm>
            <a:off x="3132000" y="909000"/>
            <a:ext cx="136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Column 0</a:t>
            </a:r>
          </a:p>
        </p:txBody>
      </p:sp>
      <p:sp>
        <p:nvSpPr>
          <p:cNvPr id="54" name="Rechteck 53">
            <a:extLst>
              <a:ext uri="{FF2B5EF4-FFF2-40B4-BE49-F238E27FC236}">
                <a16:creationId xmlns:a16="http://schemas.microsoft.com/office/drawing/2014/main" id="{ABB56097-DBC1-402E-8CDB-FBFE423B776F}"/>
              </a:ext>
            </a:extLst>
          </p:cNvPr>
          <p:cNvSpPr/>
          <p:nvPr/>
        </p:nvSpPr>
        <p:spPr>
          <a:xfrm>
            <a:off x="3132000" y="1125000"/>
            <a:ext cx="1368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Recommended to use this row for header names</a:t>
            </a:r>
          </a:p>
        </p:txBody>
      </p:sp>
      <p:sp>
        <p:nvSpPr>
          <p:cNvPr id="55" name="Rechteck 54">
            <a:extLst>
              <a:ext uri="{FF2B5EF4-FFF2-40B4-BE49-F238E27FC236}">
                <a16:creationId xmlns:a16="http://schemas.microsoft.com/office/drawing/2014/main" id="{6E7D0383-3014-4FA9-BB4E-BF9BA54A5667}"/>
              </a:ext>
            </a:extLst>
          </p:cNvPr>
          <p:cNvSpPr/>
          <p:nvPr/>
        </p:nvSpPr>
        <p:spPr>
          <a:xfrm>
            <a:off x="324000" y="2061000"/>
            <a:ext cx="2160000" cy="288000"/>
          </a:xfrm>
          <a:prstGeom prst="rect">
            <a:avLst/>
          </a:prstGeom>
          <a:solidFill>
            <a:srgbClr val="6EE8C8"/>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Horizontal Table Access</a:t>
            </a:r>
          </a:p>
        </p:txBody>
      </p:sp>
      <p:sp>
        <p:nvSpPr>
          <p:cNvPr id="56" name="Rechteck 55">
            <a:extLst>
              <a:ext uri="{FF2B5EF4-FFF2-40B4-BE49-F238E27FC236}">
                <a16:creationId xmlns:a16="http://schemas.microsoft.com/office/drawing/2014/main" id="{AC5C75F6-33B2-4EDE-B006-0060F2327EA3}"/>
              </a:ext>
            </a:extLst>
          </p:cNvPr>
          <p:cNvSpPr/>
          <p:nvPr/>
        </p:nvSpPr>
        <p:spPr>
          <a:xfrm>
            <a:off x="324000" y="2637000"/>
            <a:ext cx="2160000" cy="288000"/>
          </a:xfrm>
          <a:prstGeom prst="rect">
            <a:avLst/>
          </a:prstGeom>
          <a:solidFill>
            <a:srgbClr val="AAF1A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Vertical Table Access</a:t>
            </a:r>
          </a:p>
        </p:txBody>
      </p:sp>
      <p:sp>
        <p:nvSpPr>
          <p:cNvPr id="57" name="Rechteck 56">
            <a:extLst>
              <a:ext uri="{FF2B5EF4-FFF2-40B4-BE49-F238E27FC236}">
                <a16:creationId xmlns:a16="http://schemas.microsoft.com/office/drawing/2014/main" id="{65E122B7-A6D3-4441-9F85-A0AD6AB86F18}"/>
              </a:ext>
            </a:extLst>
          </p:cNvPr>
          <p:cNvSpPr/>
          <p:nvPr/>
        </p:nvSpPr>
        <p:spPr>
          <a:xfrm>
            <a:off x="324000" y="3213000"/>
            <a:ext cx="2160000" cy="288000"/>
          </a:xfrm>
          <a:prstGeom prst="rect">
            <a:avLst/>
          </a:prstGeom>
          <a:solidFill>
            <a:srgbClr val="C9E56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Matrix Table Access</a:t>
            </a:r>
          </a:p>
        </p:txBody>
      </p:sp>
      <p:sp>
        <p:nvSpPr>
          <p:cNvPr id="8" name="Gleichschenkliges Dreieck 7">
            <a:extLst>
              <a:ext uri="{FF2B5EF4-FFF2-40B4-BE49-F238E27FC236}">
                <a16:creationId xmlns:a16="http://schemas.microsoft.com/office/drawing/2014/main" id="{889D2F18-1ED3-4699-B6EB-7D9715CEA0EF}"/>
              </a:ext>
            </a:extLst>
          </p:cNvPr>
          <p:cNvSpPr/>
          <p:nvPr/>
        </p:nvSpPr>
        <p:spPr>
          <a:xfrm rot="5400000">
            <a:off x="2556000" y="1485000"/>
            <a:ext cx="288000" cy="288000"/>
          </a:xfrm>
          <a:prstGeom prst="triangle">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58" name="Gleichschenkliges Dreieck 57">
            <a:extLst>
              <a:ext uri="{FF2B5EF4-FFF2-40B4-BE49-F238E27FC236}">
                <a16:creationId xmlns:a16="http://schemas.microsoft.com/office/drawing/2014/main" id="{2EE81BD3-0A03-432B-BC28-2BFE9870D85F}"/>
              </a:ext>
            </a:extLst>
          </p:cNvPr>
          <p:cNvSpPr/>
          <p:nvPr/>
        </p:nvSpPr>
        <p:spPr>
          <a:xfrm rot="5400000">
            <a:off x="2556000" y="2061000"/>
            <a:ext cx="288000" cy="288000"/>
          </a:xfrm>
          <a:prstGeom prst="triangle">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59" name="Gleichschenkliges Dreieck 58">
            <a:extLst>
              <a:ext uri="{FF2B5EF4-FFF2-40B4-BE49-F238E27FC236}">
                <a16:creationId xmlns:a16="http://schemas.microsoft.com/office/drawing/2014/main" id="{9E832CBF-6367-4A1B-9DE0-9A3AC016E9CA}"/>
              </a:ext>
            </a:extLst>
          </p:cNvPr>
          <p:cNvSpPr/>
          <p:nvPr/>
        </p:nvSpPr>
        <p:spPr>
          <a:xfrm rot="5400000">
            <a:off x="2556000" y="2637000"/>
            <a:ext cx="288000" cy="288000"/>
          </a:xfrm>
          <a:prstGeom prst="triangle">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0" name="Gleichschenkliges Dreieck 59">
            <a:extLst>
              <a:ext uri="{FF2B5EF4-FFF2-40B4-BE49-F238E27FC236}">
                <a16:creationId xmlns:a16="http://schemas.microsoft.com/office/drawing/2014/main" id="{283CA7DD-F498-4AF7-8AC2-8951C401642B}"/>
              </a:ext>
            </a:extLst>
          </p:cNvPr>
          <p:cNvSpPr/>
          <p:nvPr/>
        </p:nvSpPr>
        <p:spPr>
          <a:xfrm rot="5400000">
            <a:off x="2556000" y="3213000"/>
            <a:ext cx="288000" cy="288000"/>
          </a:xfrm>
          <a:prstGeom prst="triangle">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1" name="Rechteck 60">
            <a:extLst>
              <a:ext uri="{FF2B5EF4-FFF2-40B4-BE49-F238E27FC236}">
                <a16:creationId xmlns:a16="http://schemas.microsoft.com/office/drawing/2014/main" id="{9FBE586E-4B6F-4673-BA29-204C64B2DE17}"/>
              </a:ext>
            </a:extLst>
          </p:cNvPr>
          <p:cNvSpPr/>
          <p:nvPr/>
        </p:nvSpPr>
        <p:spPr>
          <a:xfrm>
            <a:off x="3132000" y="4437000"/>
            <a:ext cx="2160000" cy="432000"/>
          </a:xfrm>
          <a:prstGeom prst="rect">
            <a:avLst/>
          </a:prstGeom>
          <a:solidFill>
            <a:srgbClr val="C1E0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Partial Table Specifications</a:t>
            </a:r>
          </a:p>
        </p:txBody>
      </p:sp>
      <p:grpSp>
        <p:nvGrpSpPr>
          <p:cNvPr id="108" name="Gruppieren 107">
            <a:extLst>
              <a:ext uri="{FF2B5EF4-FFF2-40B4-BE49-F238E27FC236}">
                <a16:creationId xmlns:a16="http://schemas.microsoft.com/office/drawing/2014/main" id="{23A4939E-7A11-4DE4-ABA5-4A699BA25ED4}"/>
              </a:ext>
            </a:extLst>
          </p:cNvPr>
          <p:cNvGrpSpPr/>
          <p:nvPr/>
        </p:nvGrpSpPr>
        <p:grpSpPr>
          <a:xfrm>
            <a:off x="3132000" y="1125000"/>
            <a:ext cx="5184000" cy="2952000"/>
            <a:chOff x="3132000" y="1125000"/>
            <a:chExt cx="5184000" cy="2808000"/>
          </a:xfrm>
        </p:grpSpPr>
        <p:cxnSp>
          <p:nvCxnSpPr>
            <p:cNvPr id="4" name="Gerader Verbinder 3">
              <a:extLst>
                <a:ext uri="{FF2B5EF4-FFF2-40B4-BE49-F238E27FC236}">
                  <a16:creationId xmlns:a16="http://schemas.microsoft.com/office/drawing/2014/main" id="{F842D469-7273-4A60-A4B8-5BD7647CADB0}"/>
                </a:ext>
              </a:extLst>
            </p:cNvPr>
            <p:cNvCxnSpPr>
              <a:cxnSpLocks/>
            </p:cNvCxnSpPr>
            <p:nvPr/>
          </p:nvCxnSpPr>
          <p:spPr>
            <a:xfrm>
              <a:off x="3132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A4894391-C828-4D75-B11E-96527C1724D4}"/>
                </a:ext>
              </a:extLst>
            </p:cNvPr>
            <p:cNvCxnSpPr>
              <a:cxnSpLocks/>
            </p:cNvCxnSpPr>
            <p:nvPr/>
          </p:nvCxnSpPr>
          <p:spPr>
            <a:xfrm>
              <a:off x="3708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35E8535F-64D6-4F95-AED8-8D390630AA4B}"/>
                </a:ext>
              </a:extLst>
            </p:cNvPr>
            <p:cNvCxnSpPr>
              <a:cxnSpLocks/>
            </p:cNvCxnSpPr>
            <p:nvPr/>
          </p:nvCxnSpPr>
          <p:spPr>
            <a:xfrm>
              <a:off x="4284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02EA09E3-29FD-4B40-BAB8-14FB177F4597}"/>
                </a:ext>
              </a:extLst>
            </p:cNvPr>
            <p:cNvCxnSpPr>
              <a:cxnSpLocks/>
            </p:cNvCxnSpPr>
            <p:nvPr/>
          </p:nvCxnSpPr>
          <p:spPr>
            <a:xfrm>
              <a:off x="4860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6B49EAB6-DBB6-47F2-8C5A-0E730310F041}"/>
                </a:ext>
              </a:extLst>
            </p:cNvPr>
            <p:cNvCxnSpPr>
              <a:cxnSpLocks/>
            </p:cNvCxnSpPr>
            <p:nvPr/>
          </p:nvCxnSpPr>
          <p:spPr>
            <a:xfrm>
              <a:off x="5436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71F89E94-DF9E-4448-8D76-C7306D691158}"/>
                </a:ext>
              </a:extLst>
            </p:cNvPr>
            <p:cNvCxnSpPr>
              <a:cxnSpLocks/>
            </p:cNvCxnSpPr>
            <p:nvPr/>
          </p:nvCxnSpPr>
          <p:spPr>
            <a:xfrm>
              <a:off x="6012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AC2345D7-453F-48DA-9856-BB628BAE4862}"/>
                </a:ext>
              </a:extLst>
            </p:cNvPr>
            <p:cNvCxnSpPr>
              <a:cxnSpLocks/>
            </p:cNvCxnSpPr>
            <p:nvPr/>
          </p:nvCxnSpPr>
          <p:spPr>
            <a:xfrm>
              <a:off x="6588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Gerader Verbinder 73">
              <a:extLst>
                <a:ext uri="{FF2B5EF4-FFF2-40B4-BE49-F238E27FC236}">
                  <a16:creationId xmlns:a16="http://schemas.microsoft.com/office/drawing/2014/main" id="{9441C0AC-0429-4B88-A95F-F3DD8C427E3F}"/>
                </a:ext>
              </a:extLst>
            </p:cNvPr>
            <p:cNvCxnSpPr>
              <a:cxnSpLocks/>
            </p:cNvCxnSpPr>
            <p:nvPr/>
          </p:nvCxnSpPr>
          <p:spPr>
            <a:xfrm>
              <a:off x="7164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42DEA55A-A88E-43ED-9C06-D58243AFDD69}"/>
                </a:ext>
              </a:extLst>
            </p:cNvPr>
            <p:cNvCxnSpPr>
              <a:cxnSpLocks/>
            </p:cNvCxnSpPr>
            <p:nvPr/>
          </p:nvCxnSpPr>
          <p:spPr>
            <a:xfrm>
              <a:off x="7740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r Verbinder 75">
              <a:extLst>
                <a:ext uri="{FF2B5EF4-FFF2-40B4-BE49-F238E27FC236}">
                  <a16:creationId xmlns:a16="http://schemas.microsoft.com/office/drawing/2014/main" id="{39345581-3111-489E-AF08-1B7C443C9F3D}"/>
                </a:ext>
              </a:extLst>
            </p:cNvPr>
            <p:cNvCxnSpPr>
              <a:cxnSpLocks/>
            </p:cNvCxnSpPr>
            <p:nvPr/>
          </p:nvCxnSpPr>
          <p:spPr>
            <a:xfrm>
              <a:off x="8316000" y="1125000"/>
              <a:ext cx="0" cy="28080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4" name="Rechteck 93">
            <a:extLst>
              <a:ext uri="{FF2B5EF4-FFF2-40B4-BE49-F238E27FC236}">
                <a16:creationId xmlns:a16="http://schemas.microsoft.com/office/drawing/2014/main" id="{24082245-76AD-45C5-B1CD-334773C3EE7E}"/>
              </a:ext>
            </a:extLst>
          </p:cNvPr>
          <p:cNvSpPr/>
          <p:nvPr/>
        </p:nvSpPr>
        <p:spPr>
          <a:xfrm>
            <a:off x="324000" y="1773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Read / write one single field</a:t>
            </a:r>
          </a:p>
        </p:txBody>
      </p:sp>
      <p:sp>
        <p:nvSpPr>
          <p:cNvPr id="95" name="Rechteck 94">
            <a:extLst>
              <a:ext uri="{FF2B5EF4-FFF2-40B4-BE49-F238E27FC236}">
                <a16:creationId xmlns:a16="http://schemas.microsoft.com/office/drawing/2014/main" id="{C9DD8028-44B6-4262-B6DF-A3839B907D5C}"/>
              </a:ext>
            </a:extLst>
          </p:cNvPr>
          <p:cNvSpPr/>
          <p:nvPr/>
        </p:nvSpPr>
        <p:spPr>
          <a:xfrm>
            <a:off x="324000" y="2349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Multiple fields in a row, or whole row</a:t>
            </a:r>
          </a:p>
        </p:txBody>
      </p:sp>
      <p:sp>
        <p:nvSpPr>
          <p:cNvPr id="96" name="Rechteck 95">
            <a:extLst>
              <a:ext uri="{FF2B5EF4-FFF2-40B4-BE49-F238E27FC236}">
                <a16:creationId xmlns:a16="http://schemas.microsoft.com/office/drawing/2014/main" id="{59501D39-DC6A-40F2-AC0C-A3E08B8586C6}"/>
              </a:ext>
            </a:extLst>
          </p:cNvPr>
          <p:cNvSpPr/>
          <p:nvPr/>
        </p:nvSpPr>
        <p:spPr>
          <a:xfrm>
            <a:off x="324000" y="2925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Multiple fields in a column, or whole column</a:t>
            </a:r>
          </a:p>
        </p:txBody>
      </p:sp>
      <p:sp>
        <p:nvSpPr>
          <p:cNvPr id="97" name="Rechteck 96">
            <a:extLst>
              <a:ext uri="{FF2B5EF4-FFF2-40B4-BE49-F238E27FC236}">
                <a16:creationId xmlns:a16="http://schemas.microsoft.com/office/drawing/2014/main" id="{1BA0CAF0-DF6C-4E8A-A477-40E7F0EA5DD2}"/>
              </a:ext>
            </a:extLst>
          </p:cNvPr>
          <p:cNvSpPr/>
          <p:nvPr/>
        </p:nvSpPr>
        <p:spPr>
          <a:xfrm>
            <a:off x="324000" y="3501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Multiple fields across the table, or entire table</a:t>
            </a:r>
          </a:p>
        </p:txBody>
      </p:sp>
      <p:sp>
        <p:nvSpPr>
          <p:cNvPr id="98" name="Rechteck 97">
            <a:extLst>
              <a:ext uri="{FF2B5EF4-FFF2-40B4-BE49-F238E27FC236}">
                <a16:creationId xmlns:a16="http://schemas.microsoft.com/office/drawing/2014/main" id="{EF0569DC-8B42-4E32-A322-88A2C67D0C05}"/>
              </a:ext>
            </a:extLst>
          </p:cNvPr>
          <p:cNvSpPr/>
          <p:nvPr/>
        </p:nvSpPr>
        <p:spPr>
          <a:xfrm>
            <a:off x="5364000" y="4221000"/>
            <a:ext cx="2160000" cy="64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Provides a context to</a:t>
            </a:r>
          </a:p>
          <a:p>
            <a:pPr marL="171450" indent="-171450">
              <a:buFont typeface="Arial" panose="020B0604020202020204" pitchFamily="34" charset="0"/>
              <a:buChar char="•"/>
            </a:pPr>
            <a:r>
              <a:rPr lang="en-US" sz="1000" dirty="0">
                <a:solidFill>
                  <a:schemeClr val="tx1"/>
                </a:solidFill>
              </a:rPr>
              <a:t>a specified table</a:t>
            </a:r>
          </a:p>
          <a:p>
            <a:pPr marL="171450" indent="-171450">
              <a:buFont typeface="Arial" panose="020B0604020202020204" pitchFamily="34" charset="0"/>
              <a:buChar char="•"/>
            </a:pPr>
            <a:r>
              <a:rPr lang="en-US" sz="1000" dirty="0">
                <a:solidFill>
                  <a:schemeClr val="tx1"/>
                </a:solidFill>
              </a:rPr>
              <a:t>a row number</a:t>
            </a:r>
          </a:p>
          <a:p>
            <a:pPr marL="171450" indent="-171450">
              <a:buFont typeface="Arial" panose="020B0604020202020204" pitchFamily="34" charset="0"/>
              <a:buChar char="•"/>
            </a:pPr>
            <a:r>
              <a:rPr lang="en-US" sz="1000" dirty="0">
                <a:solidFill>
                  <a:schemeClr val="tx1"/>
                </a:solidFill>
              </a:rPr>
              <a:t>optionally a column number</a:t>
            </a:r>
          </a:p>
        </p:txBody>
      </p:sp>
      <p:sp>
        <p:nvSpPr>
          <p:cNvPr id="99" name="Rechteck 98">
            <a:extLst>
              <a:ext uri="{FF2B5EF4-FFF2-40B4-BE49-F238E27FC236}">
                <a16:creationId xmlns:a16="http://schemas.microsoft.com/office/drawing/2014/main" id="{20834EA1-5C27-45CE-8593-82B1476477A8}"/>
              </a:ext>
            </a:extLst>
          </p:cNvPr>
          <p:cNvSpPr/>
          <p:nvPr/>
        </p:nvSpPr>
        <p:spPr>
          <a:xfrm>
            <a:off x="3132000" y="4653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Simplifies accessing contents</a:t>
            </a:r>
          </a:p>
        </p:txBody>
      </p:sp>
      <p:sp>
        <p:nvSpPr>
          <p:cNvPr id="100" name="Rechteck 99">
            <a:extLst>
              <a:ext uri="{FF2B5EF4-FFF2-40B4-BE49-F238E27FC236}">
                <a16:creationId xmlns:a16="http://schemas.microsoft.com/office/drawing/2014/main" id="{4543FE51-85C0-4DB1-B928-2096925C9817}"/>
              </a:ext>
            </a:extLst>
          </p:cNvPr>
          <p:cNvSpPr/>
          <p:nvPr/>
        </p:nvSpPr>
        <p:spPr>
          <a:xfrm>
            <a:off x="3132000" y="2637000"/>
            <a:ext cx="5184000" cy="144000"/>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endParaRPr lang="en-US" sz="1200" b="1" dirty="0">
              <a:solidFill>
                <a:schemeClr val="tx1"/>
              </a:solidFill>
            </a:endParaRPr>
          </a:p>
        </p:txBody>
      </p:sp>
      <p:cxnSp>
        <p:nvCxnSpPr>
          <p:cNvPr id="102" name="Gerade Verbindung mit Pfeil 101">
            <a:extLst>
              <a:ext uri="{FF2B5EF4-FFF2-40B4-BE49-F238E27FC236}">
                <a16:creationId xmlns:a16="http://schemas.microsoft.com/office/drawing/2014/main" id="{9790E2B3-7045-4D08-9FC1-D3E037BECFC0}"/>
              </a:ext>
            </a:extLst>
          </p:cNvPr>
          <p:cNvCxnSpPr>
            <a:cxnSpLocks/>
          </p:cNvCxnSpPr>
          <p:nvPr/>
        </p:nvCxnSpPr>
        <p:spPr>
          <a:xfrm flipV="1">
            <a:off x="4572000" y="2781000"/>
            <a:ext cx="0" cy="165600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06" name="Rechteck 105">
            <a:extLst>
              <a:ext uri="{FF2B5EF4-FFF2-40B4-BE49-F238E27FC236}">
                <a16:creationId xmlns:a16="http://schemas.microsoft.com/office/drawing/2014/main" id="{569443BF-A519-4247-9C59-73E0C648B534}"/>
              </a:ext>
            </a:extLst>
          </p:cNvPr>
          <p:cNvSpPr/>
          <p:nvPr/>
        </p:nvSpPr>
        <p:spPr>
          <a:xfrm>
            <a:off x="6948000" y="909000"/>
            <a:ext cx="136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Last Column (-1)</a:t>
            </a:r>
          </a:p>
        </p:txBody>
      </p:sp>
      <p:sp>
        <p:nvSpPr>
          <p:cNvPr id="107" name="Rechteck 106">
            <a:extLst>
              <a:ext uri="{FF2B5EF4-FFF2-40B4-BE49-F238E27FC236}">
                <a16:creationId xmlns:a16="http://schemas.microsoft.com/office/drawing/2014/main" id="{CB76399E-FA26-4202-AA89-BBF7B05A8091}"/>
              </a:ext>
            </a:extLst>
          </p:cNvPr>
          <p:cNvSpPr/>
          <p:nvPr/>
        </p:nvSpPr>
        <p:spPr>
          <a:xfrm>
            <a:off x="2340000" y="3789000"/>
            <a:ext cx="792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Last row</a:t>
            </a:r>
          </a:p>
          <a:p>
            <a:pPr algn="r"/>
            <a:r>
              <a:rPr lang="en-US" sz="1000" dirty="0">
                <a:solidFill>
                  <a:schemeClr val="tx1"/>
                </a:solidFill>
              </a:rPr>
              <a:t>(-1)</a:t>
            </a:r>
          </a:p>
        </p:txBody>
      </p:sp>
      <p:sp>
        <p:nvSpPr>
          <p:cNvPr id="111" name="Rechteck 110">
            <a:extLst>
              <a:ext uri="{FF2B5EF4-FFF2-40B4-BE49-F238E27FC236}">
                <a16:creationId xmlns:a16="http://schemas.microsoft.com/office/drawing/2014/main" id="{0E212DA4-1DC8-441E-A4AE-E36E7513D353}"/>
              </a:ext>
            </a:extLst>
          </p:cNvPr>
          <p:cNvSpPr/>
          <p:nvPr/>
        </p:nvSpPr>
        <p:spPr>
          <a:xfrm>
            <a:off x="324000" y="3861000"/>
            <a:ext cx="2160000" cy="100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spcBef>
                <a:spcPts val="300"/>
              </a:spcBef>
              <a:spcAft>
                <a:spcPts val="300"/>
              </a:spcAft>
            </a:pPr>
            <a:r>
              <a:rPr lang="en-US" sz="1000" b="1" dirty="0">
                <a:solidFill>
                  <a:schemeClr val="tx1"/>
                </a:solidFill>
              </a:rPr>
              <a:t>All contents are stored as text</a:t>
            </a:r>
          </a:p>
          <a:p>
            <a:pPr marL="92075" indent="-92075">
              <a:spcBef>
                <a:spcPts val="300"/>
              </a:spcBef>
              <a:spcAft>
                <a:spcPts val="300"/>
              </a:spcAft>
              <a:buFont typeface="Arial" panose="020B0604020202020204" pitchFamily="34" charset="0"/>
              <a:buChar char="•"/>
            </a:pPr>
            <a:r>
              <a:rPr lang="en-US" sz="1000" dirty="0">
                <a:solidFill>
                  <a:schemeClr val="tx1"/>
                </a:solidFill>
              </a:rPr>
              <a:t>Automatic conversion to numerals</a:t>
            </a:r>
            <a:br>
              <a:rPr lang="en-US" sz="1000" dirty="0">
                <a:solidFill>
                  <a:schemeClr val="tx1"/>
                </a:solidFill>
              </a:rPr>
            </a:br>
            <a:r>
              <a:rPr lang="en-US" sz="1000" dirty="0">
                <a:solidFill>
                  <a:schemeClr val="tx1"/>
                </a:solidFill>
              </a:rPr>
              <a:t>take place if numbers are accessed.</a:t>
            </a:r>
          </a:p>
          <a:p>
            <a:pPr marL="92075" indent="-92075">
              <a:spcBef>
                <a:spcPts val="300"/>
              </a:spcBef>
              <a:spcAft>
                <a:spcPts val="300"/>
              </a:spcAft>
              <a:buFont typeface="Arial" panose="020B0604020202020204" pitchFamily="34" charset="0"/>
              <a:buChar char="•"/>
            </a:pPr>
            <a:r>
              <a:rPr lang="en-US" sz="1000" dirty="0">
                <a:solidFill>
                  <a:schemeClr val="tx1"/>
                </a:solidFill>
              </a:rPr>
              <a:t>Additional data type conversions</a:t>
            </a:r>
            <a:br>
              <a:rPr lang="en-US" sz="1000" dirty="0">
                <a:solidFill>
                  <a:schemeClr val="tx1"/>
                </a:solidFill>
              </a:rPr>
            </a:br>
            <a:r>
              <a:rPr lang="en-US" sz="1000" dirty="0">
                <a:solidFill>
                  <a:schemeClr val="tx1"/>
                </a:solidFill>
              </a:rPr>
              <a:t>can be activated optionally.</a:t>
            </a:r>
          </a:p>
        </p:txBody>
      </p:sp>
    </p:spTree>
    <p:extLst>
      <p:ext uri="{BB962C8B-B14F-4D97-AF65-F5344CB8AC3E}">
        <p14:creationId xmlns:p14="http://schemas.microsoft.com/office/powerpoint/2010/main" val="486507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Tables</a:t>
            </a:r>
            <a:br>
              <a:rPr lang="en-US" dirty="0"/>
            </a:br>
            <a:r>
              <a:rPr lang="en-US" sz="1200" dirty="0">
                <a:solidFill>
                  <a:schemeClr val="tx1"/>
                </a:solidFill>
              </a:rPr>
              <a:t>LAN_Variables.png</a:t>
            </a:r>
            <a:br>
              <a:rPr lang="en-US" dirty="0"/>
            </a:br>
            <a:endParaRPr lang="en-US" dirty="0"/>
          </a:p>
        </p:txBody>
      </p:sp>
      <p:sp>
        <p:nvSpPr>
          <p:cNvPr id="64" name="Rechteck 63">
            <a:extLst>
              <a:ext uri="{FF2B5EF4-FFF2-40B4-BE49-F238E27FC236}">
                <a16:creationId xmlns:a16="http://schemas.microsoft.com/office/drawing/2014/main" id="{883ABDD0-65A6-435D-8B56-90A80D54F324}"/>
              </a:ext>
            </a:extLst>
          </p:cNvPr>
          <p:cNvSpPr/>
          <p:nvPr/>
        </p:nvSpPr>
        <p:spPr>
          <a:xfrm>
            <a:off x="468000" y="4653000"/>
            <a:ext cx="2160000" cy="216000"/>
          </a:xfrm>
          <a:prstGeom prst="rect">
            <a:avLst/>
          </a:prstGeom>
          <a:solidFill>
            <a:srgbClr val="EAB77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Global Variables</a:t>
            </a:r>
          </a:p>
        </p:txBody>
      </p:sp>
      <p:sp>
        <p:nvSpPr>
          <p:cNvPr id="65" name="Rechteck 64">
            <a:extLst>
              <a:ext uri="{FF2B5EF4-FFF2-40B4-BE49-F238E27FC236}">
                <a16:creationId xmlns:a16="http://schemas.microsoft.com/office/drawing/2014/main" id="{686BDFC6-A2B1-471F-B355-21875EFB72A0}"/>
              </a:ext>
            </a:extLst>
          </p:cNvPr>
          <p:cNvSpPr/>
          <p:nvPr/>
        </p:nvSpPr>
        <p:spPr>
          <a:xfrm>
            <a:off x="468000" y="4941000"/>
            <a:ext cx="2160000" cy="216000"/>
          </a:xfrm>
          <a:prstGeom prst="rect">
            <a:avLst/>
          </a:prstGeom>
          <a:solidFill>
            <a:srgbClr val="EA987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System Variables</a:t>
            </a:r>
          </a:p>
        </p:txBody>
      </p:sp>
      <p:sp>
        <p:nvSpPr>
          <p:cNvPr id="67" name="Rechteck 66">
            <a:extLst>
              <a:ext uri="{FF2B5EF4-FFF2-40B4-BE49-F238E27FC236}">
                <a16:creationId xmlns:a16="http://schemas.microsoft.com/office/drawing/2014/main" id="{EBB9BB94-EF9D-43C6-8228-FA2225AD30E9}"/>
              </a:ext>
            </a:extLst>
          </p:cNvPr>
          <p:cNvSpPr/>
          <p:nvPr/>
        </p:nvSpPr>
        <p:spPr>
          <a:xfrm>
            <a:off x="468000" y="4365000"/>
            <a:ext cx="2160000" cy="216000"/>
          </a:xfrm>
          <a:prstGeom prst="rect">
            <a:avLst/>
          </a:prstGeom>
          <a:solidFill>
            <a:srgbClr val="EAD87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Regional Variables</a:t>
            </a:r>
          </a:p>
        </p:txBody>
      </p:sp>
      <p:sp>
        <p:nvSpPr>
          <p:cNvPr id="68" name="Rechteck 67">
            <a:extLst>
              <a:ext uri="{FF2B5EF4-FFF2-40B4-BE49-F238E27FC236}">
                <a16:creationId xmlns:a16="http://schemas.microsoft.com/office/drawing/2014/main" id="{03C826A4-3FA7-4950-92B4-D05D1DDFB73B}"/>
              </a:ext>
            </a:extLst>
          </p:cNvPr>
          <p:cNvSpPr/>
          <p:nvPr/>
        </p:nvSpPr>
        <p:spPr>
          <a:xfrm>
            <a:off x="468000" y="4077000"/>
            <a:ext cx="2160000" cy="216000"/>
          </a:xfrm>
          <a:prstGeom prst="rect">
            <a:avLst/>
          </a:prstGeom>
          <a:solidFill>
            <a:srgbClr val="EAEA7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Local Variables</a:t>
            </a:r>
          </a:p>
        </p:txBody>
      </p:sp>
      <p:sp>
        <p:nvSpPr>
          <p:cNvPr id="77" name="Rechteck 76">
            <a:extLst>
              <a:ext uri="{FF2B5EF4-FFF2-40B4-BE49-F238E27FC236}">
                <a16:creationId xmlns:a16="http://schemas.microsoft.com/office/drawing/2014/main" id="{95A38175-2129-4772-8C99-82477AAFEBE9}"/>
              </a:ext>
            </a:extLst>
          </p:cNvPr>
          <p:cNvSpPr/>
          <p:nvPr/>
        </p:nvSpPr>
        <p:spPr>
          <a:xfrm>
            <a:off x="396000" y="3717000"/>
            <a:ext cx="2232000" cy="28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Variable Scopes</a:t>
            </a:r>
          </a:p>
        </p:txBody>
      </p:sp>
      <p:sp>
        <p:nvSpPr>
          <p:cNvPr id="78" name="Rechteck 77">
            <a:extLst>
              <a:ext uri="{FF2B5EF4-FFF2-40B4-BE49-F238E27FC236}">
                <a16:creationId xmlns:a16="http://schemas.microsoft.com/office/drawing/2014/main" id="{A7B0EDF8-310D-4BB0-B504-21A9ABC4924E}"/>
              </a:ext>
            </a:extLst>
          </p:cNvPr>
          <p:cNvSpPr/>
          <p:nvPr/>
        </p:nvSpPr>
        <p:spPr>
          <a:xfrm>
            <a:off x="468000" y="2205000"/>
            <a:ext cx="1728000" cy="288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First Names</a:t>
            </a:r>
          </a:p>
        </p:txBody>
      </p:sp>
      <p:sp>
        <p:nvSpPr>
          <p:cNvPr id="79" name="Rechteck 78">
            <a:extLst>
              <a:ext uri="{FF2B5EF4-FFF2-40B4-BE49-F238E27FC236}">
                <a16:creationId xmlns:a16="http://schemas.microsoft.com/office/drawing/2014/main" id="{74A6E530-5BB8-4944-AC0B-B84C481734EF}"/>
              </a:ext>
            </a:extLst>
          </p:cNvPr>
          <p:cNvSpPr/>
          <p:nvPr/>
        </p:nvSpPr>
        <p:spPr>
          <a:xfrm>
            <a:off x="828000" y="2565000"/>
            <a:ext cx="1728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0</a:t>
            </a:r>
          </a:p>
        </p:txBody>
      </p:sp>
      <p:sp>
        <p:nvSpPr>
          <p:cNvPr id="101" name="Rechteck 100">
            <a:extLst>
              <a:ext uri="{FF2B5EF4-FFF2-40B4-BE49-F238E27FC236}">
                <a16:creationId xmlns:a16="http://schemas.microsoft.com/office/drawing/2014/main" id="{857F6BC8-F97F-4DF2-9710-CCE72C17FD42}"/>
              </a:ext>
            </a:extLst>
          </p:cNvPr>
          <p:cNvSpPr/>
          <p:nvPr/>
        </p:nvSpPr>
        <p:spPr>
          <a:xfrm>
            <a:off x="828000" y="2853000"/>
            <a:ext cx="1728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1</a:t>
            </a:r>
          </a:p>
        </p:txBody>
      </p:sp>
      <p:sp>
        <p:nvSpPr>
          <p:cNvPr id="103" name="Rechteck 102">
            <a:extLst>
              <a:ext uri="{FF2B5EF4-FFF2-40B4-BE49-F238E27FC236}">
                <a16:creationId xmlns:a16="http://schemas.microsoft.com/office/drawing/2014/main" id="{79AFE7B5-2FAB-45B7-B996-465ABDB73428}"/>
              </a:ext>
            </a:extLst>
          </p:cNvPr>
          <p:cNvSpPr/>
          <p:nvPr/>
        </p:nvSpPr>
        <p:spPr>
          <a:xfrm>
            <a:off x="828000" y="3285000"/>
            <a:ext cx="1728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i="1" dirty="0">
                <a:solidFill>
                  <a:schemeClr val="tx1"/>
                </a:solidFill>
              </a:rPr>
              <a:t>n</a:t>
            </a:r>
          </a:p>
        </p:txBody>
      </p:sp>
      <p:sp>
        <p:nvSpPr>
          <p:cNvPr id="104" name="Rechteck 103">
            <a:extLst>
              <a:ext uri="{FF2B5EF4-FFF2-40B4-BE49-F238E27FC236}">
                <a16:creationId xmlns:a16="http://schemas.microsoft.com/office/drawing/2014/main" id="{FEC42A58-273E-4921-BDBA-B5CB54876BB3}"/>
              </a:ext>
            </a:extLst>
          </p:cNvPr>
          <p:cNvSpPr/>
          <p:nvPr/>
        </p:nvSpPr>
        <p:spPr>
          <a:xfrm>
            <a:off x="468000" y="1413000"/>
            <a:ext cx="1728000" cy="288000"/>
          </a:xfrm>
          <a:prstGeom prst="rect">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Last Name</a:t>
            </a:r>
          </a:p>
        </p:txBody>
      </p:sp>
      <p:sp>
        <p:nvSpPr>
          <p:cNvPr id="105" name="Rechteck 104">
            <a:extLst>
              <a:ext uri="{FF2B5EF4-FFF2-40B4-BE49-F238E27FC236}">
                <a16:creationId xmlns:a16="http://schemas.microsoft.com/office/drawing/2014/main" id="{2293924F-1FFC-4CA9-ACDA-5F7EA62908A7}"/>
              </a:ext>
            </a:extLst>
          </p:cNvPr>
          <p:cNvSpPr/>
          <p:nvPr/>
        </p:nvSpPr>
        <p:spPr>
          <a:xfrm>
            <a:off x="468000" y="1197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Simple Variables</a:t>
            </a:r>
          </a:p>
        </p:txBody>
      </p:sp>
      <p:sp>
        <p:nvSpPr>
          <p:cNvPr id="109" name="Rechteck 108">
            <a:extLst>
              <a:ext uri="{FF2B5EF4-FFF2-40B4-BE49-F238E27FC236}">
                <a16:creationId xmlns:a16="http://schemas.microsoft.com/office/drawing/2014/main" id="{7013077E-0D0C-4E03-A47C-7727672C9DBA}"/>
              </a:ext>
            </a:extLst>
          </p:cNvPr>
          <p:cNvSpPr/>
          <p:nvPr/>
        </p:nvSpPr>
        <p:spPr>
          <a:xfrm>
            <a:off x="468000" y="1989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Arrays</a:t>
            </a:r>
          </a:p>
        </p:txBody>
      </p:sp>
      <p:sp>
        <p:nvSpPr>
          <p:cNvPr id="110" name="Rechteck 109">
            <a:extLst>
              <a:ext uri="{FF2B5EF4-FFF2-40B4-BE49-F238E27FC236}">
                <a16:creationId xmlns:a16="http://schemas.microsoft.com/office/drawing/2014/main" id="{D253F267-7749-4833-85B3-CE312535C694}"/>
              </a:ext>
            </a:extLst>
          </p:cNvPr>
          <p:cNvSpPr/>
          <p:nvPr/>
        </p:nvSpPr>
        <p:spPr>
          <a:xfrm>
            <a:off x="4428000" y="2205000"/>
            <a:ext cx="1728000" cy="288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Hobbies</a:t>
            </a:r>
          </a:p>
        </p:txBody>
      </p:sp>
      <p:sp>
        <p:nvSpPr>
          <p:cNvPr id="112" name="Rechteck 111">
            <a:extLst>
              <a:ext uri="{FF2B5EF4-FFF2-40B4-BE49-F238E27FC236}">
                <a16:creationId xmlns:a16="http://schemas.microsoft.com/office/drawing/2014/main" id="{A0C5CA70-B1E2-415B-A1CC-5A05A2FFC509}"/>
              </a:ext>
            </a:extLst>
          </p:cNvPr>
          <p:cNvSpPr/>
          <p:nvPr/>
        </p:nvSpPr>
        <p:spPr>
          <a:xfrm>
            <a:off x="4788000" y="2565000"/>
            <a:ext cx="1728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Alex</a:t>
            </a:r>
          </a:p>
        </p:txBody>
      </p:sp>
      <p:sp>
        <p:nvSpPr>
          <p:cNvPr id="113" name="Rechteck 112">
            <a:extLst>
              <a:ext uri="{FF2B5EF4-FFF2-40B4-BE49-F238E27FC236}">
                <a16:creationId xmlns:a16="http://schemas.microsoft.com/office/drawing/2014/main" id="{7FC65303-C83E-42EB-8AD9-842EEA94121F}"/>
              </a:ext>
            </a:extLst>
          </p:cNvPr>
          <p:cNvSpPr/>
          <p:nvPr/>
        </p:nvSpPr>
        <p:spPr>
          <a:xfrm>
            <a:off x="4788000" y="2853000"/>
            <a:ext cx="1728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Bea</a:t>
            </a:r>
          </a:p>
        </p:txBody>
      </p:sp>
      <p:sp>
        <p:nvSpPr>
          <p:cNvPr id="114" name="Rechteck 113">
            <a:extLst>
              <a:ext uri="{FF2B5EF4-FFF2-40B4-BE49-F238E27FC236}">
                <a16:creationId xmlns:a16="http://schemas.microsoft.com/office/drawing/2014/main" id="{6BD7CA6C-BDAF-4520-9088-EB8D4799AFE1}"/>
              </a:ext>
            </a:extLst>
          </p:cNvPr>
          <p:cNvSpPr/>
          <p:nvPr/>
        </p:nvSpPr>
        <p:spPr>
          <a:xfrm>
            <a:off x="4788000" y="3285000"/>
            <a:ext cx="1728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Zoë</a:t>
            </a:r>
          </a:p>
        </p:txBody>
      </p:sp>
      <p:sp>
        <p:nvSpPr>
          <p:cNvPr id="115" name="Rechteck 114">
            <a:extLst>
              <a:ext uri="{FF2B5EF4-FFF2-40B4-BE49-F238E27FC236}">
                <a16:creationId xmlns:a16="http://schemas.microsoft.com/office/drawing/2014/main" id="{07B0E6BF-40BE-4E63-A0B1-48BD47E1A164}"/>
              </a:ext>
            </a:extLst>
          </p:cNvPr>
          <p:cNvSpPr/>
          <p:nvPr/>
        </p:nvSpPr>
        <p:spPr>
          <a:xfrm>
            <a:off x="4428000" y="1989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Structures</a:t>
            </a:r>
          </a:p>
        </p:txBody>
      </p:sp>
      <p:sp>
        <p:nvSpPr>
          <p:cNvPr id="116" name="Rechteck 115">
            <a:extLst>
              <a:ext uri="{FF2B5EF4-FFF2-40B4-BE49-F238E27FC236}">
                <a16:creationId xmlns:a16="http://schemas.microsoft.com/office/drawing/2014/main" id="{A789FA78-F0CE-4368-85B8-69C621CE13F6}"/>
              </a:ext>
            </a:extLst>
          </p:cNvPr>
          <p:cNvSpPr/>
          <p:nvPr/>
        </p:nvSpPr>
        <p:spPr>
          <a:xfrm>
            <a:off x="2268000" y="2205000"/>
            <a:ext cx="1512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dirty="0">
                <a:solidFill>
                  <a:schemeClr val="tx1"/>
                </a:solidFill>
              </a:rPr>
              <a:t>Base Variable Name</a:t>
            </a:r>
          </a:p>
        </p:txBody>
      </p:sp>
      <p:sp>
        <p:nvSpPr>
          <p:cNvPr id="117" name="Rechteck 116">
            <a:extLst>
              <a:ext uri="{FF2B5EF4-FFF2-40B4-BE49-F238E27FC236}">
                <a16:creationId xmlns:a16="http://schemas.microsoft.com/office/drawing/2014/main" id="{286446C3-008A-4668-A3A3-1A7CB4A22F42}"/>
              </a:ext>
            </a:extLst>
          </p:cNvPr>
          <p:cNvSpPr/>
          <p:nvPr/>
        </p:nvSpPr>
        <p:spPr>
          <a:xfrm>
            <a:off x="6228000" y="2205000"/>
            <a:ext cx="1512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dirty="0">
                <a:solidFill>
                  <a:schemeClr val="tx1"/>
                </a:solidFill>
              </a:rPr>
              <a:t>Base Variable Name</a:t>
            </a:r>
          </a:p>
        </p:txBody>
      </p:sp>
      <p:sp>
        <p:nvSpPr>
          <p:cNvPr id="118" name="Rechteck 117">
            <a:extLst>
              <a:ext uri="{FF2B5EF4-FFF2-40B4-BE49-F238E27FC236}">
                <a16:creationId xmlns:a16="http://schemas.microsoft.com/office/drawing/2014/main" id="{462EC032-A5A4-46ED-A02C-E59ADEE95410}"/>
              </a:ext>
            </a:extLst>
          </p:cNvPr>
          <p:cNvSpPr/>
          <p:nvPr/>
        </p:nvSpPr>
        <p:spPr>
          <a:xfrm>
            <a:off x="2628000" y="256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Index numbers</a:t>
            </a:r>
          </a:p>
        </p:txBody>
      </p:sp>
      <p:sp>
        <p:nvSpPr>
          <p:cNvPr id="119" name="Rechteck 118">
            <a:extLst>
              <a:ext uri="{FF2B5EF4-FFF2-40B4-BE49-F238E27FC236}">
                <a16:creationId xmlns:a16="http://schemas.microsoft.com/office/drawing/2014/main" id="{0C92636E-79B5-476E-9DFE-4D8F7042E835}"/>
              </a:ext>
            </a:extLst>
          </p:cNvPr>
          <p:cNvSpPr/>
          <p:nvPr/>
        </p:nvSpPr>
        <p:spPr>
          <a:xfrm>
            <a:off x="2628000" y="292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a:t>
            </a:r>
          </a:p>
        </p:txBody>
      </p:sp>
      <p:sp>
        <p:nvSpPr>
          <p:cNvPr id="120" name="Rechteck 119">
            <a:extLst>
              <a:ext uri="{FF2B5EF4-FFF2-40B4-BE49-F238E27FC236}">
                <a16:creationId xmlns:a16="http://schemas.microsoft.com/office/drawing/2014/main" id="{0ED89430-8BC4-4BE0-8316-A2A98DEFA25B}"/>
              </a:ext>
            </a:extLst>
          </p:cNvPr>
          <p:cNvSpPr/>
          <p:nvPr/>
        </p:nvSpPr>
        <p:spPr>
          <a:xfrm>
            <a:off x="2628000" y="328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a:t>
            </a:r>
          </a:p>
        </p:txBody>
      </p:sp>
      <p:sp>
        <p:nvSpPr>
          <p:cNvPr id="121" name="Rechteck 120">
            <a:extLst>
              <a:ext uri="{FF2B5EF4-FFF2-40B4-BE49-F238E27FC236}">
                <a16:creationId xmlns:a16="http://schemas.microsoft.com/office/drawing/2014/main" id="{03BC9655-F5FD-440E-959D-F56B6B32951D}"/>
              </a:ext>
            </a:extLst>
          </p:cNvPr>
          <p:cNvSpPr/>
          <p:nvPr/>
        </p:nvSpPr>
        <p:spPr>
          <a:xfrm>
            <a:off x="6588000" y="256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Member Name</a:t>
            </a:r>
          </a:p>
        </p:txBody>
      </p:sp>
      <p:sp>
        <p:nvSpPr>
          <p:cNvPr id="124" name="Rechteck 123">
            <a:extLst>
              <a:ext uri="{FF2B5EF4-FFF2-40B4-BE49-F238E27FC236}">
                <a16:creationId xmlns:a16="http://schemas.microsoft.com/office/drawing/2014/main" id="{15F960E5-E2ED-434B-AB5A-3AC5F70F4679}"/>
              </a:ext>
            </a:extLst>
          </p:cNvPr>
          <p:cNvSpPr/>
          <p:nvPr/>
        </p:nvSpPr>
        <p:spPr>
          <a:xfrm>
            <a:off x="6588000" y="292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a:t>
            </a:r>
          </a:p>
        </p:txBody>
      </p:sp>
      <p:sp>
        <p:nvSpPr>
          <p:cNvPr id="125" name="Rechteck 124">
            <a:extLst>
              <a:ext uri="{FF2B5EF4-FFF2-40B4-BE49-F238E27FC236}">
                <a16:creationId xmlns:a16="http://schemas.microsoft.com/office/drawing/2014/main" id="{53607AE4-33E1-487E-B5EF-B34F216A59B1}"/>
              </a:ext>
            </a:extLst>
          </p:cNvPr>
          <p:cNvSpPr/>
          <p:nvPr/>
        </p:nvSpPr>
        <p:spPr>
          <a:xfrm>
            <a:off x="6588000" y="3285000"/>
            <a:ext cx="115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a:t>
            </a:r>
          </a:p>
        </p:txBody>
      </p:sp>
      <p:sp>
        <p:nvSpPr>
          <p:cNvPr id="126" name="Rechteck 125">
            <a:extLst>
              <a:ext uri="{FF2B5EF4-FFF2-40B4-BE49-F238E27FC236}">
                <a16:creationId xmlns:a16="http://schemas.microsoft.com/office/drawing/2014/main" id="{E7AE17C7-355C-4977-B5E5-0A3CB3BF34E3}"/>
              </a:ext>
            </a:extLst>
          </p:cNvPr>
          <p:cNvSpPr/>
          <p:nvPr/>
        </p:nvSpPr>
        <p:spPr>
          <a:xfrm>
            <a:off x="828000" y="3069000"/>
            <a:ext cx="136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a:t>
            </a:r>
          </a:p>
        </p:txBody>
      </p:sp>
      <p:sp>
        <p:nvSpPr>
          <p:cNvPr id="127" name="Rechteck 126">
            <a:extLst>
              <a:ext uri="{FF2B5EF4-FFF2-40B4-BE49-F238E27FC236}">
                <a16:creationId xmlns:a16="http://schemas.microsoft.com/office/drawing/2014/main" id="{6FC6AD87-0A94-49DF-9B70-55103B70F884}"/>
              </a:ext>
            </a:extLst>
          </p:cNvPr>
          <p:cNvSpPr/>
          <p:nvPr/>
        </p:nvSpPr>
        <p:spPr>
          <a:xfrm>
            <a:off x="4788000" y="3069000"/>
            <a:ext cx="136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a:t>
            </a:r>
          </a:p>
        </p:txBody>
      </p:sp>
      <p:sp>
        <p:nvSpPr>
          <p:cNvPr id="128" name="Rechteck 127">
            <a:extLst>
              <a:ext uri="{FF2B5EF4-FFF2-40B4-BE49-F238E27FC236}">
                <a16:creationId xmlns:a16="http://schemas.microsoft.com/office/drawing/2014/main" id="{52AF3196-AF46-479C-AB9C-3CCCC02DF404}"/>
              </a:ext>
            </a:extLst>
          </p:cNvPr>
          <p:cNvSpPr/>
          <p:nvPr/>
        </p:nvSpPr>
        <p:spPr>
          <a:xfrm>
            <a:off x="4428000" y="1413000"/>
            <a:ext cx="1728000" cy="288000"/>
          </a:xfrm>
          <a:prstGeom prst="rect">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My Accounts</a:t>
            </a:r>
          </a:p>
        </p:txBody>
      </p:sp>
      <p:sp>
        <p:nvSpPr>
          <p:cNvPr id="129" name="Rechteck 128">
            <a:extLst>
              <a:ext uri="{FF2B5EF4-FFF2-40B4-BE49-F238E27FC236}">
                <a16:creationId xmlns:a16="http://schemas.microsoft.com/office/drawing/2014/main" id="{664B5EB9-D1B1-4781-8B9F-DE711926743C}"/>
              </a:ext>
            </a:extLst>
          </p:cNvPr>
          <p:cNvSpPr/>
          <p:nvPr/>
        </p:nvSpPr>
        <p:spPr>
          <a:xfrm>
            <a:off x="4428000" y="1197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rPr>
              <a:t>Zero Members Variables</a:t>
            </a:r>
          </a:p>
        </p:txBody>
      </p:sp>
      <p:sp>
        <p:nvSpPr>
          <p:cNvPr id="130" name="Rechteck 129">
            <a:extLst>
              <a:ext uri="{FF2B5EF4-FFF2-40B4-BE49-F238E27FC236}">
                <a16:creationId xmlns:a16="http://schemas.microsoft.com/office/drawing/2014/main" id="{66E235CC-E737-4AF1-AED3-DF9A28195D4D}"/>
              </a:ext>
            </a:extLst>
          </p:cNvPr>
          <p:cNvSpPr/>
          <p:nvPr/>
        </p:nvSpPr>
        <p:spPr>
          <a:xfrm>
            <a:off x="4428000" y="1701000"/>
            <a:ext cx="1512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dirty="0">
                <a:solidFill>
                  <a:schemeClr val="tx1"/>
                </a:solidFill>
              </a:rPr>
              <a:t>Like simple variables, but associated with 0 members</a:t>
            </a:r>
          </a:p>
        </p:txBody>
      </p:sp>
      <p:sp>
        <p:nvSpPr>
          <p:cNvPr id="131" name="Rechteck 130">
            <a:extLst>
              <a:ext uri="{FF2B5EF4-FFF2-40B4-BE49-F238E27FC236}">
                <a16:creationId xmlns:a16="http://schemas.microsoft.com/office/drawing/2014/main" id="{86674185-551B-4EBF-AD25-791BE31328D9}"/>
              </a:ext>
            </a:extLst>
          </p:cNvPr>
          <p:cNvSpPr/>
          <p:nvPr/>
        </p:nvSpPr>
        <p:spPr>
          <a:xfrm>
            <a:off x="2700000" y="4365000"/>
            <a:ext cx="58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Local variables can be made accessible to further functions using </a:t>
            </a:r>
            <a:r>
              <a:rPr lang="en-US" sz="1200" b="1" dirty="0">
                <a:solidFill>
                  <a:schemeClr val="tx1"/>
                </a:solidFill>
              </a:rPr>
              <a:t>regional</a:t>
            </a:r>
            <a:r>
              <a:rPr lang="en-US" sz="1200" dirty="0">
                <a:solidFill>
                  <a:schemeClr val="tx1"/>
                </a:solidFill>
              </a:rPr>
              <a:t>(…)</a:t>
            </a:r>
          </a:p>
        </p:txBody>
      </p:sp>
      <p:sp>
        <p:nvSpPr>
          <p:cNvPr id="132" name="Rechteck 131">
            <a:extLst>
              <a:ext uri="{FF2B5EF4-FFF2-40B4-BE49-F238E27FC236}">
                <a16:creationId xmlns:a16="http://schemas.microsoft.com/office/drawing/2014/main" id="{4F7391EF-7FF2-45F3-A787-211B1402DFEA}"/>
              </a:ext>
            </a:extLst>
          </p:cNvPr>
          <p:cNvSpPr/>
          <p:nvPr/>
        </p:nvSpPr>
        <p:spPr>
          <a:xfrm>
            <a:off x="2700000" y="4077000"/>
            <a:ext cx="58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Variables defined locally in inside user-defined functions and procedures</a:t>
            </a:r>
          </a:p>
        </p:txBody>
      </p:sp>
      <p:sp>
        <p:nvSpPr>
          <p:cNvPr id="133" name="Rechteck 132">
            <a:extLst>
              <a:ext uri="{FF2B5EF4-FFF2-40B4-BE49-F238E27FC236}">
                <a16:creationId xmlns:a16="http://schemas.microsoft.com/office/drawing/2014/main" id="{7500411B-2F12-4268-A9EB-494D30033C31}"/>
              </a:ext>
            </a:extLst>
          </p:cNvPr>
          <p:cNvSpPr/>
          <p:nvPr/>
        </p:nvSpPr>
        <p:spPr>
          <a:xfrm>
            <a:off x="2700000" y="4653000"/>
            <a:ext cx="58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Variables accessible all time from anywhere in the program code</a:t>
            </a:r>
          </a:p>
        </p:txBody>
      </p:sp>
      <p:sp>
        <p:nvSpPr>
          <p:cNvPr id="134" name="Rechteck 133">
            <a:extLst>
              <a:ext uri="{FF2B5EF4-FFF2-40B4-BE49-F238E27FC236}">
                <a16:creationId xmlns:a16="http://schemas.microsoft.com/office/drawing/2014/main" id="{3CDF3E06-5EEC-4DB9-A4C6-586AD58DC7C9}"/>
              </a:ext>
            </a:extLst>
          </p:cNvPr>
          <p:cNvSpPr/>
          <p:nvPr/>
        </p:nvSpPr>
        <p:spPr>
          <a:xfrm>
            <a:off x="2700000" y="4941000"/>
            <a:ext cx="583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Reserved variables, globally accessible.  Some access restrictions apply.</a:t>
            </a:r>
          </a:p>
        </p:txBody>
      </p:sp>
      <p:sp>
        <p:nvSpPr>
          <p:cNvPr id="135" name="Rechteck 134">
            <a:extLst>
              <a:ext uri="{FF2B5EF4-FFF2-40B4-BE49-F238E27FC236}">
                <a16:creationId xmlns:a16="http://schemas.microsoft.com/office/drawing/2014/main" id="{5FC280AD-1F25-4164-9E1F-205D0794CD27}"/>
              </a:ext>
            </a:extLst>
          </p:cNvPr>
          <p:cNvSpPr/>
          <p:nvPr/>
        </p:nvSpPr>
        <p:spPr>
          <a:xfrm>
            <a:off x="2268000" y="1413000"/>
            <a:ext cx="1512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dirty="0">
                <a:solidFill>
                  <a:schemeClr val="tx1"/>
                </a:solidFill>
              </a:rPr>
              <a:t>Base Variable Name</a:t>
            </a:r>
          </a:p>
        </p:txBody>
      </p:sp>
      <p:sp>
        <p:nvSpPr>
          <p:cNvPr id="136" name="Rechteck 135">
            <a:extLst>
              <a:ext uri="{FF2B5EF4-FFF2-40B4-BE49-F238E27FC236}">
                <a16:creationId xmlns:a16="http://schemas.microsoft.com/office/drawing/2014/main" id="{77551AC2-6B8E-4C0F-8797-CC45560EFF21}"/>
              </a:ext>
            </a:extLst>
          </p:cNvPr>
          <p:cNvSpPr/>
          <p:nvPr/>
        </p:nvSpPr>
        <p:spPr>
          <a:xfrm>
            <a:off x="6228000" y="1413000"/>
            <a:ext cx="1512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dirty="0">
                <a:solidFill>
                  <a:schemeClr val="tx1"/>
                </a:solidFill>
              </a:rPr>
              <a:t>Base Variable Name</a:t>
            </a:r>
          </a:p>
        </p:txBody>
      </p:sp>
      <p:sp>
        <p:nvSpPr>
          <p:cNvPr id="137" name="Rechteck 136">
            <a:extLst>
              <a:ext uri="{FF2B5EF4-FFF2-40B4-BE49-F238E27FC236}">
                <a16:creationId xmlns:a16="http://schemas.microsoft.com/office/drawing/2014/main" id="{1FEB9D5D-B435-47F5-8BAC-4522C256C21E}"/>
              </a:ext>
            </a:extLst>
          </p:cNvPr>
          <p:cNvSpPr/>
          <p:nvPr/>
        </p:nvSpPr>
        <p:spPr>
          <a:xfrm>
            <a:off x="396000" y="837000"/>
            <a:ext cx="2232000" cy="28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Variable Forms</a:t>
            </a:r>
          </a:p>
        </p:txBody>
      </p:sp>
      <p:sp>
        <p:nvSpPr>
          <p:cNvPr id="138" name="Rechteck 137">
            <a:extLst>
              <a:ext uri="{FF2B5EF4-FFF2-40B4-BE49-F238E27FC236}">
                <a16:creationId xmlns:a16="http://schemas.microsoft.com/office/drawing/2014/main" id="{AC7B4E1E-5B7B-4BA5-B8F0-7A81C67BC828}"/>
              </a:ext>
            </a:extLst>
          </p:cNvPr>
          <p:cNvSpPr/>
          <p:nvPr/>
        </p:nvSpPr>
        <p:spPr>
          <a:xfrm rot="16200000">
            <a:off x="0" y="3033000"/>
            <a:ext cx="1224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dirty="0">
                <a:solidFill>
                  <a:schemeClr val="tx1"/>
                </a:solidFill>
              </a:rPr>
              <a:t>Members</a:t>
            </a:r>
          </a:p>
        </p:txBody>
      </p:sp>
      <p:sp>
        <p:nvSpPr>
          <p:cNvPr id="139" name="Rechteck 138">
            <a:extLst>
              <a:ext uri="{FF2B5EF4-FFF2-40B4-BE49-F238E27FC236}">
                <a16:creationId xmlns:a16="http://schemas.microsoft.com/office/drawing/2014/main" id="{95ADC085-2DC5-4678-89CA-9818B81AF463}"/>
              </a:ext>
            </a:extLst>
          </p:cNvPr>
          <p:cNvSpPr/>
          <p:nvPr/>
        </p:nvSpPr>
        <p:spPr>
          <a:xfrm rot="16200000">
            <a:off x="4032000" y="3033000"/>
            <a:ext cx="1224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dirty="0">
                <a:solidFill>
                  <a:schemeClr val="tx1"/>
                </a:solidFill>
              </a:rPr>
              <a:t>Members</a:t>
            </a:r>
          </a:p>
        </p:txBody>
      </p:sp>
      <p:sp>
        <p:nvSpPr>
          <p:cNvPr id="140" name="Rechteck 139">
            <a:extLst>
              <a:ext uri="{FF2B5EF4-FFF2-40B4-BE49-F238E27FC236}">
                <a16:creationId xmlns:a16="http://schemas.microsoft.com/office/drawing/2014/main" id="{F61C16DB-80F9-4B61-981D-2B4320A3A0DC}"/>
              </a:ext>
            </a:extLst>
          </p:cNvPr>
          <p:cNvSpPr/>
          <p:nvPr/>
        </p:nvSpPr>
        <p:spPr>
          <a:xfrm>
            <a:off x="4428000" y="5805000"/>
            <a:ext cx="2088000" cy="288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Protection Settings</a:t>
            </a:r>
          </a:p>
        </p:txBody>
      </p:sp>
      <p:sp>
        <p:nvSpPr>
          <p:cNvPr id="141" name="Rechteck 140">
            <a:extLst>
              <a:ext uri="{FF2B5EF4-FFF2-40B4-BE49-F238E27FC236}">
                <a16:creationId xmlns:a16="http://schemas.microsoft.com/office/drawing/2014/main" id="{32BE120D-3045-4462-8DE4-38EAFDB2F6D3}"/>
              </a:ext>
            </a:extLst>
          </p:cNvPr>
          <p:cNvSpPr/>
          <p:nvPr/>
        </p:nvSpPr>
        <p:spPr>
          <a:xfrm>
            <a:off x="468000" y="5805000"/>
            <a:ext cx="2088000" cy="288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References to Variables</a:t>
            </a:r>
          </a:p>
        </p:txBody>
      </p:sp>
      <p:sp>
        <p:nvSpPr>
          <p:cNvPr id="3" name="Rechteck 2">
            <a:extLst>
              <a:ext uri="{FF2B5EF4-FFF2-40B4-BE49-F238E27FC236}">
                <a16:creationId xmlns:a16="http://schemas.microsoft.com/office/drawing/2014/main" id="{791B3492-49E5-4EAB-AB2D-4735FA5554D6}"/>
              </a:ext>
            </a:extLst>
          </p:cNvPr>
          <p:cNvSpPr/>
          <p:nvPr/>
        </p:nvSpPr>
        <p:spPr>
          <a:xfrm>
            <a:off x="396000" y="1125000"/>
            <a:ext cx="8208000" cy="2448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42" name="Rechteck 141">
            <a:extLst>
              <a:ext uri="{FF2B5EF4-FFF2-40B4-BE49-F238E27FC236}">
                <a16:creationId xmlns:a16="http://schemas.microsoft.com/office/drawing/2014/main" id="{70DC3E93-A1DB-41B8-BBC5-831CFAC38B7B}"/>
              </a:ext>
            </a:extLst>
          </p:cNvPr>
          <p:cNvSpPr/>
          <p:nvPr/>
        </p:nvSpPr>
        <p:spPr>
          <a:xfrm>
            <a:off x="396000" y="4005000"/>
            <a:ext cx="8208000" cy="122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43" name="Rechteck 142">
            <a:extLst>
              <a:ext uri="{FF2B5EF4-FFF2-40B4-BE49-F238E27FC236}">
                <a16:creationId xmlns:a16="http://schemas.microsoft.com/office/drawing/2014/main" id="{1CB939A9-FD43-4646-B5C4-15FDE88BF907}"/>
              </a:ext>
            </a:extLst>
          </p:cNvPr>
          <p:cNvSpPr/>
          <p:nvPr/>
        </p:nvSpPr>
        <p:spPr>
          <a:xfrm>
            <a:off x="396000" y="5373000"/>
            <a:ext cx="2160000" cy="28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Other Features</a:t>
            </a:r>
          </a:p>
        </p:txBody>
      </p:sp>
      <p:sp>
        <p:nvSpPr>
          <p:cNvPr id="144" name="Rechteck 143">
            <a:extLst>
              <a:ext uri="{FF2B5EF4-FFF2-40B4-BE49-F238E27FC236}">
                <a16:creationId xmlns:a16="http://schemas.microsoft.com/office/drawing/2014/main" id="{941A02E5-EF2F-4475-BF2C-129AEE8B6E62}"/>
              </a:ext>
            </a:extLst>
          </p:cNvPr>
          <p:cNvSpPr/>
          <p:nvPr/>
        </p:nvSpPr>
        <p:spPr>
          <a:xfrm>
            <a:off x="396000" y="5661000"/>
            <a:ext cx="8208000" cy="648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46" name="Rechteck 145">
            <a:extLst>
              <a:ext uri="{FF2B5EF4-FFF2-40B4-BE49-F238E27FC236}">
                <a16:creationId xmlns:a16="http://schemas.microsoft.com/office/drawing/2014/main" id="{90CA9FC4-F5F0-4562-A436-935C389A3F88}"/>
              </a:ext>
            </a:extLst>
          </p:cNvPr>
          <p:cNvSpPr/>
          <p:nvPr/>
        </p:nvSpPr>
        <p:spPr>
          <a:xfrm>
            <a:off x="2628000" y="5661000"/>
            <a:ext cx="2016000" cy="64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Create simple references</a:t>
            </a:r>
          </a:p>
          <a:p>
            <a:r>
              <a:rPr lang="en-US" sz="1200" dirty="0">
                <a:solidFill>
                  <a:schemeClr val="tx1"/>
                </a:solidFill>
              </a:rPr>
              <a:t>to access existing</a:t>
            </a:r>
          </a:p>
          <a:p>
            <a:r>
              <a:rPr lang="en-US" sz="1200" dirty="0">
                <a:solidFill>
                  <a:schemeClr val="tx1"/>
                </a:solidFill>
              </a:rPr>
              <a:t>variables</a:t>
            </a:r>
          </a:p>
        </p:txBody>
      </p:sp>
      <p:sp>
        <p:nvSpPr>
          <p:cNvPr id="147" name="Rechteck 146">
            <a:extLst>
              <a:ext uri="{FF2B5EF4-FFF2-40B4-BE49-F238E27FC236}">
                <a16:creationId xmlns:a16="http://schemas.microsoft.com/office/drawing/2014/main" id="{5F92431B-D8F5-48B3-BAEF-513C7191DFC2}"/>
              </a:ext>
            </a:extLst>
          </p:cNvPr>
          <p:cNvSpPr/>
          <p:nvPr/>
        </p:nvSpPr>
        <p:spPr>
          <a:xfrm>
            <a:off x="6588000" y="5661000"/>
            <a:ext cx="2016000" cy="64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rPr>
              <a:t>Apply protection settings</a:t>
            </a:r>
          </a:p>
          <a:p>
            <a:r>
              <a:rPr lang="en-US" sz="1200" dirty="0">
                <a:solidFill>
                  <a:schemeClr val="tx1"/>
                </a:solidFill>
              </a:rPr>
              <a:t>in order to avoid</a:t>
            </a:r>
          </a:p>
          <a:p>
            <a:r>
              <a:rPr lang="en-US" sz="1200" dirty="0">
                <a:solidFill>
                  <a:schemeClr val="tx1"/>
                </a:solidFill>
              </a:rPr>
              <a:t>accidental problems</a:t>
            </a:r>
          </a:p>
        </p:txBody>
      </p:sp>
    </p:spTree>
    <p:extLst>
      <p:ext uri="{BB962C8B-B14F-4D97-AF65-F5344CB8AC3E}">
        <p14:creationId xmlns:p14="http://schemas.microsoft.com/office/powerpoint/2010/main" val="3613540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1" name="Gerade Verbindung mit Pfeil 60">
            <a:extLst>
              <a:ext uri="{FF2B5EF4-FFF2-40B4-BE49-F238E27FC236}">
                <a16:creationId xmlns:a16="http://schemas.microsoft.com/office/drawing/2014/main" id="{C430D2CC-2AA6-4E4D-9838-C7CFA7BD9803}"/>
              </a:ext>
            </a:extLst>
          </p:cNvPr>
          <p:cNvCxnSpPr>
            <a:cxnSpLocks/>
          </p:cNvCxnSpPr>
          <p:nvPr/>
        </p:nvCxnSpPr>
        <p:spPr>
          <a:xfrm>
            <a:off x="5220000" y="4005000"/>
            <a:ext cx="1368000" cy="165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Gerade Verbindung mit Pfeil 58">
            <a:extLst>
              <a:ext uri="{FF2B5EF4-FFF2-40B4-BE49-F238E27FC236}">
                <a16:creationId xmlns:a16="http://schemas.microsoft.com/office/drawing/2014/main" id="{AF61FCA3-65F3-40C8-822C-E107E29A282C}"/>
              </a:ext>
            </a:extLst>
          </p:cNvPr>
          <p:cNvCxnSpPr>
            <a:cxnSpLocks/>
          </p:cNvCxnSpPr>
          <p:nvPr/>
        </p:nvCxnSpPr>
        <p:spPr>
          <a:xfrm>
            <a:off x="4716000" y="4005000"/>
            <a:ext cx="0" cy="165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title"/>
          </p:nvPr>
        </p:nvSpPr>
        <p:spPr/>
        <p:txBody>
          <a:bodyPr/>
          <a:lstStyle/>
          <a:p>
            <a:r>
              <a:rPr lang="en-US"/>
              <a:t>Functions Overview</a:t>
            </a:r>
            <a:br>
              <a:rPr lang="en-US"/>
            </a:br>
            <a:endParaRPr lang="en-US"/>
          </a:p>
        </p:txBody>
      </p:sp>
      <p:sp>
        <p:nvSpPr>
          <p:cNvPr id="35" name="Rechteck 34">
            <a:extLst>
              <a:ext uri="{FF2B5EF4-FFF2-40B4-BE49-F238E27FC236}">
                <a16:creationId xmlns:a16="http://schemas.microsoft.com/office/drawing/2014/main" id="{E6FD1F8A-1E29-4082-BD8E-B68439FB0EC7}"/>
              </a:ext>
            </a:extLst>
          </p:cNvPr>
          <p:cNvSpPr/>
          <p:nvPr/>
        </p:nvSpPr>
        <p:spPr>
          <a:xfrm>
            <a:off x="972000" y="765000"/>
            <a:ext cx="2160000" cy="432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B4P Programs</a:t>
            </a:r>
          </a:p>
        </p:txBody>
      </p:sp>
      <p:sp>
        <p:nvSpPr>
          <p:cNvPr id="37" name="Rechteck 36">
            <a:extLst>
              <a:ext uri="{FF2B5EF4-FFF2-40B4-BE49-F238E27FC236}">
                <a16:creationId xmlns:a16="http://schemas.microsoft.com/office/drawing/2014/main" id="{6E1BCBB0-D175-4259-B26F-C597A81DC306}"/>
              </a:ext>
            </a:extLst>
          </p:cNvPr>
          <p:cNvSpPr/>
          <p:nvPr/>
        </p:nvSpPr>
        <p:spPr>
          <a:xfrm>
            <a:off x="3420000" y="765000"/>
            <a:ext cx="2160000" cy="432000"/>
          </a:xfrm>
          <a:prstGeom prst="rect">
            <a:avLst/>
          </a:prstGeom>
          <a:solidFill>
            <a:srgbClr val="C3C2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Block</a:t>
            </a:r>
          </a:p>
        </p:txBody>
      </p:sp>
      <p:sp>
        <p:nvSpPr>
          <p:cNvPr id="39" name="Rechteck 38">
            <a:extLst>
              <a:ext uri="{FF2B5EF4-FFF2-40B4-BE49-F238E27FC236}">
                <a16:creationId xmlns:a16="http://schemas.microsoft.com/office/drawing/2014/main" id="{3DE79C33-9C3E-4819-BD35-A6EAA83F0B65}"/>
              </a:ext>
            </a:extLst>
          </p:cNvPr>
          <p:cNvSpPr/>
          <p:nvPr/>
        </p:nvSpPr>
        <p:spPr>
          <a:xfrm>
            <a:off x="5868000" y="765000"/>
            <a:ext cx="2160000" cy="432000"/>
          </a:xfrm>
          <a:prstGeom prst="rect">
            <a:avLst/>
          </a:prstGeom>
          <a:solidFill>
            <a:srgbClr val="C3C2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200" b="1" dirty="0">
                <a:solidFill>
                  <a:schemeClr val="tx1"/>
                </a:solidFill>
              </a:rPr>
              <a:t>Statement</a:t>
            </a:r>
          </a:p>
        </p:txBody>
      </p:sp>
      <p:sp>
        <p:nvSpPr>
          <p:cNvPr id="43" name="Rechteck 42">
            <a:extLst>
              <a:ext uri="{FF2B5EF4-FFF2-40B4-BE49-F238E27FC236}">
                <a16:creationId xmlns:a16="http://schemas.microsoft.com/office/drawing/2014/main" id="{9746CE75-FD5E-40C8-929C-8E593A67016C}"/>
              </a:ext>
            </a:extLst>
          </p:cNvPr>
          <p:cNvSpPr/>
          <p:nvPr/>
        </p:nvSpPr>
        <p:spPr>
          <a:xfrm>
            <a:off x="3708000" y="1629847"/>
            <a:ext cx="1728000" cy="432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Assignments</a:t>
            </a:r>
          </a:p>
        </p:txBody>
      </p:sp>
      <p:sp>
        <p:nvSpPr>
          <p:cNvPr id="45" name="Rechteck 44">
            <a:extLst>
              <a:ext uri="{FF2B5EF4-FFF2-40B4-BE49-F238E27FC236}">
                <a16:creationId xmlns:a16="http://schemas.microsoft.com/office/drawing/2014/main" id="{1001E8B8-A0F6-445F-B5B1-9C80B6D9597F}"/>
              </a:ext>
            </a:extLst>
          </p:cNvPr>
          <p:cNvSpPr/>
          <p:nvPr/>
        </p:nvSpPr>
        <p:spPr>
          <a:xfrm>
            <a:off x="5508000" y="1629847"/>
            <a:ext cx="1728000" cy="432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Standalone</a:t>
            </a:r>
          </a:p>
          <a:p>
            <a:r>
              <a:rPr lang="en-US" sz="1200" b="1" dirty="0">
                <a:solidFill>
                  <a:schemeClr val="tx1"/>
                </a:solidFill>
              </a:rPr>
              <a:t>Ad-Hoc Operations</a:t>
            </a:r>
          </a:p>
        </p:txBody>
      </p:sp>
      <p:sp>
        <p:nvSpPr>
          <p:cNvPr id="46" name="Rechteck 45">
            <a:extLst>
              <a:ext uri="{FF2B5EF4-FFF2-40B4-BE49-F238E27FC236}">
                <a16:creationId xmlns:a16="http://schemas.microsoft.com/office/drawing/2014/main" id="{092E4CD3-7EEF-4BE3-9288-2551EFE145C9}"/>
              </a:ext>
            </a:extLst>
          </p:cNvPr>
          <p:cNvSpPr/>
          <p:nvPr/>
        </p:nvSpPr>
        <p:spPr>
          <a:xfrm>
            <a:off x="7308000" y="1629847"/>
            <a:ext cx="1728000" cy="432000"/>
          </a:xfrm>
          <a:prstGeom prst="rect">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Transactions</a:t>
            </a:r>
          </a:p>
        </p:txBody>
      </p:sp>
      <p:sp>
        <p:nvSpPr>
          <p:cNvPr id="47" name="Rechteck 46">
            <a:extLst>
              <a:ext uri="{FF2B5EF4-FFF2-40B4-BE49-F238E27FC236}">
                <a16:creationId xmlns:a16="http://schemas.microsoft.com/office/drawing/2014/main" id="{B0B8E2A1-27CC-4395-94ED-4E17733B66E8}"/>
              </a:ext>
            </a:extLst>
          </p:cNvPr>
          <p:cNvSpPr/>
          <p:nvPr/>
        </p:nvSpPr>
        <p:spPr>
          <a:xfrm>
            <a:off x="108000" y="1629847"/>
            <a:ext cx="1728000" cy="432000"/>
          </a:xfrm>
          <a:prstGeom prst="rect">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Procedure Calls</a:t>
            </a:r>
          </a:p>
        </p:txBody>
      </p:sp>
      <p:sp>
        <p:nvSpPr>
          <p:cNvPr id="54" name="Rechteck 53">
            <a:extLst>
              <a:ext uri="{FF2B5EF4-FFF2-40B4-BE49-F238E27FC236}">
                <a16:creationId xmlns:a16="http://schemas.microsoft.com/office/drawing/2014/main" id="{481A2274-F4BB-44ED-A009-B97EC6ED0B43}"/>
              </a:ext>
            </a:extLst>
          </p:cNvPr>
          <p:cNvSpPr/>
          <p:nvPr/>
        </p:nvSpPr>
        <p:spPr>
          <a:xfrm>
            <a:off x="3708000" y="2853847"/>
            <a:ext cx="1728000" cy="432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Expressions</a:t>
            </a:r>
          </a:p>
        </p:txBody>
      </p:sp>
      <p:sp>
        <p:nvSpPr>
          <p:cNvPr id="99" name="Rechteck 98">
            <a:extLst>
              <a:ext uri="{FF2B5EF4-FFF2-40B4-BE49-F238E27FC236}">
                <a16:creationId xmlns:a16="http://schemas.microsoft.com/office/drawing/2014/main" id="{927F121B-F8B4-4D44-A46D-641D9B714E05}"/>
              </a:ext>
            </a:extLst>
          </p:cNvPr>
          <p:cNvSpPr/>
          <p:nvPr/>
        </p:nvSpPr>
        <p:spPr>
          <a:xfrm>
            <a:off x="1908000" y="1629000"/>
            <a:ext cx="1728000" cy="432000"/>
          </a:xfrm>
          <a:prstGeom prst="rect">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Flow Control</a:t>
            </a:r>
          </a:p>
          <a:p>
            <a:r>
              <a:rPr lang="en-US" sz="1200" b="1" dirty="0">
                <a:solidFill>
                  <a:schemeClr val="tx1"/>
                </a:solidFill>
              </a:rPr>
              <a:t>Procedure Calls</a:t>
            </a:r>
          </a:p>
        </p:txBody>
      </p:sp>
      <p:sp>
        <p:nvSpPr>
          <p:cNvPr id="105" name="Rechteck 104">
            <a:extLst>
              <a:ext uri="{FF2B5EF4-FFF2-40B4-BE49-F238E27FC236}">
                <a16:creationId xmlns:a16="http://schemas.microsoft.com/office/drawing/2014/main" id="{4DF3F716-9AA0-4699-8C65-2A4CB9997650}"/>
              </a:ext>
            </a:extLst>
          </p:cNvPr>
          <p:cNvSpPr/>
          <p:nvPr/>
        </p:nvSpPr>
        <p:spPr>
          <a:xfrm>
            <a:off x="108000" y="2061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Function Name </a:t>
            </a:r>
          </a:p>
          <a:p>
            <a:r>
              <a:rPr lang="en-US" sz="1000" dirty="0">
                <a:solidFill>
                  <a:schemeClr val="tx1"/>
                </a:solidFill>
              </a:rPr>
              <a:t>+ Opt. Function Parameters</a:t>
            </a:r>
          </a:p>
        </p:txBody>
      </p:sp>
      <p:sp>
        <p:nvSpPr>
          <p:cNvPr id="113" name="Rechteck 112">
            <a:extLst>
              <a:ext uri="{FF2B5EF4-FFF2-40B4-BE49-F238E27FC236}">
                <a16:creationId xmlns:a16="http://schemas.microsoft.com/office/drawing/2014/main" id="{69E15E5F-9525-4135-821B-6CDE0D1CB24D}"/>
              </a:ext>
            </a:extLst>
          </p:cNvPr>
          <p:cNvSpPr/>
          <p:nvPr/>
        </p:nvSpPr>
        <p:spPr>
          <a:xfrm>
            <a:off x="3420000" y="981000"/>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000" dirty="0">
                <a:solidFill>
                  <a:schemeClr val="tx1"/>
                </a:solidFill>
              </a:rPr>
              <a:t>{ Statement; … }</a:t>
            </a:r>
          </a:p>
        </p:txBody>
      </p:sp>
      <p:cxnSp>
        <p:nvCxnSpPr>
          <p:cNvPr id="114" name="Gerade Verbindung mit Pfeil 113">
            <a:extLst>
              <a:ext uri="{FF2B5EF4-FFF2-40B4-BE49-F238E27FC236}">
                <a16:creationId xmlns:a16="http://schemas.microsoft.com/office/drawing/2014/main" id="{DC2FC9AC-EC14-43A0-AB3C-158A9F3C0158}"/>
              </a:ext>
            </a:extLst>
          </p:cNvPr>
          <p:cNvCxnSpPr>
            <a:cxnSpLocks/>
          </p:cNvCxnSpPr>
          <p:nvPr/>
        </p:nvCxnSpPr>
        <p:spPr>
          <a:xfrm>
            <a:off x="5436000" y="981000"/>
            <a:ext cx="43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Rechteck 117">
            <a:extLst>
              <a:ext uri="{FF2B5EF4-FFF2-40B4-BE49-F238E27FC236}">
                <a16:creationId xmlns:a16="http://schemas.microsoft.com/office/drawing/2014/main" id="{3026E471-369F-4FC4-A626-9F4F4AF835F5}"/>
              </a:ext>
            </a:extLst>
          </p:cNvPr>
          <p:cNvSpPr/>
          <p:nvPr/>
        </p:nvSpPr>
        <p:spPr>
          <a:xfrm>
            <a:off x="972000" y="981847"/>
            <a:ext cx="21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ctr"/>
            <a:r>
              <a:rPr lang="en-US" sz="1000" dirty="0">
                <a:solidFill>
                  <a:schemeClr val="tx1"/>
                </a:solidFill>
              </a:rPr>
              <a:t>Blocks and Statements</a:t>
            </a:r>
          </a:p>
        </p:txBody>
      </p:sp>
      <p:cxnSp>
        <p:nvCxnSpPr>
          <p:cNvPr id="124" name="Gerade Verbindung mit Pfeil 123">
            <a:extLst>
              <a:ext uri="{FF2B5EF4-FFF2-40B4-BE49-F238E27FC236}">
                <a16:creationId xmlns:a16="http://schemas.microsoft.com/office/drawing/2014/main" id="{81E93DEE-B453-4DF5-94E8-73BF4C0D46DA}"/>
              </a:ext>
            </a:extLst>
          </p:cNvPr>
          <p:cNvCxnSpPr>
            <a:cxnSpLocks/>
          </p:cNvCxnSpPr>
          <p:nvPr/>
        </p:nvCxnSpPr>
        <p:spPr>
          <a:xfrm>
            <a:off x="2988000" y="981000"/>
            <a:ext cx="43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Gerade Verbindung mit Pfeil 124">
            <a:extLst>
              <a:ext uri="{FF2B5EF4-FFF2-40B4-BE49-F238E27FC236}">
                <a16:creationId xmlns:a16="http://schemas.microsoft.com/office/drawing/2014/main" id="{BC697433-001F-4FF9-8D1D-480698A09F57}"/>
              </a:ext>
            </a:extLst>
          </p:cNvPr>
          <p:cNvCxnSpPr>
            <a:cxnSpLocks/>
          </p:cNvCxnSpPr>
          <p:nvPr/>
        </p:nvCxnSpPr>
        <p:spPr>
          <a:xfrm>
            <a:off x="6660000" y="1197847"/>
            <a:ext cx="0" cy="21600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Gerade Verbindung mit Pfeil 126">
            <a:extLst>
              <a:ext uri="{FF2B5EF4-FFF2-40B4-BE49-F238E27FC236}">
                <a16:creationId xmlns:a16="http://schemas.microsoft.com/office/drawing/2014/main" id="{0DCEEC31-45D2-4933-BB48-F678476B1889}"/>
              </a:ext>
            </a:extLst>
          </p:cNvPr>
          <p:cNvCxnSpPr>
            <a:cxnSpLocks/>
          </p:cNvCxnSpPr>
          <p:nvPr/>
        </p:nvCxnSpPr>
        <p:spPr>
          <a:xfrm>
            <a:off x="972000" y="1413847"/>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Gerade Verbindung mit Pfeil 128">
            <a:extLst>
              <a:ext uri="{FF2B5EF4-FFF2-40B4-BE49-F238E27FC236}">
                <a16:creationId xmlns:a16="http://schemas.microsoft.com/office/drawing/2014/main" id="{C75B3B39-4AEA-48D6-81E0-B1358B326DB5}"/>
              </a:ext>
            </a:extLst>
          </p:cNvPr>
          <p:cNvCxnSpPr>
            <a:cxnSpLocks/>
          </p:cNvCxnSpPr>
          <p:nvPr/>
        </p:nvCxnSpPr>
        <p:spPr>
          <a:xfrm flipH="1">
            <a:off x="972000" y="1413847"/>
            <a:ext cx="7128000"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Gerade Verbindung mit Pfeil 131">
            <a:extLst>
              <a:ext uri="{FF2B5EF4-FFF2-40B4-BE49-F238E27FC236}">
                <a16:creationId xmlns:a16="http://schemas.microsoft.com/office/drawing/2014/main" id="{4F4A6C18-B7F9-4A7C-AA45-B0C3B134EAEA}"/>
              </a:ext>
            </a:extLst>
          </p:cNvPr>
          <p:cNvCxnSpPr>
            <a:cxnSpLocks/>
          </p:cNvCxnSpPr>
          <p:nvPr/>
        </p:nvCxnSpPr>
        <p:spPr>
          <a:xfrm>
            <a:off x="2700000" y="1413847"/>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Gerade Verbindung mit Pfeil 132">
            <a:extLst>
              <a:ext uri="{FF2B5EF4-FFF2-40B4-BE49-F238E27FC236}">
                <a16:creationId xmlns:a16="http://schemas.microsoft.com/office/drawing/2014/main" id="{6FDBC69C-7FF3-499E-9AC2-8DE923A74EAE}"/>
              </a:ext>
            </a:extLst>
          </p:cNvPr>
          <p:cNvCxnSpPr>
            <a:cxnSpLocks/>
          </p:cNvCxnSpPr>
          <p:nvPr/>
        </p:nvCxnSpPr>
        <p:spPr>
          <a:xfrm>
            <a:off x="4428000" y="1413847"/>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Gerade Verbindung mit Pfeil 133">
            <a:extLst>
              <a:ext uri="{FF2B5EF4-FFF2-40B4-BE49-F238E27FC236}">
                <a16:creationId xmlns:a16="http://schemas.microsoft.com/office/drawing/2014/main" id="{630AC9E0-0A12-4266-939B-B4B096667E0F}"/>
              </a:ext>
            </a:extLst>
          </p:cNvPr>
          <p:cNvCxnSpPr>
            <a:cxnSpLocks/>
          </p:cNvCxnSpPr>
          <p:nvPr/>
        </p:nvCxnSpPr>
        <p:spPr>
          <a:xfrm>
            <a:off x="6084000" y="1413847"/>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Gerade Verbindung mit Pfeil 134">
            <a:extLst>
              <a:ext uri="{FF2B5EF4-FFF2-40B4-BE49-F238E27FC236}">
                <a16:creationId xmlns:a16="http://schemas.microsoft.com/office/drawing/2014/main" id="{D7A90912-280E-4192-849B-F6F1E70B37CF}"/>
              </a:ext>
            </a:extLst>
          </p:cNvPr>
          <p:cNvCxnSpPr>
            <a:cxnSpLocks/>
          </p:cNvCxnSpPr>
          <p:nvPr/>
        </p:nvCxnSpPr>
        <p:spPr>
          <a:xfrm>
            <a:off x="8100000" y="1413847"/>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9" name="Rechteck 138">
            <a:extLst>
              <a:ext uri="{FF2B5EF4-FFF2-40B4-BE49-F238E27FC236}">
                <a16:creationId xmlns:a16="http://schemas.microsoft.com/office/drawing/2014/main" id="{55FB7688-9E31-426C-9495-04A457FBABD7}"/>
              </a:ext>
            </a:extLst>
          </p:cNvPr>
          <p:cNvSpPr/>
          <p:nvPr/>
        </p:nvSpPr>
        <p:spPr>
          <a:xfrm>
            <a:off x="1980000" y="2061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(e.g. if, while, for, switch)</a:t>
            </a:r>
          </a:p>
          <a:p>
            <a:r>
              <a:rPr lang="en-US" sz="1000" dirty="0">
                <a:solidFill>
                  <a:schemeClr val="tx1"/>
                </a:solidFill>
              </a:rPr>
              <a:t>Function Name </a:t>
            </a:r>
          </a:p>
          <a:p>
            <a:r>
              <a:rPr lang="en-US" sz="1000" dirty="0">
                <a:solidFill>
                  <a:schemeClr val="tx1"/>
                </a:solidFill>
              </a:rPr>
              <a:t>+ Opt. Function Parameters</a:t>
            </a:r>
          </a:p>
          <a:p>
            <a:r>
              <a:rPr lang="en-US" sz="1000" dirty="0">
                <a:solidFill>
                  <a:schemeClr val="tx1"/>
                </a:solidFill>
              </a:rPr>
              <a:t>+ Statement or Block</a:t>
            </a:r>
          </a:p>
          <a:p>
            <a:r>
              <a:rPr lang="en-US" sz="1000" dirty="0">
                <a:solidFill>
                  <a:schemeClr val="tx1"/>
                </a:solidFill>
              </a:rPr>
              <a:t>+ opt. else </a:t>
            </a:r>
            <a:r>
              <a:rPr lang="en-US" sz="1000" dirty="0" err="1">
                <a:solidFill>
                  <a:schemeClr val="tx1"/>
                </a:solidFill>
              </a:rPr>
              <a:t>Stm’t</a:t>
            </a:r>
            <a:r>
              <a:rPr lang="en-US" sz="1000" dirty="0">
                <a:solidFill>
                  <a:schemeClr val="tx1"/>
                </a:solidFill>
              </a:rPr>
              <a:t> or Block</a:t>
            </a:r>
          </a:p>
        </p:txBody>
      </p:sp>
      <p:sp>
        <p:nvSpPr>
          <p:cNvPr id="140" name="Rechteck 139">
            <a:extLst>
              <a:ext uri="{FF2B5EF4-FFF2-40B4-BE49-F238E27FC236}">
                <a16:creationId xmlns:a16="http://schemas.microsoft.com/office/drawing/2014/main" id="{8AD8071C-3366-4EDD-9325-068A41938395}"/>
              </a:ext>
            </a:extLst>
          </p:cNvPr>
          <p:cNvSpPr/>
          <p:nvPr/>
        </p:nvSpPr>
        <p:spPr>
          <a:xfrm>
            <a:off x="7308000" y="2061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LH Expression</a:t>
            </a:r>
          </a:p>
          <a:p>
            <a:r>
              <a:rPr lang="en-US" sz="1000" dirty="0">
                <a:solidFill>
                  <a:schemeClr val="tx1"/>
                </a:solidFill>
              </a:rPr>
              <a:t>+ Transaction Symbol</a:t>
            </a:r>
          </a:p>
          <a:p>
            <a:r>
              <a:rPr lang="en-US" sz="1000" dirty="0">
                <a:solidFill>
                  <a:schemeClr val="tx1"/>
                </a:solidFill>
              </a:rPr>
              <a:t>+ LH Symbol</a:t>
            </a:r>
          </a:p>
        </p:txBody>
      </p:sp>
      <p:sp>
        <p:nvSpPr>
          <p:cNvPr id="141" name="Rechteck 140">
            <a:extLst>
              <a:ext uri="{FF2B5EF4-FFF2-40B4-BE49-F238E27FC236}">
                <a16:creationId xmlns:a16="http://schemas.microsoft.com/office/drawing/2014/main" id="{C402E5DE-9A39-4EB4-9C01-38DFAE65DEB3}"/>
              </a:ext>
            </a:extLst>
          </p:cNvPr>
          <p:cNvSpPr/>
          <p:nvPr/>
        </p:nvSpPr>
        <p:spPr>
          <a:xfrm>
            <a:off x="5508000" y="2061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Ad Hoc Operator</a:t>
            </a:r>
          </a:p>
          <a:p>
            <a:r>
              <a:rPr lang="en-US" sz="1000" dirty="0">
                <a:solidFill>
                  <a:schemeClr val="tx1"/>
                </a:solidFill>
              </a:rPr>
              <a:t>before or after</a:t>
            </a:r>
          </a:p>
          <a:p>
            <a:r>
              <a:rPr lang="en-US" sz="1000" dirty="0">
                <a:solidFill>
                  <a:schemeClr val="tx1"/>
                </a:solidFill>
              </a:rPr>
              <a:t>LH Expression</a:t>
            </a:r>
          </a:p>
        </p:txBody>
      </p:sp>
      <p:sp>
        <p:nvSpPr>
          <p:cNvPr id="142" name="Rechteck 141">
            <a:extLst>
              <a:ext uri="{FF2B5EF4-FFF2-40B4-BE49-F238E27FC236}">
                <a16:creationId xmlns:a16="http://schemas.microsoft.com/office/drawing/2014/main" id="{EE0E4775-F85F-4A31-B1DF-397622C34EE8}"/>
              </a:ext>
            </a:extLst>
          </p:cNvPr>
          <p:cNvSpPr/>
          <p:nvPr/>
        </p:nvSpPr>
        <p:spPr>
          <a:xfrm>
            <a:off x="3708000" y="2061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LH Expression</a:t>
            </a:r>
          </a:p>
          <a:p>
            <a:r>
              <a:rPr lang="en-US" sz="1000" dirty="0">
                <a:solidFill>
                  <a:schemeClr val="tx1"/>
                </a:solidFill>
              </a:rPr>
              <a:t>+ Assignment Symbol</a:t>
            </a:r>
          </a:p>
          <a:p>
            <a:r>
              <a:rPr lang="en-US" sz="1000" dirty="0">
                <a:solidFill>
                  <a:schemeClr val="tx1"/>
                </a:solidFill>
              </a:rPr>
              <a:t>+ Expression</a:t>
            </a:r>
          </a:p>
        </p:txBody>
      </p:sp>
      <p:sp>
        <p:nvSpPr>
          <p:cNvPr id="143" name="Rechteck 142">
            <a:extLst>
              <a:ext uri="{FF2B5EF4-FFF2-40B4-BE49-F238E27FC236}">
                <a16:creationId xmlns:a16="http://schemas.microsoft.com/office/drawing/2014/main" id="{8411AF6A-9D0F-48E3-821B-BDC20301A245}"/>
              </a:ext>
            </a:extLst>
          </p:cNvPr>
          <p:cNvSpPr/>
          <p:nvPr/>
        </p:nvSpPr>
        <p:spPr>
          <a:xfrm>
            <a:off x="7308000" y="2853847"/>
            <a:ext cx="1728000" cy="432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LH (Left-Hand)</a:t>
            </a:r>
          </a:p>
          <a:p>
            <a:r>
              <a:rPr lang="en-US" sz="1200" b="1" dirty="0">
                <a:solidFill>
                  <a:schemeClr val="tx1"/>
                </a:solidFill>
              </a:rPr>
              <a:t>Expression</a:t>
            </a:r>
          </a:p>
        </p:txBody>
      </p:sp>
      <p:sp>
        <p:nvSpPr>
          <p:cNvPr id="144" name="Rechteck 143">
            <a:extLst>
              <a:ext uri="{FF2B5EF4-FFF2-40B4-BE49-F238E27FC236}">
                <a16:creationId xmlns:a16="http://schemas.microsoft.com/office/drawing/2014/main" id="{B73151BB-F4A6-467E-A640-9461637880B2}"/>
              </a:ext>
            </a:extLst>
          </p:cNvPr>
          <p:cNvSpPr/>
          <p:nvPr/>
        </p:nvSpPr>
        <p:spPr>
          <a:xfrm>
            <a:off x="108000" y="4365000"/>
            <a:ext cx="1728000" cy="432000"/>
          </a:xfrm>
          <a:prstGeom prst="rect">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Function Parameters</a:t>
            </a:r>
          </a:p>
        </p:txBody>
      </p:sp>
      <p:sp>
        <p:nvSpPr>
          <p:cNvPr id="145" name="Rechteck 144">
            <a:extLst>
              <a:ext uri="{FF2B5EF4-FFF2-40B4-BE49-F238E27FC236}">
                <a16:creationId xmlns:a16="http://schemas.microsoft.com/office/drawing/2014/main" id="{F1A6728C-0D0F-437C-9808-6102388D262B}"/>
              </a:ext>
            </a:extLst>
          </p:cNvPr>
          <p:cNvSpPr/>
          <p:nvPr/>
        </p:nvSpPr>
        <p:spPr>
          <a:xfrm>
            <a:off x="108000" y="4797000"/>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In parentheses, separated by commas</a:t>
            </a:r>
          </a:p>
          <a:p>
            <a:r>
              <a:rPr lang="en-US" sz="1000" dirty="0">
                <a:solidFill>
                  <a:schemeClr val="tx1"/>
                </a:solidFill>
              </a:rPr>
              <a:t>- Expression 	 (Input parameter)</a:t>
            </a:r>
          </a:p>
          <a:p>
            <a:r>
              <a:rPr lang="en-US" sz="1000" dirty="0">
                <a:solidFill>
                  <a:schemeClr val="tx1"/>
                </a:solidFill>
              </a:rPr>
              <a:t>- LH Expression (I/O parameter)</a:t>
            </a:r>
          </a:p>
          <a:p>
            <a:r>
              <a:rPr lang="en-US" sz="1000" dirty="0">
                <a:solidFill>
                  <a:schemeClr val="tx1"/>
                </a:solidFill>
              </a:rPr>
              <a:t>- Code Piece</a:t>
            </a:r>
          </a:p>
        </p:txBody>
      </p:sp>
      <p:sp>
        <p:nvSpPr>
          <p:cNvPr id="146" name="Rechteck 145">
            <a:extLst>
              <a:ext uri="{FF2B5EF4-FFF2-40B4-BE49-F238E27FC236}">
                <a16:creationId xmlns:a16="http://schemas.microsoft.com/office/drawing/2014/main" id="{B99A89BB-6C08-4F63-8928-338BD0FA4906}"/>
              </a:ext>
            </a:extLst>
          </p:cNvPr>
          <p:cNvSpPr/>
          <p:nvPr/>
        </p:nvSpPr>
        <p:spPr>
          <a:xfrm>
            <a:off x="7308000" y="3285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 Variable *</a:t>
            </a:r>
          </a:p>
          <a:p>
            <a:r>
              <a:rPr lang="en-US" sz="1000" dirty="0">
                <a:solidFill>
                  <a:schemeClr val="tx1"/>
                </a:solidFill>
              </a:rPr>
              <a:t>- Table reference *</a:t>
            </a:r>
          </a:p>
        </p:txBody>
      </p:sp>
      <p:sp>
        <p:nvSpPr>
          <p:cNvPr id="147" name="Rechteck 146">
            <a:extLst>
              <a:ext uri="{FF2B5EF4-FFF2-40B4-BE49-F238E27FC236}">
                <a16:creationId xmlns:a16="http://schemas.microsoft.com/office/drawing/2014/main" id="{70DCD7E0-78AB-482C-BE6F-E13CED6E8807}"/>
              </a:ext>
            </a:extLst>
          </p:cNvPr>
          <p:cNvSpPr/>
          <p:nvPr/>
        </p:nvSpPr>
        <p:spPr>
          <a:xfrm>
            <a:off x="3348000" y="3285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 Numbers</a:t>
            </a:r>
          </a:p>
          <a:p>
            <a:r>
              <a:rPr lang="en-US" sz="1000" dirty="0">
                <a:solidFill>
                  <a:schemeClr val="tx1"/>
                </a:solidFill>
              </a:rPr>
              <a:t>- Variables *</a:t>
            </a:r>
          </a:p>
          <a:p>
            <a:r>
              <a:rPr lang="en-US" sz="1000" dirty="0">
                <a:solidFill>
                  <a:schemeClr val="tx1"/>
                </a:solidFill>
              </a:rPr>
              <a:t>- Sets</a:t>
            </a:r>
          </a:p>
          <a:p>
            <a:r>
              <a:rPr lang="en-US" sz="1000" dirty="0">
                <a:solidFill>
                  <a:schemeClr val="tx1"/>
                </a:solidFill>
              </a:rPr>
              <a:t>- Calculations and comparisons with operators and parentheses</a:t>
            </a:r>
          </a:p>
        </p:txBody>
      </p:sp>
      <p:sp>
        <p:nvSpPr>
          <p:cNvPr id="148" name="Rechteck 147">
            <a:extLst>
              <a:ext uri="{FF2B5EF4-FFF2-40B4-BE49-F238E27FC236}">
                <a16:creationId xmlns:a16="http://schemas.microsoft.com/office/drawing/2014/main" id="{3DECD778-1762-47B6-ABC2-615C08385F3A}"/>
              </a:ext>
            </a:extLst>
          </p:cNvPr>
          <p:cNvSpPr/>
          <p:nvPr/>
        </p:nvSpPr>
        <p:spPr>
          <a:xfrm>
            <a:off x="5508000" y="4365847"/>
            <a:ext cx="1728000" cy="432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Parameters sets</a:t>
            </a:r>
          </a:p>
        </p:txBody>
      </p:sp>
      <p:sp>
        <p:nvSpPr>
          <p:cNvPr id="149" name="Rechteck 148">
            <a:extLst>
              <a:ext uri="{FF2B5EF4-FFF2-40B4-BE49-F238E27FC236}">
                <a16:creationId xmlns:a16="http://schemas.microsoft.com/office/drawing/2014/main" id="{D956C4D5-AA7A-4731-81FA-AD748E2BB761}"/>
              </a:ext>
            </a:extLst>
          </p:cNvPr>
          <p:cNvSpPr/>
          <p:nvPr/>
        </p:nvSpPr>
        <p:spPr>
          <a:xfrm>
            <a:off x="5508000" y="4797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In braces, separated by commas</a:t>
            </a:r>
          </a:p>
          <a:p>
            <a:r>
              <a:rPr lang="en-US" sz="1000" dirty="0">
                <a:solidFill>
                  <a:schemeClr val="tx1"/>
                </a:solidFill>
              </a:rPr>
              <a:t>- Expression</a:t>
            </a:r>
          </a:p>
        </p:txBody>
      </p:sp>
      <p:sp>
        <p:nvSpPr>
          <p:cNvPr id="150" name="Rechteck 149">
            <a:extLst>
              <a:ext uri="{FF2B5EF4-FFF2-40B4-BE49-F238E27FC236}">
                <a16:creationId xmlns:a16="http://schemas.microsoft.com/office/drawing/2014/main" id="{5998A0C6-2076-4A83-97B6-A83FBD3934F9}"/>
              </a:ext>
            </a:extLst>
          </p:cNvPr>
          <p:cNvSpPr/>
          <p:nvPr/>
        </p:nvSpPr>
        <p:spPr>
          <a:xfrm>
            <a:off x="3708000" y="4365847"/>
            <a:ext cx="1728000" cy="432000"/>
          </a:xfrm>
          <a:prstGeom prst="rect">
            <a:avLst/>
          </a:prstGeom>
          <a:solidFill>
            <a:schemeClr val="accent3">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Function Call</a:t>
            </a:r>
          </a:p>
        </p:txBody>
      </p:sp>
      <p:sp>
        <p:nvSpPr>
          <p:cNvPr id="151" name="Rechteck 150">
            <a:extLst>
              <a:ext uri="{FF2B5EF4-FFF2-40B4-BE49-F238E27FC236}">
                <a16:creationId xmlns:a16="http://schemas.microsoft.com/office/drawing/2014/main" id="{D56037E5-12FD-4878-BE65-656D81FCA390}"/>
              </a:ext>
            </a:extLst>
          </p:cNvPr>
          <p:cNvSpPr/>
          <p:nvPr/>
        </p:nvSpPr>
        <p:spPr>
          <a:xfrm>
            <a:off x="3708000" y="4797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Function Name </a:t>
            </a:r>
          </a:p>
          <a:p>
            <a:r>
              <a:rPr lang="en-US" sz="1000" dirty="0">
                <a:solidFill>
                  <a:schemeClr val="tx1"/>
                </a:solidFill>
              </a:rPr>
              <a:t>+ Opt. Function Parameters</a:t>
            </a:r>
          </a:p>
        </p:txBody>
      </p:sp>
      <p:cxnSp>
        <p:nvCxnSpPr>
          <p:cNvPr id="152" name="Gerade Verbindung mit Pfeil 151">
            <a:extLst>
              <a:ext uri="{FF2B5EF4-FFF2-40B4-BE49-F238E27FC236}">
                <a16:creationId xmlns:a16="http://schemas.microsoft.com/office/drawing/2014/main" id="{BEA02FC8-3441-4539-857C-F7D97D5F1FF5}"/>
              </a:ext>
            </a:extLst>
          </p:cNvPr>
          <p:cNvCxnSpPr>
            <a:cxnSpLocks/>
            <a:stCxn id="105" idx="2"/>
          </p:cNvCxnSpPr>
          <p:nvPr/>
        </p:nvCxnSpPr>
        <p:spPr>
          <a:xfrm>
            <a:off x="972000" y="2493847"/>
            <a:ext cx="0" cy="1871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Gerade Verbindung mit Pfeil 153">
            <a:extLst>
              <a:ext uri="{FF2B5EF4-FFF2-40B4-BE49-F238E27FC236}">
                <a16:creationId xmlns:a16="http://schemas.microsoft.com/office/drawing/2014/main" id="{08C86592-80E2-4833-AD2E-01CFE9AF5FBA}"/>
              </a:ext>
            </a:extLst>
          </p:cNvPr>
          <p:cNvCxnSpPr>
            <a:cxnSpLocks/>
          </p:cNvCxnSpPr>
          <p:nvPr/>
        </p:nvCxnSpPr>
        <p:spPr>
          <a:xfrm flipH="1">
            <a:off x="1836000" y="4581000"/>
            <a:ext cx="1872000" cy="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6" name="Gerade Verbindung mit Pfeil 155">
            <a:extLst>
              <a:ext uri="{FF2B5EF4-FFF2-40B4-BE49-F238E27FC236}">
                <a16:creationId xmlns:a16="http://schemas.microsoft.com/office/drawing/2014/main" id="{BE5E2061-CEE8-4D61-8B48-B85681B18D44}"/>
              </a:ext>
            </a:extLst>
          </p:cNvPr>
          <p:cNvCxnSpPr>
            <a:cxnSpLocks/>
          </p:cNvCxnSpPr>
          <p:nvPr/>
        </p:nvCxnSpPr>
        <p:spPr>
          <a:xfrm flipH="1">
            <a:off x="972000" y="2997847"/>
            <a:ext cx="172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Gerade Verbindung mit Pfeil 157">
            <a:extLst>
              <a:ext uri="{FF2B5EF4-FFF2-40B4-BE49-F238E27FC236}">
                <a16:creationId xmlns:a16="http://schemas.microsoft.com/office/drawing/2014/main" id="{F21BC139-4871-4358-A19E-ED39FBA51B8D}"/>
              </a:ext>
            </a:extLst>
          </p:cNvPr>
          <p:cNvCxnSpPr>
            <a:cxnSpLocks/>
          </p:cNvCxnSpPr>
          <p:nvPr/>
        </p:nvCxnSpPr>
        <p:spPr>
          <a:xfrm>
            <a:off x="8028000" y="2565847"/>
            <a:ext cx="0" cy="28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Gerade Verbindung mit Pfeil 159">
            <a:extLst>
              <a:ext uri="{FF2B5EF4-FFF2-40B4-BE49-F238E27FC236}">
                <a16:creationId xmlns:a16="http://schemas.microsoft.com/office/drawing/2014/main" id="{3276C4E3-2922-4070-8BA3-0D7330844793}"/>
              </a:ext>
            </a:extLst>
          </p:cNvPr>
          <p:cNvCxnSpPr>
            <a:cxnSpLocks/>
          </p:cNvCxnSpPr>
          <p:nvPr/>
        </p:nvCxnSpPr>
        <p:spPr>
          <a:xfrm>
            <a:off x="6876000" y="2565847"/>
            <a:ext cx="792000" cy="28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5" name="Gerade Verbindung mit Pfeil 164">
            <a:extLst>
              <a:ext uri="{FF2B5EF4-FFF2-40B4-BE49-F238E27FC236}">
                <a16:creationId xmlns:a16="http://schemas.microsoft.com/office/drawing/2014/main" id="{BDD84929-517E-446E-A428-F6CDBF6B5344}"/>
              </a:ext>
            </a:extLst>
          </p:cNvPr>
          <p:cNvCxnSpPr>
            <a:cxnSpLocks/>
          </p:cNvCxnSpPr>
          <p:nvPr/>
        </p:nvCxnSpPr>
        <p:spPr>
          <a:xfrm>
            <a:off x="4572000" y="2565847"/>
            <a:ext cx="0" cy="28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8" name="Rechteck 167">
            <a:extLst>
              <a:ext uri="{FF2B5EF4-FFF2-40B4-BE49-F238E27FC236}">
                <a16:creationId xmlns:a16="http://schemas.microsoft.com/office/drawing/2014/main" id="{D85A19BC-6541-4A5F-8D1F-41C9CD79B326}"/>
              </a:ext>
            </a:extLst>
          </p:cNvPr>
          <p:cNvSpPr/>
          <p:nvPr/>
        </p:nvSpPr>
        <p:spPr>
          <a:xfrm>
            <a:off x="4932000" y="3285847"/>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 Text, Boolean true, false</a:t>
            </a:r>
          </a:p>
          <a:p>
            <a:r>
              <a:rPr lang="en-US" sz="1000" dirty="0">
                <a:solidFill>
                  <a:schemeClr val="tx1"/>
                </a:solidFill>
              </a:rPr>
              <a:t>- Table references *</a:t>
            </a:r>
          </a:p>
          <a:p>
            <a:r>
              <a:rPr lang="en-US" sz="1000" dirty="0">
                <a:solidFill>
                  <a:schemeClr val="tx1"/>
                </a:solidFill>
              </a:rPr>
              <a:t>- Function calls</a:t>
            </a:r>
          </a:p>
        </p:txBody>
      </p:sp>
      <p:cxnSp>
        <p:nvCxnSpPr>
          <p:cNvPr id="169" name="Gerade Verbindung mit Pfeil 168">
            <a:extLst>
              <a:ext uri="{FF2B5EF4-FFF2-40B4-BE49-F238E27FC236}">
                <a16:creationId xmlns:a16="http://schemas.microsoft.com/office/drawing/2014/main" id="{2EF7A6D4-5BC6-46C3-922B-155F954DD878}"/>
              </a:ext>
            </a:extLst>
          </p:cNvPr>
          <p:cNvCxnSpPr>
            <a:cxnSpLocks/>
          </p:cNvCxnSpPr>
          <p:nvPr/>
        </p:nvCxnSpPr>
        <p:spPr>
          <a:xfrm>
            <a:off x="4572000" y="4005847"/>
            <a:ext cx="0" cy="360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7" name="Gerade Verbindung mit Pfeil 176">
            <a:extLst>
              <a:ext uri="{FF2B5EF4-FFF2-40B4-BE49-F238E27FC236}">
                <a16:creationId xmlns:a16="http://schemas.microsoft.com/office/drawing/2014/main" id="{C577E9DB-630A-43F4-A69C-E9F525B66CA8}"/>
              </a:ext>
            </a:extLst>
          </p:cNvPr>
          <p:cNvCxnSpPr>
            <a:cxnSpLocks/>
          </p:cNvCxnSpPr>
          <p:nvPr/>
        </p:nvCxnSpPr>
        <p:spPr>
          <a:xfrm>
            <a:off x="2700000" y="2781847"/>
            <a:ext cx="0" cy="21600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9" name="Rechteck 178">
            <a:extLst>
              <a:ext uri="{FF2B5EF4-FFF2-40B4-BE49-F238E27FC236}">
                <a16:creationId xmlns:a16="http://schemas.microsoft.com/office/drawing/2014/main" id="{38AF722D-27F3-4D5F-B4E0-D6786BD9D459}"/>
              </a:ext>
            </a:extLst>
          </p:cNvPr>
          <p:cNvSpPr/>
          <p:nvPr/>
        </p:nvSpPr>
        <p:spPr>
          <a:xfrm>
            <a:off x="396000" y="6642000"/>
            <a:ext cx="3096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 Ad-hoc operators are allowed on tables and variables</a:t>
            </a:r>
          </a:p>
        </p:txBody>
      </p:sp>
      <p:sp>
        <p:nvSpPr>
          <p:cNvPr id="180" name="Rechteck 179">
            <a:extLst>
              <a:ext uri="{FF2B5EF4-FFF2-40B4-BE49-F238E27FC236}">
                <a16:creationId xmlns:a16="http://schemas.microsoft.com/office/drawing/2014/main" id="{E43B945B-A893-423A-9B7D-2E5BD82266D4}"/>
              </a:ext>
            </a:extLst>
          </p:cNvPr>
          <p:cNvSpPr/>
          <p:nvPr/>
        </p:nvSpPr>
        <p:spPr>
          <a:xfrm>
            <a:off x="108000" y="5733000"/>
            <a:ext cx="1728000" cy="432000"/>
          </a:xfrm>
          <a:prstGeom prst="rect">
            <a:avLst/>
          </a:prstGeom>
          <a:solidFill>
            <a:srgbClr val="C3C2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Code Piece </a:t>
            </a:r>
            <a:r>
              <a:rPr lang="en-US" sz="1000" dirty="0">
                <a:solidFill>
                  <a:schemeClr val="tx1"/>
                </a:solidFill>
              </a:rPr>
              <a:t>(supplied</a:t>
            </a:r>
          </a:p>
          <a:p>
            <a:r>
              <a:rPr lang="en-US" sz="1000" dirty="0">
                <a:solidFill>
                  <a:schemeClr val="tx1"/>
                </a:solidFill>
              </a:rPr>
              <a:t>as function parameter)</a:t>
            </a:r>
          </a:p>
        </p:txBody>
      </p:sp>
      <p:sp>
        <p:nvSpPr>
          <p:cNvPr id="181" name="Rechteck 180">
            <a:extLst>
              <a:ext uri="{FF2B5EF4-FFF2-40B4-BE49-F238E27FC236}">
                <a16:creationId xmlns:a16="http://schemas.microsoft.com/office/drawing/2014/main" id="{910DEE03-A1B8-4295-B1D4-6154C7D14CB2}"/>
              </a:ext>
            </a:extLst>
          </p:cNvPr>
          <p:cNvSpPr/>
          <p:nvPr/>
        </p:nvSpPr>
        <p:spPr>
          <a:xfrm>
            <a:off x="1836000" y="5661000"/>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 Comparison</a:t>
            </a:r>
          </a:p>
          <a:p>
            <a:r>
              <a:rPr lang="en-US" sz="1000" dirty="0">
                <a:solidFill>
                  <a:schemeClr val="tx1"/>
                </a:solidFill>
              </a:rPr>
              <a:t>- Expression</a:t>
            </a:r>
          </a:p>
          <a:p>
            <a:r>
              <a:rPr lang="en-US" sz="1000" dirty="0">
                <a:solidFill>
                  <a:schemeClr val="tx1"/>
                </a:solidFill>
              </a:rPr>
              <a:t>- LH Expression</a:t>
            </a:r>
          </a:p>
          <a:p>
            <a:r>
              <a:rPr lang="en-US" sz="1000" dirty="0">
                <a:solidFill>
                  <a:schemeClr val="tx1"/>
                </a:solidFill>
              </a:rPr>
              <a:t>- Statement o Block</a:t>
            </a:r>
          </a:p>
        </p:txBody>
      </p:sp>
      <p:cxnSp>
        <p:nvCxnSpPr>
          <p:cNvPr id="185" name="Gerade Verbindung mit Pfeil 184">
            <a:extLst>
              <a:ext uri="{FF2B5EF4-FFF2-40B4-BE49-F238E27FC236}">
                <a16:creationId xmlns:a16="http://schemas.microsoft.com/office/drawing/2014/main" id="{64A962DC-8323-4AC9-95A4-4A33DE234132}"/>
              </a:ext>
            </a:extLst>
          </p:cNvPr>
          <p:cNvCxnSpPr>
            <a:cxnSpLocks/>
          </p:cNvCxnSpPr>
          <p:nvPr/>
        </p:nvCxnSpPr>
        <p:spPr>
          <a:xfrm>
            <a:off x="4932000" y="2493847"/>
            <a:ext cx="2376000" cy="360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Gerade Verbindung mit Pfeil 190">
            <a:extLst>
              <a:ext uri="{FF2B5EF4-FFF2-40B4-BE49-F238E27FC236}">
                <a16:creationId xmlns:a16="http://schemas.microsoft.com/office/drawing/2014/main" id="{E4EB1583-7CE0-4BDB-925A-E28DB063FA2A}"/>
              </a:ext>
            </a:extLst>
          </p:cNvPr>
          <p:cNvCxnSpPr>
            <a:cxnSpLocks/>
          </p:cNvCxnSpPr>
          <p:nvPr/>
        </p:nvCxnSpPr>
        <p:spPr>
          <a:xfrm>
            <a:off x="5364000" y="4005847"/>
            <a:ext cx="1008000" cy="35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7" name="Gerade Verbindung mit Pfeil 196">
            <a:extLst>
              <a:ext uri="{FF2B5EF4-FFF2-40B4-BE49-F238E27FC236}">
                <a16:creationId xmlns:a16="http://schemas.microsoft.com/office/drawing/2014/main" id="{98F933B7-C865-4BE4-8353-B74A62EA369E}"/>
              </a:ext>
            </a:extLst>
          </p:cNvPr>
          <p:cNvCxnSpPr>
            <a:cxnSpLocks/>
          </p:cNvCxnSpPr>
          <p:nvPr/>
        </p:nvCxnSpPr>
        <p:spPr>
          <a:xfrm>
            <a:off x="1548000" y="3141000"/>
            <a:ext cx="216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3" name="Gerade Verbindung mit Pfeil 202">
            <a:extLst>
              <a:ext uri="{FF2B5EF4-FFF2-40B4-BE49-F238E27FC236}">
                <a16:creationId xmlns:a16="http://schemas.microsoft.com/office/drawing/2014/main" id="{55D7DB27-69AA-4407-AA7E-D4B7F7E1E04F}"/>
              </a:ext>
            </a:extLst>
          </p:cNvPr>
          <p:cNvCxnSpPr>
            <a:cxnSpLocks/>
          </p:cNvCxnSpPr>
          <p:nvPr/>
        </p:nvCxnSpPr>
        <p:spPr>
          <a:xfrm>
            <a:off x="1548000" y="3141000"/>
            <a:ext cx="0" cy="122400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7" name="Gerade Verbindung mit Pfeil 206">
            <a:extLst>
              <a:ext uri="{FF2B5EF4-FFF2-40B4-BE49-F238E27FC236}">
                <a16:creationId xmlns:a16="http://schemas.microsoft.com/office/drawing/2014/main" id="{253D21A1-7E4B-49C2-AD35-8F2B46E3E1DF}"/>
              </a:ext>
            </a:extLst>
          </p:cNvPr>
          <p:cNvCxnSpPr>
            <a:cxnSpLocks/>
          </p:cNvCxnSpPr>
          <p:nvPr/>
        </p:nvCxnSpPr>
        <p:spPr>
          <a:xfrm>
            <a:off x="4572000" y="2565000"/>
            <a:ext cx="0" cy="28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8" name="Gerade Verbindung mit Pfeil 207">
            <a:extLst>
              <a:ext uri="{FF2B5EF4-FFF2-40B4-BE49-F238E27FC236}">
                <a16:creationId xmlns:a16="http://schemas.microsoft.com/office/drawing/2014/main" id="{83495546-1FA7-4E39-B7E0-51E9A4997CFA}"/>
              </a:ext>
            </a:extLst>
          </p:cNvPr>
          <p:cNvCxnSpPr>
            <a:cxnSpLocks/>
          </p:cNvCxnSpPr>
          <p:nvPr/>
        </p:nvCxnSpPr>
        <p:spPr>
          <a:xfrm>
            <a:off x="972000" y="5445000"/>
            <a:ext cx="0" cy="28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0" name="Rechteck 209">
            <a:extLst>
              <a:ext uri="{FF2B5EF4-FFF2-40B4-BE49-F238E27FC236}">
                <a16:creationId xmlns:a16="http://schemas.microsoft.com/office/drawing/2014/main" id="{E1515105-8407-4EC9-8127-25E693F040F6}"/>
              </a:ext>
            </a:extLst>
          </p:cNvPr>
          <p:cNvSpPr/>
          <p:nvPr/>
        </p:nvSpPr>
        <p:spPr>
          <a:xfrm>
            <a:off x="3708000" y="5733000"/>
            <a:ext cx="1728000" cy="432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Variables</a:t>
            </a:r>
          </a:p>
        </p:txBody>
      </p:sp>
      <p:sp>
        <p:nvSpPr>
          <p:cNvPr id="211" name="Rechteck 210">
            <a:extLst>
              <a:ext uri="{FF2B5EF4-FFF2-40B4-BE49-F238E27FC236}">
                <a16:creationId xmlns:a16="http://schemas.microsoft.com/office/drawing/2014/main" id="{58ADEFC7-FBB4-4B76-B281-6ADA90308C4F}"/>
              </a:ext>
            </a:extLst>
          </p:cNvPr>
          <p:cNvSpPr/>
          <p:nvPr/>
        </p:nvSpPr>
        <p:spPr>
          <a:xfrm>
            <a:off x="5796000" y="5733000"/>
            <a:ext cx="1728000" cy="432000"/>
          </a:xfrm>
          <a:prstGeom prst="rect">
            <a:avLst/>
          </a:prstGeom>
          <a:solidFill>
            <a:srgbClr val="99FF99"/>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Table References</a:t>
            </a:r>
          </a:p>
        </p:txBody>
      </p:sp>
      <p:sp>
        <p:nvSpPr>
          <p:cNvPr id="212" name="Rechteck 211">
            <a:extLst>
              <a:ext uri="{FF2B5EF4-FFF2-40B4-BE49-F238E27FC236}">
                <a16:creationId xmlns:a16="http://schemas.microsoft.com/office/drawing/2014/main" id="{D097D94D-08E5-4308-AED2-B01F44B94A69}"/>
              </a:ext>
            </a:extLst>
          </p:cNvPr>
          <p:cNvSpPr/>
          <p:nvPr/>
        </p:nvSpPr>
        <p:spPr>
          <a:xfrm>
            <a:off x="3708000" y="6165000"/>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Var. Name [ ]</a:t>
            </a:r>
          </a:p>
          <a:p>
            <a:r>
              <a:rPr lang="en-US" sz="1000" dirty="0">
                <a:solidFill>
                  <a:schemeClr val="tx1"/>
                </a:solidFill>
              </a:rPr>
              <a:t>Var. Name [ Member Name, … ]</a:t>
            </a:r>
          </a:p>
          <a:p>
            <a:r>
              <a:rPr lang="en-US" sz="1000" dirty="0">
                <a:solidFill>
                  <a:schemeClr val="tx1"/>
                </a:solidFill>
              </a:rPr>
              <a:t>Var. Name [ Array Index, … ]</a:t>
            </a:r>
          </a:p>
        </p:txBody>
      </p:sp>
      <p:sp>
        <p:nvSpPr>
          <p:cNvPr id="213" name="Rechteck 212">
            <a:extLst>
              <a:ext uri="{FF2B5EF4-FFF2-40B4-BE49-F238E27FC236}">
                <a16:creationId xmlns:a16="http://schemas.microsoft.com/office/drawing/2014/main" id="{A027EED1-3F42-4882-8342-7E4CFF3BBB24}"/>
              </a:ext>
            </a:extLst>
          </p:cNvPr>
          <p:cNvSpPr/>
          <p:nvPr/>
        </p:nvSpPr>
        <p:spPr>
          <a:xfrm>
            <a:off x="5796000" y="6165000"/>
            <a:ext cx="1728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 Table Name: Column, Row ]</a:t>
            </a:r>
          </a:p>
          <a:p>
            <a:r>
              <a:rPr lang="en-US" sz="1000" dirty="0">
                <a:solidFill>
                  <a:schemeClr val="tx1"/>
                </a:solidFill>
              </a:rPr>
              <a:t>Various forms of table references exist</a:t>
            </a:r>
          </a:p>
        </p:txBody>
      </p:sp>
    </p:spTree>
    <p:extLst>
      <p:ext uri="{BB962C8B-B14F-4D97-AF65-F5344CB8AC3E}">
        <p14:creationId xmlns:p14="http://schemas.microsoft.com/office/powerpoint/2010/main" val="2182778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Variable Model</a:t>
            </a:r>
            <a:br>
              <a:rPr lang="en-US" dirty="0"/>
            </a:br>
            <a:r>
              <a:rPr lang="en-US" dirty="0"/>
              <a:t>Introduction</a:t>
            </a:r>
          </a:p>
        </p:txBody>
      </p:sp>
      <p:sp>
        <p:nvSpPr>
          <p:cNvPr id="4" name="Textplatzhalter 3"/>
          <p:cNvSpPr>
            <a:spLocks noGrp="1"/>
          </p:cNvSpPr>
          <p:nvPr>
            <p:ph type="body" sz="quarter" idx="16"/>
          </p:nvPr>
        </p:nvSpPr>
        <p:spPr/>
        <p:txBody>
          <a:bodyPr/>
          <a:lstStyle/>
          <a:p>
            <a:endParaRPr lang="en-US"/>
          </a:p>
        </p:txBody>
      </p:sp>
      <p:sp>
        <p:nvSpPr>
          <p:cNvPr id="6" name="Rechteck 5">
            <a:extLst>
              <a:ext uri="{FF2B5EF4-FFF2-40B4-BE49-F238E27FC236}">
                <a16:creationId xmlns:a16="http://schemas.microsoft.com/office/drawing/2014/main" id="{93CAD094-A22E-4086-8603-3313AE723EA0}"/>
              </a:ext>
            </a:extLst>
          </p:cNvPr>
          <p:cNvSpPr/>
          <p:nvPr/>
        </p:nvSpPr>
        <p:spPr>
          <a:xfrm>
            <a:off x="612000" y="1269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a:t>
            </a:r>
          </a:p>
        </p:txBody>
      </p:sp>
      <p:sp>
        <p:nvSpPr>
          <p:cNvPr id="61" name="Rechteck 60">
            <a:extLst>
              <a:ext uri="{FF2B5EF4-FFF2-40B4-BE49-F238E27FC236}">
                <a16:creationId xmlns:a16="http://schemas.microsoft.com/office/drawing/2014/main" id="{87565FCA-6C7B-4980-A5E9-A40BA0147279}"/>
              </a:ext>
            </a:extLst>
          </p:cNvPr>
          <p:cNvSpPr/>
          <p:nvPr/>
        </p:nvSpPr>
        <p:spPr>
          <a:xfrm>
            <a:off x="828000" y="1485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62" name="Rechteck 61">
            <a:extLst>
              <a:ext uri="{FF2B5EF4-FFF2-40B4-BE49-F238E27FC236}">
                <a16:creationId xmlns:a16="http://schemas.microsoft.com/office/drawing/2014/main" id="{3F3E351A-377C-4CE0-897D-D118654BFBD3}"/>
              </a:ext>
            </a:extLst>
          </p:cNvPr>
          <p:cNvSpPr/>
          <p:nvPr/>
        </p:nvSpPr>
        <p:spPr>
          <a:xfrm>
            <a:off x="1044000" y="170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63" name="Rechteck 62">
            <a:extLst>
              <a:ext uri="{FF2B5EF4-FFF2-40B4-BE49-F238E27FC236}">
                <a16:creationId xmlns:a16="http://schemas.microsoft.com/office/drawing/2014/main" id="{C63ABD6D-8BCE-4769-8CC7-51537B7D0B24}"/>
              </a:ext>
            </a:extLst>
          </p:cNvPr>
          <p:cNvSpPr/>
          <p:nvPr/>
        </p:nvSpPr>
        <p:spPr>
          <a:xfrm>
            <a:off x="1044000" y="191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64" name="Rechteck 63">
            <a:extLst>
              <a:ext uri="{FF2B5EF4-FFF2-40B4-BE49-F238E27FC236}">
                <a16:creationId xmlns:a16="http://schemas.microsoft.com/office/drawing/2014/main" id="{51F77DF4-5DF0-48BB-AAAB-24E17ECE0569}"/>
              </a:ext>
            </a:extLst>
          </p:cNvPr>
          <p:cNvSpPr/>
          <p:nvPr/>
        </p:nvSpPr>
        <p:spPr>
          <a:xfrm>
            <a:off x="1044000" y="263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65" name="Rechteck 64">
            <a:extLst>
              <a:ext uri="{FF2B5EF4-FFF2-40B4-BE49-F238E27FC236}">
                <a16:creationId xmlns:a16="http://schemas.microsoft.com/office/drawing/2014/main" id="{F209951D-20DF-49C7-9E92-F9354D606C4E}"/>
              </a:ext>
            </a:extLst>
          </p:cNvPr>
          <p:cNvSpPr/>
          <p:nvPr/>
        </p:nvSpPr>
        <p:spPr>
          <a:xfrm>
            <a:off x="1476000" y="2133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7" name="Rechteck 6">
            <a:extLst>
              <a:ext uri="{FF2B5EF4-FFF2-40B4-BE49-F238E27FC236}">
                <a16:creationId xmlns:a16="http://schemas.microsoft.com/office/drawing/2014/main" id="{38E6D5BE-988C-4765-951A-093FD9C21D35}"/>
              </a:ext>
            </a:extLst>
          </p:cNvPr>
          <p:cNvSpPr/>
          <p:nvPr/>
        </p:nvSpPr>
        <p:spPr>
          <a:xfrm>
            <a:off x="1044000" y="2421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68" name="Rechteck 67">
            <a:extLst>
              <a:ext uri="{FF2B5EF4-FFF2-40B4-BE49-F238E27FC236}">
                <a16:creationId xmlns:a16="http://schemas.microsoft.com/office/drawing/2014/main" id="{9FB37B0D-D03E-4E2F-9326-E972EACFC3FF}"/>
              </a:ext>
            </a:extLst>
          </p:cNvPr>
          <p:cNvSpPr/>
          <p:nvPr/>
        </p:nvSpPr>
        <p:spPr>
          <a:xfrm>
            <a:off x="828000" y="2853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69" name="Rechteck 68">
            <a:extLst>
              <a:ext uri="{FF2B5EF4-FFF2-40B4-BE49-F238E27FC236}">
                <a16:creationId xmlns:a16="http://schemas.microsoft.com/office/drawing/2014/main" id="{5CFEB6A3-7A22-4121-8A1A-347EA7A9F41E}"/>
              </a:ext>
            </a:extLst>
          </p:cNvPr>
          <p:cNvSpPr/>
          <p:nvPr/>
        </p:nvSpPr>
        <p:spPr>
          <a:xfrm>
            <a:off x="1044000" y="2132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70" name="Rechteck 69">
            <a:extLst>
              <a:ext uri="{FF2B5EF4-FFF2-40B4-BE49-F238E27FC236}">
                <a16:creationId xmlns:a16="http://schemas.microsoft.com/office/drawing/2014/main" id="{AF568BE4-B3DB-4FDB-B23D-3B62DC676356}"/>
              </a:ext>
            </a:extLst>
          </p:cNvPr>
          <p:cNvSpPr/>
          <p:nvPr/>
        </p:nvSpPr>
        <p:spPr>
          <a:xfrm>
            <a:off x="1044000" y="2277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71" name="Rechteck 70">
            <a:extLst>
              <a:ext uri="{FF2B5EF4-FFF2-40B4-BE49-F238E27FC236}">
                <a16:creationId xmlns:a16="http://schemas.microsoft.com/office/drawing/2014/main" id="{B546854C-93CE-4499-8113-E450955AA7F9}"/>
              </a:ext>
            </a:extLst>
          </p:cNvPr>
          <p:cNvSpPr/>
          <p:nvPr/>
        </p:nvSpPr>
        <p:spPr>
          <a:xfrm>
            <a:off x="828000" y="306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home base ]</a:t>
            </a:r>
          </a:p>
        </p:txBody>
      </p:sp>
      <p:sp>
        <p:nvSpPr>
          <p:cNvPr id="72" name="Rechteck 71">
            <a:extLst>
              <a:ext uri="{FF2B5EF4-FFF2-40B4-BE49-F238E27FC236}">
                <a16:creationId xmlns:a16="http://schemas.microsoft.com/office/drawing/2014/main" id="{304F6299-4F11-49CE-9627-546D69366B71}"/>
              </a:ext>
            </a:extLst>
          </p:cNvPr>
          <p:cNvSpPr/>
          <p:nvPr/>
        </p:nvSpPr>
        <p:spPr>
          <a:xfrm>
            <a:off x="2412000" y="2853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82" name="Rechteck 81">
            <a:extLst>
              <a:ext uri="{FF2B5EF4-FFF2-40B4-BE49-F238E27FC236}">
                <a16:creationId xmlns:a16="http://schemas.microsoft.com/office/drawing/2014/main" id="{DCEC0B42-42AD-42A3-B013-D5843C5604BB}"/>
              </a:ext>
            </a:extLst>
          </p:cNvPr>
          <p:cNvSpPr/>
          <p:nvPr/>
        </p:nvSpPr>
        <p:spPr>
          <a:xfrm>
            <a:off x="1836000" y="1269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83" name="Rechteck 82">
            <a:extLst>
              <a:ext uri="{FF2B5EF4-FFF2-40B4-BE49-F238E27FC236}">
                <a16:creationId xmlns:a16="http://schemas.microsoft.com/office/drawing/2014/main" id="{7B32EF11-2F65-4B0B-B6B3-D3A8F395CE02}"/>
              </a:ext>
            </a:extLst>
          </p:cNvPr>
          <p:cNvSpPr/>
          <p:nvPr/>
        </p:nvSpPr>
        <p:spPr>
          <a:xfrm>
            <a:off x="2628000" y="170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84" name="Rechteck 83">
            <a:extLst>
              <a:ext uri="{FF2B5EF4-FFF2-40B4-BE49-F238E27FC236}">
                <a16:creationId xmlns:a16="http://schemas.microsoft.com/office/drawing/2014/main" id="{3A380AF8-A379-4177-983E-8F690095E538}"/>
              </a:ext>
            </a:extLst>
          </p:cNvPr>
          <p:cNvSpPr/>
          <p:nvPr/>
        </p:nvSpPr>
        <p:spPr>
          <a:xfrm>
            <a:off x="2628000" y="191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85" name="Rechteck 84">
            <a:extLst>
              <a:ext uri="{FF2B5EF4-FFF2-40B4-BE49-F238E27FC236}">
                <a16:creationId xmlns:a16="http://schemas.microsoft.com/office/drawing/2014/main" id="{FA24BC34-F8D8-4A90-BAC6-BD5A4C7088CB}"/>
              </a:ext>
            </a:extLst>
          </p:cNvPr>
          <p:cNvSpPr/>
          <p:nvPr/>
        </p:nvSpPr>
        <p:spPr>
          <a:xfrm>
            <a:off x="2628000" y="263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86" name="Rechteck 85">
            <a:extLst>
              <a:ext uri="{FF2B5EF4-FFF2-40B4-BE49-F238E27FC236}">
                <a16:creationId xmlns:a16="http://schemas.microsoft.com/office/drawing/2014/main" id="{F08276E1-33FB-4D70-8265-ED54F567BBB8}"/>
              </a:ext>
            </a:extLst>
          </p:cNvPr>
          <p:cNvSpPr/>
          <p:nvPr/>
        </p:nvSpPr>
        <p:spPr>
          <a:xfrm>
            <a:off x="2412000" y="3069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"Los Angeles"</a:t>
            </a:r>
          </a:p>
        </p:txBody>
      </p:sp>
      <p:sp>
        <p:nvSpPr>
          <p:cNvPr id="88" name="Rechteck 87">
            <a:extLst>
              <a:ext uri="{FF2B5EF4-FFF2-40B4-BE49-F238E27FC236}">
                <a16:creationId xmlns:a16="http://schemas.microsoft.com/office/drawing/2014/main" id="{71B2FE66-51FB-4097-AD5D-45AAA79622E6}"/>
              </a:ext>
            </a:extLst>
          </p:cNvPr>
          <p:cNvSpPr/>
          <p:nvPr/>
        </p:nvSpPr>
        <p:spPr>
          <a:xfrm>
            <a:off x="3060000" y="2133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99" name="Rechteck 98">
            <a:extLst>
              <a:ext uri="{FF2B5EF4-FFF2-40B4-BE49-F238E27FC236}">
                <a16:creationId xmlns:a16="http://schemas.microsoft.com/office/drawing/2014/main" id="{E24585C8-89D0-47CB-8284-E1E18136246D}"/>
              </a:ext>
            </a:extLst>
          </p:cNvPr>
          <p:cNvSpPr/>
          <p:nvPr/>
        </p:nvSpPr>
        <p:spPr>
          <a:xfrm>
            <a:off x="1476000" y="2349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100" name="Rechteck 99">
            <a:extLst>
              <a:ext uri="{FF2B5EF4-FFF2-40B4-BE49-F238E27FC236}">
                <a16:creationId xmlns:a16="http://schemas.microsoft.com/office/drawing/2014/main" id="{F9747A63-1870-4C9F-B63D-408CF780EFE2}"/>
              </a:ext>
            </a:extLst>
          </p:cNvPr>
          <p:cNvSpPr/>
          <p:nvPr/>
        </p:nvSpPr>
        <p:spPr>
          <a:xfrm>
            <a:off x="3708000" y="2349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102" name="Rechteck 101">
            <a:extLst>
              <a:ext uri="{FF2B5EF4-FFF2-40B4-BE49-F238E27FC236}">
                <a16:creationId xmlns:a16="http://schemas.microsoft.com/office/drawing/2014/main" id="{6D0EBA33-3B08-4196-85B3-81B9E3E05C6F}"/>
              </a:ext>
            </a:extLst>
          </p:cNvPr>
          <p:cNvSpPr/>
          <p:nvPr/>
        </p:nvSpPr>
        <p:spPr>
          <a:xfrm>
            <a:off x="4931864" y="1053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Base Variable</a:t>
            </a:r>
          </a:p>
        </p:txBody>
      </p:sp>
      <p:sp>
        <p:nvSpPr>
          <p:cNvPr id="103" name="Rechteck 102">
            <a:extLst>
              <a:ext uri="{FF2B5EF4-FFF2-40B4-BE49-F238E27FC236}">
                <a16:creationId xmlns:a16="http://schemas.microsoft.com/office/drawing/2014/main" id="{1E081CB0-5712-455E-8337-58BDDCA9CD0E}"/>
              </a:ext>
            </a:extLst>
          </p:cNvPr>
          <p:cNvSpPr/>
          <p:nvPr/>
        </p:nvSpPr>
        <p:spPr>
          <a:xfrm>
            <a:off x="4932000" y="1269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Structure Member</a:t>
            </a:r>
          </a:p>
        </p:txBody>
      </p:sp>
      <p:sp>
        <p:nvSpPr>
          <p:cNvPr id="104" name="Rechteck 103">
            <a:extLst>
              <a:ext uri="{FF2B5EF4-FFF2-40B4-BE49-F238E27FC236}">
                <a16:creationId xmlns:a16="http://schemas.microsoft.com/office/drawing/2014/main" id="{749233A8-0EAB-49E8-8E5C-FC6501AB6199}"/>
              </a:ext>
            </a:extLst>
          </p:cNvPr>
          <p:cNvSpPr/>
          <p:nvPr/>
        </p:nvSpPr>
        <p:spPr>
          <a:xfrm>
            <a:off x="4932000" y="1485000"/>
            <a:ext cx="1224136"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Array Member</a:t>
            </a:r>
          </a:p>
        </p:txBody>
      </p:sp>
      <p:sp>
        <p:nvSpPr>
          <p:cNvPr id="105" name="Rechteck 104">
            <a:extLst>
              <a:ext uri="{FF2B5EF4-FFF2-40B4-BE49-F238E27FC236}">
                <a16:creationId xmlns:a16="http://schemas.microsoft.com/office/drawing/2014/main" id="{39DA3880-0524-4669-817C-E1C1E60F0CD5}"/>
              </a:ext>
            </a:extLst>
          </p:cNvPr>
          <p:cNvSpPr/>
          <p:nvPr/>
        </p:nvSpPr>
        <p:spPr>
          <a:xfrm>
            <a:off x="2052000" y="148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106" name="Rechteck 105">
            <a:extLst>
              <a:ext uri="{FF2B5EF4-FFF2-40B4-BE49-F238E27FC236}">
                <a16:creationId xmlns:a16="http://schemas.microsoft.com/office/drawing/2014/main" id="{9D79E555-03D9-4E94-B7DE-B9908092B3CC}"/>
              </a:ext>
            </a:extLst>
          </p:cNvPr>
          <p:cNvSpPr/>
          <p:nvPr/>
        </p:nvSpPr>
        <p:spPr>
          <a:xfrm>
            <a:off x="828000" y="3285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last game ]</a:t>
            </a:r>
          </a:p>
        </p:txBody>
      </p:sp>
      <p:sp>
        <p:nvSpPr>
          <p:cNvPr id="118" name="Rechteck 117">
            <a:extLst>
              <a:ext uri="{FF2B5EF4-FFF2-40B4-BE49-F238E27FC236}">
                <a16:creationId xmlns:a16="http://schemas.microsoft.com/office/drawing/2014/main" id="{B87288E4-A3ED-410A-B14C-04DF4C155E03}"/>
              </a:ext>
            </a:extLst>
          </p:cNvPr>
          <p:cNvSpPr/>
          <p:nvPr/>
        </p:nvSpPr>
        <p:spPr>
          <a:xfrm>
            <a:off x="1044000" y="3501000"/>
            <a:ext cx="2160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last game, other team ]</a:t>
            </a:r>
          </a:p>
        </p:txBody>
      </p:sp>
      <p:sp>
        <p:nvSpPr>
          <p:cNvPr id="119" name="Rechteck 118">
            <a:extLst>
              <a:ext uri="{FF2B5EF4-FFF2-40B4-BE49-F238E27FC236}">
                <a16:creationId xmlns:a16="http://schemas.microsoft.com/office/drawing/2014/main" id="{97C4EB14-7C46-4F51-8AB1-EF16F9B71913}"/>
              </a:ext>
            </a:extLst>
          </p:cNvPr>
          <p:cNvSpPr/>
          <p:nvPr/>
        </p:nvSpPr>
        <p:spPr>
          <a:xfrm>
            <a:off x="3204000" y="3501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"Venice Beach Muscle Braggers S.C."</a:t>
            </a:r>
          </a:p>
        </p:txBody>
      </p:sp>
      <p:sp>
        <p:nvSpPr>
          <p:cNvPr id="120" name="Rechteck 119">
            <a:extLst>
              <a:ext uri="{FF2B5EF4-FFF2-40B4-BE49-F238E27FC236}">
                <a16:creationId xmlns:a16="http://schemas.microsoft.com/office/drawing/2014/main" id="{EB9BE8B0-F1CE-4417-8996-E2BE7634299E}"/>
              </a:ext>
            </a:extLst>
          </p:cNvPr>
          <p:cNvSpPr/>
          <p:nvPr/>
        </p:nvSpPr>
        <p:spPr>
          <a:xfrm>
            <a:off x="1044000" y="3717000"/>
            <a:ext cx="2160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last game, date ]</a:t>
            </a:r>
          </a:p>
        </p:txBody>
      </p:sp>
      <p:sp>
        <p:nvSpPr>
          <p:cNvPr id="121" name="Rechteck 120">
            <a:extLst>
              <a:ext uri="{FF2B5EF4-FFF2-40B4-BE49-F238E27FC236}">
                <a16:creationId xmlns:a16="http://schemas.microsoft.com/office/drawing/2014/main" id="{5BF1910A-6AF7-41CE-94A6-7BB27231DFC9}"/>
              </a:ext>
            </a:extLst>
          </p:cNvPr>
          <p:cNvSpPr/>
          <p:nvPr/>
        </p:nvSpPr>
        <p:spPr>
          <a:xfrm>
            <a:off x="3204000" y="3717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2020-07-04</a:t>
            </a:r>
          </a:p>
        </p:txBody>
      </p:sp>
      <p:sp>
        <p:nvSpPr>
          <p:cNvPr id="122" name="Rechteck 121">
            <a:extLst>
              <a:ext uri="{FF2B5EF4-FFF2-40B4-BE49-F238E27FC236}">
                <a16:creationId xmlns:a16="http://schemas.microsoft.com/office/drawing/2014/main" id="{60499DCB-5ADF-4C9D-894E-1073B3C7B549}"/>
              </a:ext>
            </a:extLst>
          </p:cNvPr>
          <p:cNvSpPr/>
          <p:nvPr/>
        </p:nvSpPr>
        <p:spPr>
          <a:xfrm>
            <a:off x="1044000" y="3933000"/>
            <a:ext cx="2160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last game, score ]</a:t>
            </a:r>
          </a:p>
        </p:txBody>
      </p:sp>
      <p:sp>
        <p:nvSpPr>
          <p:cNvPr id="123" name="Rechteck 122">
            <a:extLst>
              <a:ext uri="{FF2B5EF4-FFF2-40B4-BE49-F238E27FC236}">
                <a16:creationId xmlns:a16="http://schemas.microsoft.com/office/drawing/2014/main" id="{CC97F955-3210-45BC-BEF1-BAD2442CD48F}"/>
              </a:ext>
            </a:extLst>
          </p:cNvPr>
          <p:cNvSpPr/>
          <p:nvPr/>
        </p:nvSpPr>
        <p:spPr>
          <a:xfrm>
            <a:off x="3204000" y="3933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 2, 1 }</a:t>
            </a:r>
          </a:p>
        </p:txBody>
      </p:sp>
      <p:sp>
        <p:nvSpPr>
          <p:cNvPr id="124" name="Rechteck 123">
            <a:extLst>
              <a:ext uri="{FF2B5EF4-FFF2-40B4-BE49-F238E27FC236}">
                <a16:creationId xmlns:a16="http://schemas.microsoft.com/office/drawing/2014/main" id="{3B624A72-E689-411A-AD05-AA3042CE28ED}"/>
              </a:ext>
            </a:extLst>
          </p:cNvPr>
          <p:cNvSpPr/>
          <p:nvPr/>
        </p:nvSpPr>
        <p:spPr>
          <a:xfrm>
            <a:off x="612000" y="837000"/>
            <a:ext cx="1224136"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comments[ ]</a:t>
            </a:r>
          </a:p>
        </p:txBody>
      </p:sp>
      <p:sp>
        <p:nvSpPr>
          <p:cNvPr id="125" name="Rechteck 124">
            <a:extLst>
              <a:ext uri="{FF2B5EF4-FFF2-40B4-BE49-F238E27FC236}">
                <a16:creationId xmlns:a16="http://schemas.microsoft.com/office/drawing/2014/main" id="{283E9659-3008-4AEC-B883-DFEF84D6A56D}"/>
              </a:ext>
            </a:extLst>
          </p:cNvPr>
          <p:cNvSpPr/>
          <p:nvPr/>
        </p:nvSpPr>
        <p:spPr>
          <a:xfrm>
            <a:off x="4932000" y="837000"/>
            <a:ext cx="1224136"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Simple variable</a:t>
            </a:r>
          </a:p>
        </p:txBody>
      </p:sp>
      <p:sp>
        <p:nvSpPr>
          <p:cNvPr id="126" name="Rechteck 125">
            <a:extLst>
              <a:ext uri="{FF2B5EF4-FFF2-40B4-BE49-F238E27FC236}">
                <a16:creationId xmlns:a16="http://schemas.microsoft.com/office/drawing/2014/main" id="{4A70054C-D2C3-4143-8C4E-0D9B0D692180}"/>
              </a:ext>
            </a:extLst>
          </p:cNvPr>
          <p:cNvSpPr/>
          <p:nvPr/>
        </p:nvSpPr>
        <p:spPr>
          <a:xfrm>
            <a:off x="6156000" y="83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 has no members )</a:t>
            </a:r>
          </a:p>
        </p:txBody>
      </p:sp>
      <p:sp>
        <p:nvSpPr>
          <p:cNvPr id="127" name="Rechteck 126">
            <a:extLst>
              <a:ext uri="{FF2B5EF4-FFF2-40B4-BE49-F238E27FC236}">
                <a16:creationId xmlns:a16="http://schemas.microsoft.com/office/drawing/2014/main" id="{73A954EF-44B7-440A-A5BE-B37981DC3ED1}"/>
              </a:ext>
            </a:extLst>
          </p:cNvPr>
          <p:cNvSpPr/>
          <p:nvPr/>
        </p:nvSpPr>
        <p:spPr>
          <a:xfrm>
            <a:off x="6156000" y="1053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 has 0 or more members )</a:t>
            </a:r>
          </a:p>
        </p:txBody>
      </p:sp>
      <p:sp>
        <p:nvSpPr>
          <p:cNvPr id="132" name="Rechteck 131">
            <a:extLst>
              <a:ext uri="{FF2B5EF4-FFF2-40B4-BE49-F238E27FC236}">
                <a16:creationId xmlns:a16="http://schemas.microsoft.com/office/drawing/2014/main" id="{D7E287F8-E1AE-40DD-8D6E-67CF51146171}"/>
              </a:ext>
            </a:extLst>
          </p:cNvPr>
          <p:cNvSpPr/>
          <p:nvPr/>
        </p:nvSpPr>
        <p:spPr>
          <a:xfrm>
            <a:off x="6156000" y="1269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 part of a structure )</a:t>
            </a:r>
          </a:p>
        </p:txBody>
      </p:sp>
      <p:sp>
        <p:nvSpPr>
          <p:cNvPr id="133" name="Rechteck 132">
            <a:extLst>
              <a:ext uri="{FF2B5EF4-FFF2-40B4-BE49-F238E27FC236}">
                <a16:creationId xmlns:a16="http://schemas.microsoft.com/office/drawing/2014/main" id="{9EC78425-718D-468C-86B1-2711FEB82AF4}"/>
              </a:ext>
            </a:extLst>
          </p:cNvPr>
          <p:cNvSpPr/>
          <p:nvPr/>
        </p:nvSpPr>
        <p:spPr>
          <a:xfrm>
            <a:off x="6156000" y="148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 part of an array)</a:t>
            </a:r>
          </a:p>
        </p:txBody>
      </p:sp>
      <p:sp>
        <p:nvSpPr>
          <p:cNvPr id="142" name="Rechteck 141">
            <a:extLst>
              <a:ext uri="{FF2B5EF4-FFF2-40B4-BE49-F238E27FC236}">
                <a16:creationId xmlns:a16="http://schemas.microsoft.com/office/drawing/2014/main" id="{11120494-0B11-49FE-AE22-92034F321B36}"/>
              </a:ext>
            </a:extLst>
          </p:cNvPr>
          <p:cNvSpPr/>
          <p:nvPr/>
        </p:nvSpPr>
        <p:spPr>
          <a:xfrm>
            <a:off x="1044000" y="4149000"/>
            <a:ext cx="295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last game, viewer comments ]</a:t>
            </a:r>
          </a:p>
        </p:txBody>
      </p:sp>
      <p:sp>
        <p:nvSpPr>
          <p:cNvPr id="143" name="Rechteck 142">
            <a:extLst>
              <a:ext uri="{FF2B5EF4-FFF2-40B4-BE49-F238E27FC236}">
                <a16:creationId xmlns:a16="http://schemas.microsoft.com/office/drawing/2014/main" id="{D89D3ED1-6C85-4F5E-A6B4-CCC9A386CA74}"/>
              </a:ext>
            </a:extLst>
          </p:cNvPr>
          <p:cNvSpPr/>
          <p:nvPr/>
        </p:nvSpPr>
        <p:spPr>
          <a:xfrm>
            <a:off x="1476000" y="4365000"/>
            <a:ext cx="2736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last game, viewer comments, 0 ]</a:t>
            </a:r>
          </a:p>
        </p:txBody>
      </p:sp>
      <p:sp>
        <p:nvSpPr>
          <p:cNvPr id="144" name="Rechteck 143">
            <a:extLst>
              <a:ext uri="{FF2B5EF4-FFF2-40B4-BE49-F238E27FC236}">
                <a16:creationId xmlns:a16="http://schemas.microsoft.com/office/drawing/2014/main" id="{98230F06-7C95-4BAB-895E-DBFF6F73A1DD}"/>
              </a:ext>
            </a:extLst>
          </p:cNvPr>
          <p:cNvSpPr/>
          <p:nvPr/>
        </p:nvSpPr>
        <p:spPr>
          <a:xfrm>
            <a:off x="1476000" y="4581000"/>
            <a:ext cx="2736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last game, viewer comments, 1 ]</a:t>
            </a:r>
          </a:p>
        </p:txBody>
      </p:sp>
      <p:sp>
        <p:nvSpPr>
          <p:cNvPr id="145" name="Rechteck 144">
            <a:extLst>
              <a:ext uri="{FF2B5EF4-FFF2-40B4-BE49-F238E27FC236}">
                <a16:creationId xmlns:a16="http://schemas.microsoft.com/office/drawing/2014/main" id="{898959E8-C7D8-48FC-9307-1E4373DD8E2E}"/>
              </a:ext>
            </a:extLst>
          </p:cNvPr>
          <p:cNvSpPr/>
          <p:nvPr/>
        </p:nvSpPr>
        <p:spPr>
          <a:xfrm>
            <a:off x="4212000" y="4365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 5, "Jack M", "Very impressive goals.  Keep playing" }</a:t>
            </a:r>
          </a:p>
        </p:txBody>
      </p:sp>
      <p:sp>
        <p:nvSpPr>
          <p:cNvPr id="146" name="Rechteck 145">
            <a:extLst>
              <a:ext uri="{FF2B5EF4-FFF2-40B4-BE49-F238E27FC236}">
                <a16:creationId xmlns:a16="http://schemas.microsoft.com/office/drawing/2014/main" id="{B45FD963-632D-47C2-B242-F0658D136C57}"/>
              </a:ext>
            </a:extLst>
          </p:cNvPr>
          <p:cNvSpPr/>
          <p:nvPr/>
        </p:nvSpPr>
        <p:spPr>
          <a:xfrm>
            <a:off x="4212000" y="4581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 1, "Nic N.", "Next time, take your football helmets off !!!" }</a:t>
            </a:r>
          </a:p>
        </p:txBody>
      </p:sp>
      <p:sp>
        <p:nvSpPr>
          <p:cNvPr id="147" name="Rechteck 146">
            <a:extLst>
              <a:ext uri="{FF2B5EF4-FFF2-40B4-BE49-F238E27FC236}">
                <a16:creationId xmlns:a16="http://schemas.microsoft.com/office/drawing/2014/main" id="{1856BA57-3B07-424D-BABD-799205D28A6B}"/>
              </a:ext>
            </a:extLst>
          </p:cNvPr>
          <p:cNvSpPr/>
          <p:nvPr/>
        </p:nvSpPr>
        <p:spPr>
          <a:xfrm>
            <a:off x="1836000" y="83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"None so far"</a:t>
            </a:r>
          </a:p>
        </p:txBody>
      </p:sp>
      <p:sp>
        <p:nvSpPr>
          <p:cNvPr id="47" name="Rechteck 46">
            <a:extLst>
              <a:ext uri="{FF2B5EF4-FFF2-40B4-BE49-F238E27FC236}">
                <a16:creationId xmlns:a16="http://schemas.microsoft.com/office/drawing/2014/main" id="{43A4E8BD-C57B-437A-BEE9-367CC77EBBCF}"/>
              </a:ext>
            </a:extLst>
          </p:cNvPr>
          <p:cNvSpPr/>
          <p:nvPr/>
        </p:nvSpPr>
        <p:spPr>
          <a:xfrm>
            <a:off x="1476000" y="4797000"/>
            <a:ext cx="2736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last game, viewer comments, 2 ]</a:t>
            </a:r>
          </a:p>
        </p:txBody>
      </p:sp>
      <p:sp>
        <p:nvSpPr>
          <p:cNvPr id="48" name="Rechteck 47">
            <a:extLst>
              <a:ext uri="{FF2B5EF4-FFF2-40B4-BE49-F238E27FC236}">
                <a16:creationId xmlns:a16="http://schemas.microsoft.com/office/drawing/2014/main" id="{C170279A-E43A-4AF1-9DEF-AA95193F8B73}"/>
              </a:ext>
            </a:extLst>
          </p:cNvPr>
          <p:cNvSpPr/>
          <p:nvPr/>
        </p:nvSpPr>
        <p:spPr>
          <a:xfrm>
            <a:off x="4212000" y="4797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 5, "Kevin K.", "Very enviable!" }</a:t>
            </a:r>
          </a:p>
        </p:txBody>
      </p:sp>
    </p:spTree>
    <p:extLst>
      <p:ext uri="{BB962C8B-B14F-4D97-AF65-F5344CB8AC3E}">
        <p14:creationId xmlns:p14="http://schemas.microsoft.com/office/powerpoint/2010/main" val="3207450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Transactions</a:t>
            </a:r>
            <a:br>
              <a:rPr lang="en-US" dirty="0"/>
            </a:br>
            <a:r>
              <a:rPr lang="en-US" dirty="0"/>
              <a:t>Without Assignment Operator</a:t>
            </a:r>
          </a:p>
        </p:txBody>
      </p:sp>
      <p:sp>
        <p:nvSpPr>
          <p:cNvPr id="4" name="Textplatzhalter 3"/>
          <p:cNvSpPr>
            <a:spLocks noGrp="1"/>
          </p:cNvSpPr>
          <p:nvPr>
            <p:ph type="body" sz="quarter" idx="16"/>
          </p:nvPr>
        </p:nvSpPr>
        <p:spPr/>
        <p:txBody>
          <a:bodyPr/>
          <a:lstStyle/>
          <a:p>
            <a:endParaRPr lang="en-US"/>
          </a:p>
        </p:txBody>
      </p:sp>
      <p:sp>
        <p:nvSpPr>
          <p:cNvPr id="3" name="Rechteck 2">
            <a:extLst>
              <a:ext uri="{FF2B5EF4-FFF2-40B4-BE49-F238E27FC236}">
                <a16:creationId xmlns:a16="http://schemas.microsoft.com/office/drawing/2014/main" id="{CEF5CE92-8BA8-44AD-8D55-DDFD9B209527}"/>
              </a:ext>
            </a:extLst>
          </p:cNvPr>
          <p:cNvSpPr/>
          <p:nvPr/>
        </p:nvSpPr>
        <p:spPr>
          <a:xfrm>
            <a:off x="2519316" y="5661232"/>
            <a:ext cx="936000"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Base Variable</a:t>
            </a:r>
          </a:p>
        </p:txBody>
      </p:sp>
      <p:sp>
        <p:nvSpPr>
          <p:cNvPr id="5" name="Rechteck 4">
            <a:extLst>
              <a:ext uri="{FF2B5EF4-FFF2-40B4-BE49-F238E27FC236}">
                <a16:creationId xmlns:a16="http://schemas.microsoft.com/office/drawing/2014/main" id="{55F44411-9B5E-4046-BAC5-83EE03E450EF}"/>
              </a:ext>
            </a:extLst>
          </p:cNvPr>
          <p:cNvSpPr/>
          <p:nvPr/>
        </p:nvSpPr>
        <p:spPr>
          <a:xfrm>
            <a:off x="4463532" y="5661232"/>
            <a:ext cx="1080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Structure Member</a:t>
            </a:r>
          </a:p>
        </p:txBody>
      </p:sp>
      <p:sp>
        <p:nvSpPr>
          <p:cNvPr id="8" name="Rechteck 7">
            <a:extLst>
              <a:ext uri="{FF2B5EF4-FFF2-40B4-BE49-F238E27FC236}">
                <a16:creationId xmlns:a16="http://schemas.microsoft.com/office/drawing/2014/main" id="{C65B9360-D0AD-4E02-8BD6-813D84BD3230}"/>
              </a:ext>
            </a:extLst>
          </p:cNvPr>
          <p:cNvSpPr/>
          <p:nvPr/>
        </p:nvSpPr>
        <p:spPr>
          <a:xfrm>
            <a:off x="6803792" y="5661232"/>
            <a:ext cx="1080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Array Member</a:t>
            </a:r>
          </a:p>
        </p:txBody>
      </p:sp>
      <p:sp>
        <p:nvSpPr>
          <p:cNvPr id="9" name="Rechteck 8">
            <a:extLst>
              <a:ext uri="{FF2B5EF4-FFF2-40B4-BE49-F238E27FC236}">
                <a16:creationId xmlns:a16="http://schemas.microsoft.com/office/drawing/2014/main" id="{DB10983F-9C17-4060-A917-C0076CB4EC64}"/>
              </a:ext>
            </a:extLst>
          </p:cNvPr>
          <p:cNvSpPr/>
          <p:nvPr/>
        </p:nvSpPr>
        <p:spPr>
          <a:xfrm>
            <a:off x="395536" y="5661000"/>
            <a:ext cx="936000"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Simple variable</a:t>
            </a:r>
          </a:p>
        </p:txBody>
      </p:sp>
      <p:sp>
        <p:nvSpPr>
          <p:cNvPr id="10" name="Rechteck 9">
            <a:extLst>
              <a:ext uri="{FF2B5EF4-FFF2-40B4-BE49-F238E27FC236}">
                <a16:creationId xmlns:a16="http://schemas.microsoft.com/office/drawing/2014/main" id="{C903748F-F342-42C2-8897-0EDE364FD431}"/>
              </a:ext>
            </a:extLst>
          </p:cNvPr>
          <p:cNvSpPr/>
          <p:nvPr/>
        </p:nvSpPr>
        <p:spPr>
          <a:xfrm>
            <a:off x="1331184" y="5661000"/>
            <a:ext cx="1224000" cy="18025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has no members )</a:t>
            </a:r>
          </a:p>
        </p:txBody>
      </p:sp>
      <p:sp>
        <p:nvSpPr>
          <p:cNvPr id="11" name="Rechteck 10">
            <a:extLst>
              <a:ext uri="{FF2B5EF4-FFF2-40B4-BE49-F238E27FC236}">
                <a16:creationId xmlns:a16="http://schemas.microsoft.com/office/drawing/2014/main" id="{837136E8-5894-4AB5-B190-52C7DE2DE84B}"/>
              </a:ext>
            </a:extLst>
          </p:cNvPr>
          <p:cNvSpPr/>
          <p:nvPr/>
        </p:nvSpPr>
        <p:spPr>
          <a:xfrm>
            <a:off x="3455420" y="5661232"/>
            <a:ext cx="1116124"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 0 members )</a:t>
            </a:r>
          </a:p>
        </p:txBody>
      </p:sp>
      <p:sp>
        <p:nvSpPr>
          <p:cNvPr id="12" name="Rechteck 11">
            <a:extLst>
              <a:ext uri="{FF2B5EF4-FFF2-40B4-BE49-F238E27FC236}">
                <a16:creationId xmlns:a16="http://schemas.microsoft.com/office/drawing/2014/main" id="{40E95D8A-C2B8-435B-AA44-6039D2801228}"/>
              </a:ext>
            </a:extLst>
          </p:cNvPr>
          <p:cNvSpPr/>
          <p:nvPr/>
        </p:nvSpPr>
        <p:spPr>
          <a:xfrm>
            <a:off x="5579656" y="5661232"/>
            <a:ext cx="1224136"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 structure )</a:t>
            </a:r>
          </a:p>
        </p:txBody>
      </p:sp>
      <p:sp>
        <p:nvSpPr>
          <p:cNvPr id="13" name="Rechteck 12">
            <a:extLst>
              <a:ext uri="{FF2B5EF4-FFF2-40B4-BE49-F238E27FC236}">
                <a16:creationId xmlns:a16="http://schemas.microsoft.com/office/drawing/2014/main" id="{75A365A8-0AC2-4D40-80D6-52C8E98ABA9A}"/>
              </a:ext>
            </a:extLst>
          </p:cNvPr>
          <p:cNvSpPr/>
          <p:nvPr/>
        </p:nvSpPr>
        <p:spPr>
          <a:xfrm>
            <a:off x="7883912" y="5661232"/>
            <a:ext cx="1079888"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an array)</a:t>
            </a:r>
          </a:p>
        </p:txBody>
      </p:sp>
      <p:sp>
        <p:nvSpPr>
          <p:cNvPr id="14" name="Rechteck 13">
            <a:extLst>
              <a:ext uri="{FF2B5EF4-FFF2-40B4-BE49-F238E27FC236}">
                <a16:creationId xmlns:a16="http://schemas.microsoft.com/office/drawing/2014/main" id="{413FE098-CCAC-46E6-B834-212DF8D7E734}"/>
              </a:ext>
            </a:extLst>
          </p:cNvPr>
          <p:cNvSpPr/>
          <p:nvPr/>
        </p:nvSpPr>
        <p:spPr>
          <a:xfrm>
            <a:off x="396000" y="765000"/>
            <a:ext cx="8496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latin typeface="+mj-lt"/>
                <a:cs typeface="Courier New" panose="02070309020205020404" pitchFamily="49" charset="0"/>
              </a:rPr>
              <a:t>Assignment:</a:t>
            </a:r>
            <a:r>
              <a:rPr lang="en-US" sz="1200" b="1" dirty="0">
                <a:solidFill>
                  <a:schemeClr val="tx1"/>
                </a:solidFill>
                <a:latin typeface="Courier New" panose="02070309020205020404" pitchFamily="49" charset="0"/>
                <a:cs typeface="Courier New" panose="02070309020205020404" pitchFamily="49" charset="0"/>
              </a:rPr>
              <a:t>	football club[] = soccer club[];</a:t>
            </a:r>
          </a:p>
        </p:txBody>
      </p:sp>
      <p:sp>
        <p:nvSpPr>
          <p:cNvPr id="6" name="Rechteck 5">
            <a:extLst>
              <a:ext uri="{FF2B5EF4-FFF2-40B4-BE49-F238E27FC236}">
                <a16:creationId xmlns:a16="http://schemas.microsoft.com/office/drawing/2014/main" id="{2D455C08-E792-4383-AA04-EE43A0FB6A4C}"/>
              </a:ext>
            </a:extLst>
          </p:cNvPr>
          <p:cNvSpPr/>
          <p:nvPr/>
        </p:nvSpPr>
        <p:spPr>
          <a:xfrm>
            <a:off x="4644000" y="1197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a:t>
            </a:r>
          </a:p>
        </p:txBody>
      </p:sp>
      <p:sp>
        <p:nvSpPr>
          <p:cNvPr id="7" name="Rechteck 6">
            <a:extLst>
              <a:ext uri="{FF2B5EF4-FFF2-40B4-BE49-F238E27FC236}">
                <a16:creationId xmlns:a16="http://schemas.microsoft.com/office/drawing/2014/main" id="{9041A9D0-892D-4109-B651-2A7610DBCF3A}"/>
              </a:ext>
            </a:extLst>
          </p:cNvPr>
          <p:cNvSpPr/>
          <p:nvPr/>
        </p:nvSpPr>
        <p:spPr>
          <a:xfrm>
            <a:off x="5868000" y="119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237" name="Rechteck 236">
            <a:extLst>
              <a:ext uri="{FF2B5EF4-FFF2-40B4-BE49-F238E27FC236}">
                <a16:creationId xmlns:a16="http://schemas.microsoft.com/office/drawing/2014/main" id="{7DDBDDC0-E811-4ED9-802B-F9142591D967}"/>
              </a:ext>
            </a:extLst>
          </p:cNvPr>
          <p:cNvSpPr/>
          <p:nvPr/>
        </p:nvSpPr>
        <p:spPr>
          <a:xfrm>
            <a:off x="4860000" y="1413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238" name="Rechteck 237">
            <a:extLst>
              <a:ext uri="{FF2B5EF4-FFF2-40B4-BE49-F238E27FC236}">
                <a16:creationId xmlns:a16="http://schemas.microsoft.com/office/drawing/2014/main" id="{11DA19B2-2B65-4CEF-BA27-34CD2BB99275}"/>
              </a:ext>
            </a:extLst>
          </p:cNvPr>
          <p:cNvSpPr/>
          <p:nvPr/>
        </p:nvSpPr>
        <p:spPr>
          <a:xfrm>
            <a:off x="5076000" y="1629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239" name="Rechteck 238">
            <a:extLst>
              <a:ext uri="{FF2B5EF4-FFF2-40B4-BE49-F238E27FC236}">
                <a16:creationId xmlns:a16="http://schemas.microsoft.com/office/drawing/2014/main" id="{B565EA7D-9076-4BEA-BE13-6C306D038DE8}"/>
              </a:ext>
            </a:extLst>
          </p:cNvPr>
          <p:cNvSpPr/>
          <p:nvPr/>
        </p:nvSpPr>
        <p:spPr>
          <a:xfrm>
            <a:off x="5076000" y="1845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240" name="Rechteck 239">
            <a:extLst>
              <a:ext uri="{FF2B5EF4-FFF2-40B4-BE49-F238E27FC236}">
                <a16:creationId xmlns:a16="http://schemas.microsoft.com/office/drawing/2014/main" id="{8177039A-0A1C-43F1-A0B4-19B4030735DC}"/>
              </a:ext>
            </a:extLst>
          </p:cNvPr>
          <p:cNvSpPr/>
          <p:nvPr/>
        </p:nvSpPr>
        <p:spPr>
          <a:xfrm>
            <a:off x="5076000" y="2565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241" name="Rechteck 240">
            <a:extLst>
              <a:ext uri="{FF2B5EF4-FFF2-40B4-BE49-F238E27FC236}">
                <a16:creationId xmlns:a16="http://schemas.microsoft.com/office/drawing/2014/main" id="{BC5D22FE-3FDE-4372-8B3B-026EDCE95130}"/>
              </a:ext>
            </a:extLst>
          </p:cNvPr>
          <p:cNvSpPr/>
          <p:nvPr/>
        </p:nvSpPr>
        <p:spPr>
          <a:xfrm>
            <a:off x="5508000" y="2061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242" name="Rechteck 241">
            <a:extLst>
              <a:ext uri="{FF2B5EF4-FFF2-40B4-BE49-F238E27FC236}">
                <a16:creationId xmlns:a16="http://schemas.microsoft.com/office/drawing/2014/main" id="{966EB1AD-9D1C-49B4-A919-4AC2B0D0C915}"/>
              </a:ext>
            </a:extLst>
          </p:cNvPr>
          <p:cNvSpPr/>
          <p:nvPr/>
        </p:nvSpPr>
        <p:spPr>
          <a:xfrm>
            <a:off x="5076000" y="2349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243" name="Rechteck 242">
            <a:extLst>
              <a:ext uri="{FF2B5EF4-FFF2-40B4-BE49-F238E27FC236}">
                <a16:creationId xmlns:a16="http://schemas.microsoft.com/office/drawing/2014/main" id="{1273D06F-C4C3-4364-813D-3F229A5A3146}"/>
              </a:ext>
            </a:extLst>
          </p:cNvPr>
          <p:cNvSpPr/>
          <p:nvPr/>
        </p:nvSpPr>
        <p:spPr>
          <a:xfrm>
            <a:off x="4860000" y="2781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244" name="Rechteck 243">
            <a:extLst>
              <a:ext uri="{FF2B5EF4-FFF2-40B4-BE49-F238E27FC236}">
                <a16:creationId xmlns:a16="http://schemas.microsoft.com/office/drawing/2014/main" id="{8391E7FB-EFE9-4E33-918C-CD7660A1D02F}"/>
              </a:ext>
            </a:extLst>
          </p:cNvPr>
          <p:cNvSpPr/>
          <p:nvPr/>
        </p:nvSpPr>
        <p:spPr>
          <a:xfrm>
            <a:off x="5076000" y="2060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245" name="Rechteck 244">
            <a:extLst>
              <a:ext uri="{FF2B5EF4-FFF2-40B4-BE49-F238E27FC236}">
                <a16:creationId xmlns:a16="http://schemas.microsoft.com/office/drawing/2014/main" id="{19793154-044B-405D-8964-E2164C05F758}"/>
              </a:ext>
            </a:extLst>
          </p:cNvPr>
          <p:cNvSpPr/>
          <p:nvPr/>
        </p:nvSpPr>
        <p:spPr>
          <a:xfrm>
            <a:off x="5076000" y="2205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246" name="Rechteck 245">
            <a:extLst>
              <a:ext uri="{FF2B5EF4-FFF2-40B4-BE49-F238E27FC236}">
                <a16:creationId xmlns:a16="http://schemas.microsoft.com/office/drawing/2014/main" id="{390C38A8-6A57-4459-A5B4-36A5C1405A46}"/>
              </a:ext>
            </a:extLst>
          </p:cNvPr>
          <p:cNvSpPr/>
          <p:nvPr/>
        </p:nvSpPr>
        <p:spPr>
          <a:xfrm>
            <a:off x="6444000" y="2781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247" name="Rechteck 246">
            <a:extLst>
              <a:ext uri="{FF2B5EF4-FFF2-40B4-BE49-F238E27FC236}">
                <a16:creationId xmlns:a16="http://schemas.microsoft.com/office/drawing/2014/main" id="{B898859C-BE68-4577-9A4F-B2517B20E57D}"/>
              </a:ext>
            </a:extLst>
          </p:cNvPr>
          <p:cNvSpPr/>
          <p:nvPr/>
        </p:nvSpPr>
        <p:spPr>
          <a:xfrm>
            <a:off x="6660000" y="1629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248" name="Rechteck 247">
            <a:extLst>
              <a:ext uri="{FF2B5EF4-FFF2-40B4-BE49-F238E27FC236}">
                <a16:creationId xmlns:a16="http://schemas.microsoft.com/office/drawing/2014/main" id="{F047020B-9877-4720-A6F3-7F08C3BECB46}"/>
              </a:ext>
            </a:extLst>
          </p:cNvPr>
          <p:cNvSpPr/>
          <p:nvPr/>
        </p:nvSpPr>
        <p:spPr>
          <a:xfrm>
            <a:off x="6660000" y="1845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249" name="Rechteck 248">
            <a:extLst>
              <a:ext uri="{FF2B5EF4-FFF2-40B4-BE49-F238E27FC236}">
                <a16:creationId xmlns:a16="http://schemas.microsoft.com/office/drawing/2014/main" id="{514766FB-C9C2-4DEF-AA22-4BBBD7CBF36A}"/>
              </a:ext>
            </a:extLst>
          </p:cNvPr>
          <p:cNvSpPr/>
          <p:nvPr/>
        </p:nvSpPr>
        <p:spPr>
          <a:xfrm>
            <a:off x="6660000" y="2565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250" name="Rechteck 249">
            <a:extLst>
              <a:ext uri="{FF2B5EF4-FFF2-40B4-BE49-F238E27FC236}">
                <a16:creationId xmlns:a16="http://schemas.microsoft.com/office/drawing/2014/main" id="{C1697C73-C6E3-4178-B4F5-C867B7C7E7EB}"/>
              </a:ext>
            </a:extLst>
          </p:cNvPr>
          <p:cNvSpPr/>
          <p:nvPr/>
        </p:nvSpPr>
        <p:spPr>
          <a:xfrm>
            <a:off x="7092000" y="2061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251" name="Rechteck 250">
            <a:extLst>
              <a:ext uri="{FF2B5EF4-FFF2-40B4-BE49-F238E27FC236}">
                <a16:creationId xmlns:a16="http://schemas.microsoft.com/office/drawing/2014/main" id="{1A6F5CFF-9A74-47D5-8F02-6D9B0020BC1A}"/>
              </a:ext>
            </a:extLst>
          </p:cNvPr>
          <p:cNvSpPr/>
          <p:nvPr/>
        </p:nvSpPr>
        <p:spPr>
          <a:xfrm>
            <a:off x="5508000" y="2277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252" name="Rechteck 251">
            <a:extLst>
              <a:ext uri="{FF2B5EF4-FFF2-40B4-BE49-F238E27FC236}">
                <a16:creationId xmlns:a16="http://schemas.microsoft.com/office/drawing/2014/main" id="{14D121D9-C157-4025-A369-3355D51CCA66}"/>
              </a:ext>
            </a:extLst>
          </p:cNvPr>
          <p:cNvSpPr/>
          <p:nvPr/>
        </p:nvSpPr>
        <p:spPr>
          <a:xfrm>
            <a:off x="7740000" y="2277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253" name="Rechteck 252">
            <a:extLst>
              <a:ext uri="{FF2B5EF4-FFF2-40B4-BE49-F238E27FC236}">
                <a16:creationId xmlns:a16="http://schemas.microsoft.com/office/drawing/2014/main" id="{EE8DF69E-38F1-4036-83CF-5E3EC2382D9A}"/>
              </a:ext>
            </a:extLst>
          </p:cNvPr>
          <p:cNvSpPr/>
          <p:nvPr/>
        </p:nvSpPr>
        <p:spPr>
          <a:xfrm>
            <a:off x="6084000" y="1413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116" name="Rechteck 115">
            <a:extLst>
              <a:ext uri="{FF2B5EF4-FFF2-40B4-BE49-F238E27FC236}">
                <a16:creationId xmlns:a16="http://schemas.microsoft.com/office/drawing/2014/main" id="{A77E9F95-5BF6-4411-A49F-0526A6627AF4}"/>
              </a:ext>
            </a:extLst>
          </p:cNvPr>
          <p:cNvSpPr/>
          <p:nvPr/>
        </p:nvSpPr>
        <p:spPr>
          <a:xfrm>
            <a:off x="396000" y="1197000"/>
            <a:ext cx="1224136"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17" name="Rechteck 116">
            <a:extLst>
              <a:ext uri="{FF2B5EF4-FFF2-40B4-BE49-F238E27FC236}">
                <a16:creationId xmlns:a16="http://schemas.microsoft.com/office/drawing/2014/main" id="{06B49E5B-F33B-477F-9D3C-1E761B044E50}"/>
              </a:ext>
            </a:extLst>
          </p:cNvPr>
          <p:cNvSpPr/>
          <p:nvPr/>
        </p:nvSpPr>
        <p:spPr>
          <a:xfrm>
            <a:off x="1620000" y="119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254" name="Pfeil: nach rechts 253">
            <a:extLst>
              <a:ext uri="{FF2B5EF4-FFF2-40B4-BE49-F238E27FC236}">
                <a16:creationId xmlns:a16="http://schemas.microsoft.com/office/drawing/2014/main" id="{E1E43F24-D72D-4185-BA63-4F6EB20FDD16}"/>
              </a:ext>
            </a:extLst>
          </p:cNvPr>
          <p:cNvSpPr/>
          <p:nvPr/>
        </p:nvSpPr>
        <p:spPr>
          <a:xfrm flipH="1">
            <a:off x="3924000" y="1125000"/>
            <a:ext cx="576000" cy="360000"/>
          </a:xfrm>
          <a:prstGeom prst="right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19" name="Rechteck 118">
            <a:extLst>
              <a:ext uri="{FF2B5EF4-FFF2-40B4-BE49-F238E27FC236}">
                <a16:creationId xmlns:a16="http://schemas.microsoft.com/office/drawing/2014/main" id="{724FF5C4-77C0-4179-B577-FB51CD5D7DBE}"/>
              </a:ext>
            </a:extLst>
          </p:cNvPr>
          <p:cNvSpPr/>
          <p:nvPr/>
        </p:nvSpPr>
        <p:spPr>
          <a:xfrm>
            <a:off x="396000" y="3285000"/>
            <a:ext cx="8496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latin typeface="+mj-lt"/>
                <a:cs typeface="Courier New" panose="02070309020205020404" pitchFamily="49" charset="0"/>
              </a:rPr>
              <a:t>Transaction:  </a:t>
            </a:r>
            <a:r>
              <a:rPr lang="en-US" sz="1200" b="1" dirty="0">
                <a:solidFill>
                  <a:schemeClr val="tx1"/>
                </a:solidFill>
                <a:latin typeface="Courier New" panose="02070309020205020404" pitchFamily="49" charset="0"/>
                <a:cs typeface="Courier New" panose="02070309020205020404" pitchFamily="49" charset="0"/>
              </a:rPr>
              <a:t>	football club[] </a:t>
            </a:r>
            <a:r>
              <a:rPr lang="en-US" sz="1200" b="1">
                <a:solidFill>
                  <a:schemeClr val="tx1"/>
                </a:solidFill>
                <a:latin typeface="Courier New" panose="02070309020205020404" pitchFamily="49" charset="0"/>
                <a:cs typeface="Courier New" panose="02070309020205020404" pitchFamily="49" charset="0"/>
              </a:rPr>
              <a:t>&lt;== soccer </a:t>
            </a:r>
            <a:r>
              <a:rPr lang="en-US" sz="1200" b="1" dirty="0">
                <a:solidFill>
                  <a:schemeClr val="tx1"/>
                </a:solidFill>
                <a:latin typeface="Courier New" panose="02070309020205020404" pitchFamily="49" charset="0"/>
                <a:cs typeface="Courier New" panose="02070309020205020404" pitchFamily="49" charset="0"/>
              </a:rPr>
              <a:t>club[];</a:t>
            </a:r>
          </a:p>
        </p:txBody>
      </p:sp>
      <p:sp>
        <p:nvSpPr>
          <p:cNvPr id="139" name="Rechteck 138">
            <a:extLst>
              <a:ext uri="{FF2B5EF4-FFF2-40B4-BE49-F238E27FC236}">
                <a16:creationId xmlns:a16="http://schemas.microsoft.com/office/drawing/2014/main" id="{59F09C32-8569-41D1-A093-3CEB9E278435}"/>
              </a:ext>
            </a:extLst>
          </p:cNvPr>
          <p:cNvSpPr/>
          <p:nvPr/>
        </p:nvSpPr>
        <p:spPr>
          <a:xfrm>
            <a:off x="4644000" y="364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a:t>
            </a:r>
          </a:p>
        </p:txBody>
      </p:sp>
      <p:sp>
        <p:nvSpPr>
          <p:cNvPr id="140" name="Rechteck 139">
            <a:extLst>
              <a:ext uri="{FF2B5EF4-FFF2-40B4-BE49-F238E27FC236}">
                <a16:creationId xmlns:a16="http://schemas.microsoft.com/office/drawing/2014/main" id="{662F4AAE-059B-4B0B-A110-654E5B091521}"/>
              </a:ext>
            </a:extLst>
          </p:cNvPr>
          <p:cNvSpPr/>
          <p:nvPr/>
        </p:nvSpPr>
        <p:spPr>
          <a:xfrm>
            <a:off x="5868000" y="364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141" name="Rechteck 140">
            <a:extLst>
              <a:ext uri="{FF2B5EF4-FFF2-40B4-BE49-F238E27FC236}">
                <a16:creationId xmlns:a16="http://schemas.microsoft.com/office/drawing/2014/main" id="{4243058E-00E2-4DAA-8276-8256CE1C8DEB}"/>
              </a:ext>
            </a:extLst>
          </p:cNvPr>
          <p:cNvSpPr/>
          <p:nvPr/>
        </p:nvSpPr>
        <p:spPr>
          <a:xfrm>
            <a:off x="4860000" y="386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142" name="Rechteck 141">
            <a:extLst>
              <a:ext uri="{FF2B5EF4-FFF2-40B4-BE49-F238E27FC236}">
                <a16:creationId xmlns:a16="http://schemas.microsoft.com/office/drawing/2014/main" id="{971477E7-6A34-42CE-9983-4B51ABD13E03}"/>
              </a:ext>
            </a:extLst>
          </p:cNvPr>
          <p:cNvSpPr/>
          <p:nvPr/>
        </p:nvSpPr>
        <p:spPr>
          <a:xfrm>
            <a:off x="5076000" y="407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143" name="Rechteck 142">
            <a:extLst>
              <a:ext uri="{FF2B5EF4-FFF2-40B4-BE49-F238E27FC236}">
                <a16:creationId xmlns:a16="http://schemas.microsoft.com/office/drawing/2014/main" id="{31DFD461-830E-4228-9601-64E50DD5CC70}"/>
              </a:ext>
            </a:extLst>
          </p:cNvPr>
          <p:cNvSpPr/>
          <p:nvPr/>
        </p:nvSpPr>
        <p:spPr>
          <a:xfrm>
            <a:off x="5076000" y="429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144" name="Rechteck 143">
            <a:extLst>
              <a:ext uri="{FF2B5EF4-FFF2-40B4-BE49-F238E27FC236}">
                <a16:creationId xmlns:a16="http://schemas.microsoft.com/office/drawing/2014/main" id="{CC87DD60-61E1-48B4-8AFB-37F241E37FC0}"/>
              </a:ext>
            </a:extLst>
          </p:cNvPr>
          <p:cNvSpPr/>
          <p:nvPr/>
        </p:nvSpPr>
        <p:spPr>
          <a:xfrm>
            <a:off x="5076000" y="501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145" name="Rechteck 144">
            <a:extLst>
              <a:ext uri="{FF2B5EF4-FFF2-40B4-BE49-F238E27FC236}">
                <a16:creationId xmlns:a16="http://schemas.microsoft.com/office/drawing/2014/main" id="{E5423E27-217A-4595-88A6-6E357103681B}"/>
              </a:ext>
            </a:extLst>
          </p:cNvPr>
          <p:cNvSpPr/>
          <p:nvPr/>
        </p:nvSpPr>
        <p:spPr>
          <a:xfrm>
            <a:off x="5508000" y="450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146" name="Rechteck 145">
            <a:extLst>
              <a:ext uri="{FF2B5EF4-FFF2-40B4-BE49-F238E27FC236}">
                <a16:creationId xmlns:a16="http://schemas.microsoft.com/office/drawing/2014/main" id="{E151CF57-771F-499A-8DB6-0F86010B7790}"/>
              </a:ext>
            </a:extLst>
          </p:cNvPr>
          <p:cNvSpPr/>
          <p:nvPr/>
        </p:nvSpPr>
        <p:spPr>
          <a:xfrm>
            <a:off x="5076000" y="4797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47" name="Rechteck 146">
            <a:extLst>
              <a:ext uri="{FF2B5EF4-FFF2-40B4-BE49-F238E27FC236}">
                <a16:creationId xmlns:a16="http://schemas.microsoft.com/office/drawing/2014/main" id="{04F0708D-FBC1-46AC-B23C-F8F39B3ED458}"/>
              </a:ext>
            </a:extLst>
          </p:cNvPr>
          <p:cNvSpPr/>
          <p:nvPr/>
        </p:nvSpPr>
        <p:spPr>
          <a:xfrm>
            <a:off x="4860000" y="522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148" name="Rechteck 147">
            <a:extLst>
              <a:ext uri="{FF2B5EF4-FFF2-40B4-BE49-F238E27FC236}">
                <a16:creationId xmlns:a16="http://schemas.microsoft.com/office/drawing/2014/main" id="{31EF42D3-972E-4EDB-A149-55DAE92404C8}"/>
              </a:ext>
            </a:extLst>
          </p:cNvPr>
          <p:cNvSpPr/>
          <p:nvPr/>
        </p:nvSpPr>
        <p:spPr>
          <a:xfrm>
            <a:off x="5076000" y="4508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49" name="Rechteck 148">
            <a:extLst>
              <a:ext uri="{FF2B5EF4-FFF2-40B4-BE49-F238E27FC236}">
                <a16:creationId xmlns:a16="http://schemas.microsoft.com/office/drawing/2014/main" id="{AE2310A1-B950-407F-AE77-7162F70BED73}"/>
              </a:ext>
            </a:extLst>
          </p:cNvPr>
          <p:cNvSpPr/>
          <p:nvPr/>
        </p:nvSpPr>
        <p:spPr>
          <a:xfrm>
            <a:off x="5076000" y="4653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50" name="Rechteck 149">
            <a:extLst>
              <a:ext uri="{FF2B5EF4-FFF2-40B4-BE49-F238E27FC236}">
                <a16:creationId xmlns:a16="http://schemas.microsoft.com/office/drawing/2014/main" id="{D2B0DE3B-1B91-4EEE-B199-C9EBF6327D96}"/>
              </a:ext>
            </a:extLst>
          </p:cNvPr>
          <p:cNvSpPr/>
          <p:nvPr/>
        </p:nvSpPr>
        <p:spPr>
          <a:xfrm>
            <a:off x="6444000" y="5229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151" name="Rechteck 150">
            <a:extLst>
              <a:ext uri="{FF2B5EF4-FFF2-40B4-BE49-F238E27FC236}">
                <a16:creationId xmlns:a16="http://schemas.microsoft.com/office/drawing/2014/main" id="{72EB3392-9D64-483E-89AA-4BD09328C38E}"/>
              </a:ext>
            </a:extLst>
          </p:cNvPr>
          <p:cNvSpPr/>
          <p:nvPr/>
        </p:nvSpPr>
        <p:spPr>
          <a:xfrm>
            <a:off x="6660000" y="407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152" name="Rechteck 151">
            <a:extLst>
              <a:ext uri="{FF2B5EF4-FFF2-40B4-BE49-F238E27FC236}">
                <a16:creationId xmlns:a16="http://schemas.microsoft.com/office/drawing/2014/main" id="{BDC165C6-E40B-4F0A-BCFA-49735D0AA0B6}"/>
              </a:ext>
            </a:extLst>
          </p:cNvPr>
          <p:cNvSpPr/>
          <p:nvPr/>
        </p:nvSpPr>
        <p:spPr>
          <a:xfrm>
            <a:off x="6660000" y="429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153" name="Rechteck 152">
            <a:extLst>
              <a:ext uri="{FF2B5EF4-FFF2-40B4-BE49-F238E27FC236}">
                <a16:creationId xmlns:a16="http://schemas.microsoft.com/office/drawing/2014/main" id="{74E937C6-5ADB-43CA-8C46-4EC8E34C09B6}"/>
              </a:ext>
            </a:extLst>
          </p:cNvPr>
          <p:cNvSpPr/>
          <p:nvPr/>
        </p:nvSpPr>
        <p:spPr>
          <a:xfrm>
            <a:off x="6660000" y="501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154" name="Rechteck 153">
            <a:extLst>
              <a:ext uri="{FF2B5EF4-FFF2-40B4-BE49-F238E27FC236}">
                <a16:creationId xmlns:a16="http://schemas.microsoft.com/office/drawing/2014/main" id="{24BDF7C8-DD49-4D05-B548-3CA3094C2B25}"/>
              </a:ext>
            </a:extLst>
          </p:cNvPr>
          <p:cNvSpPr/>
          <p:nvPr/>
        </p:nvSpPr>
        <p:spPr>
          <a:xfrm>
            <a:off x="7092000" y="450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155" name="Rechteck 154">
            <a:extLst>
              <a:ext uri="{FF2B5EF4-FFF2-40B4-BE49-F238E27FC236}">
                <a16:creationId xmlns:a16="http://schemas.microsoft.com/office/drawing/2014/main" id="{DE36B331-012B-4C53-8349-6FF7BA9D1C91}"/>
              </a:ext>
            </a:extLst>
          </p:cNvPr>
          <p:cNvSpPr/>
          <p:nvPr/>
        </p:nvSpPr>
        <p:spPr>
          <a:xfrm>
            <a:off x="5508000" y="472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156" name="Rechteck 155">
            <a:extLst>
              <a:ext uri="{FF2B5EF4-FFF2-40B4-BE49-F238E27FC236}">
                <a16:creationId xmlns:a16="http://schemas.microsoft.com/office/drawing/2014/main" id="{B570230A-BFE0-44CF-A734-E70D8130E1CF}"/>
              </a:ext>
            </a:extLst>
          </p:cNvPr>
          <p:cNvSpPr/>
          <p:nvPr/>
        </p:nvSpPr>
        <p:spPr>
          <a:xfrm>
            <a:off x="7740000" y="472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157" name="Rechteck 156">
            <a:extLst>
              <a:ext uri="{FF2B5EF4-FFF2-40B4-BE49-F238E27FC236}">
                <a16:creationId xmlns:a16="http://schemas.microsoft.com/office/drawing/2014/main" id="{EAD13157-3F07-4A66-8BF8-CD2170060361}"/>
              </a:ext>
            </a:extLst>
          </p:cNvPr>
          <p:cNvSpPr/>
          <p:nvPr/>
        </p:nvSpPr>
        <p:spPr>
          <a:xfrm>
            <a:off x="6084000" y="386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160" name="Pfeil: nach rechts 159">
            <a:extLst>
              <a:ext uri="{FF2B5EF4-FFF2-40B4-BE49-F238E27FC236}">
                <a16:creationId xmlns:a16="http://schemas.microsoft.com/office/drawing/2014/main" id="{E3D84D90-E2B6-430F-847E-F1BD4CC87B69}"/>
              </a:ext>
            </a:extLst>
          </p:cNvPr>
          <p:cNvSpPr/>
          <p:nvPr/>
        </p:nvSpPr>
        <p:spPr>
          <a:xfrm flipH="1">
            <a:off x="3924000" y="3573000"/>
            <a:ext cx="576000" cy="360000"/>
          </a:xfrm>
          <a:prstGeom prst="right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61" name="Rechteck 160">
            <a:extLst>
              <a:ext uri="{FF2B5EF4-FFF2-40B4-BE49-F238E27FC236}">
                <a16:creationId xmlns:a16="http://schemas.microsoft.com/office/drawing/2014/main" id="{BC8F9CDD-CEF6-4B72-839D-47E64D7FF6F7}"/>
              </a:ext>
            </a:extLst>
          </p:cNvPr>
          <p:cNvSpPr/>
          <p:nvPr/>
        </p:nvSpPr>
        <p:spPr>
          <a:xfrm>
            <a:off x="396000" y="364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62" name="Rechteck 161">
            <a:extLst>
              <a:ext uri="{FF2B5EF4-FFF2-40B4-BE49-F238E27FC236}">
                <a16:creationId xmlns:a16="http://schemas.microsoft.com/office/drawing/2014/main" id="{AAF40EA0-0CD4-414B-991E-2958DAE1733A}"/>
              </a:ext>
            </a:extLst>
          </p:cNvPr>
          <p:cNvSpPr/>
          <p:nvPr/>
        </p:nvSpPr>
        <p:spPr>
          <a:xfrm>
            <a:off x="1620000" y="364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163" name="Rechteck 162">
            <a:extLst>
              <a:ext uri="{FF2B5EF4-FFF2-40B4-BE49-F238E27FC236}">
                <a16:creationId xmlns:a16="http://schemas.microsoft.com/office/drawing/2014/main" id="{C0AB6C60-3CBF-4022-ABF7-FF9C3839D63F}"/>
              </a:ext>
            </a:extLst>
          </p:cNvPr>
          <p:cNvSpPr/>
          <p:nvPr/>
        </p:nvSpPr>
        <p:spPr>
          <a:xfrm>
            <a:off x="612000" y="386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a:t>
            </a:r>
          </a:p>
        </p:txBody>
      </p:sp>
      <p:sp>
        <p:nvSpPr>
          <p:cNvPr id="164" name="Rechteck 163">
            <a:extLst>
              <a:ext uri="{FF2B5EF4-FFF2-40B4-BE49-F238E27FC236}">
                <a16:creationId xmlns:a16="http://schemas.microsoft.com/office/drawing/2014/main" id="{A837F42F-3F7A-4574-BFF0-5F11AFCF237D}"/>
              </a:ext>
            </a:extLst>
          </p:cNvPr>
          <p:cNvSpPr/>
          <p:nvPr/>
        </p:nvSpPr>
        <p:spPr>
          <a:xfrm>
            <a:off x="828000" y="407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0 ]</a:t>
            </a:r>
          </a:p>
        </p:txBody>
      </p:sp>
      <p:sp>
        <p:nvSpPr>
          <p:cNvPr id="165" name="Rechteck 164">
            <a:extLst>
              <a:ext uri="{FF2B5EF4-FFF2-40B4-BE49-F238E27FC236}">
                <a16:creationId xmlns:a16="http://schemas.microsoft.com/office/drawing/2014/main" id="{A635D243-025B-4208-9128-E4567A5BB0A1}"/>
              </a:ext>
            </a:extLst>
          </p:cNvPr>
          <p:cNvSpPr/>
          <p:nvPr/>
        </p:nvSpPr>
        <p:spPr>
          <a:xfrm>
            <a:off x="828000" y="429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a:t>
            </a:r>
          </a:p>
        </p:txBody>
      </p:sp>
      <p:sp>
        <p:nvSpPr>
          <p:cNvPr id="166" name="Rechteck 165">
            <a:extLst>
              <a:ext uri="{FF2B5EF4-FFF2-40B4-BE49-F238E27FC236}">
                <a16:creationId xmlns:a16="http://schemas.microsoft.com/office/drawing/2014/main" id="{F81EFA89-5BEB-4B0B-A907-ECD55A8DF1BB}"/>
              </a:ext>
            </a:extLst>
          </p:cNvPr>
          <p:cNvSpPr/>
          <p:nvPr/>
        </p:nvSpPr>
        <p:spPr>
          <a:xfrm>
            <a:off x="828000" y="501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10 ]</a:t>
            </a:r>
          </a:p>
        </p:txBody>
      </p:sp>
      <p:sp>
        <p:nvSpPr>
          <p:cNvPr id="167" name="Rechteck 166">
            <a:extLst>
              <a:ext uri="{FF2B5EF4-FFF2-40B4-BE49-F238E27FC236}">
                <a16:creationId xmlns:a16="http://schemas.microsoft.com/office/drawing/2014/main" id="{3DF0F587-8C15-4CE3-9CA4-F8AFEB92EE49}"/>
              </a:ext>
            </a:extLst>
          </p:cNvPr>
          <p:cNvSpPr/>
          <p:nvPr/>
        </p:nvSpPr>
        <p:spPr>
          <a:xfrm>
            <a:off x="1260000" y="450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role ]</a:t>
            </a:r>
          </a:p>
        </p:txBody>
      </p:sp>
      <p:sp>
        <p:nvSpPr>
          <p:cNvPr id="168" name="Rechteck 167">
            <a:extLst>
              <a:ext uri="{FF2B5EF4-FFF2-40B4-BE49-F238E27FC236}">
                <a16:creationId xmlns:a16="http://schemas.microsoft.com/office/drawing/2014/main" id="{8B22F265-096F-4BDD-9F63-0FC93A0BDEAF}"/>
              </a:ext>
            </a:extLst>
          </p:cNvPr>
          <p:cNvSpPr/>
          <p:nvPr/>
        </p:nvSpPr>
        <p:spPr>
          <a:xfrm>
            <a:off x="828000" y="4797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70" name="Rechteck 169">
            <a:extLst>
              <a:ext uri="{FF2B5EF4-FFF2-40B4-BE49-F238E27FC236}">
                <a16:creationId xmlns:a16="http://schemas.microsoft.com/office/drawing/2014/main" id="{9C15A68F-032F-443D-BDBA-9BCF13896A0B}"/>
              </a:ext>
            </a:extLst>
          </p:cNvPr>
          <p:cNvSpPr/>
          <p:nvPr/>
        </p:nvSpPr>
        <p:spPr>
          <a:xfrm>
            <a:off x="612000" y="522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trainer ]</a:t>
            </a:r>
          </a:p>
        </p:txBody>
      </p:sp>
      <p:sp>
        <p:nvSpPr>
          <p:cNvPr id="172" name="Rechteck 171">
            <a:extLst>
              <a:ext uri="{FF2B5EF4-FFF2-40B4-BE49-F238E27FC236}">
                <a16:creationId xmlns:a16="http://schemas.microsoft.com/office/drawing/2014/main" id="{06E5A339-CBF6-4098-B8F5-9FF3EA07B6AD}"/>
              </a:ext>
            </a:extLst>
          </p:cNvPr>
          <p:cNvSpPr/>
          <p:nvPr/>
        </p:nvSpPr>
        <p:spPr>
          <a:xfrm>
            <a:off x="828000" y="4508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74" name="Rechteck 173">
            <a:extLst>
              <a:ext uri="{FF2B5EF4-FFF2-40B4-BE49-F238E27FC236}">
                <a16:creationId xmlns:a16="http://schemas.microsoft.com/office/drawing/2014/main" id="{FA4EBA3A-4658-465C-BB3B-9639FC904AB2}"/>
              </a:ext>
            </a:extLst>
          </p:cNvPr>
          <p:cNvSpPr/>
          <p:nvPr/>
        </p:nvSpPr>
        <p:spPr>
          <a:xfrm>
            <a:off x="828000" y="4653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76" name="Rechteck 175">
            <a:extLst>
              <a:ext uri="{FF2B5EF4-FFF2-40B4-BE49-F238E27FC236}">
                <a16:creationId xmlns:a16="http://schemas.microsoft.com/office/drawing/2014/main" id="{2967B82A-E925-4238-9ABE-A3792F60DDB3}"/>
              </a:ext>
            </a:extLst>
          </p:cNvPr>
          <p:cNvSpPr/>
          <p:nvPr/>
        </p:nvSpPr>
        <p:spPr>
          <a:xfrm>
            <a:off x="2196000" y="5229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178" name="Rechteck 177">
            <a:extLst>
              <a:ext uri="{FF2B5EF4-FFF2-40B4-BE49-F238E27FC236}">
                <a16:creationId xmlns:a16="http://schemas.microsoft.com/office/drawing/2014/main" id="{8F2DC8D9-3454-45D7-8166-CE0CFFFF6B0D}"/>
              </a:ext>
            </a:extLst>
          </p:cNvPr>
          <p:cNvSpPr/>
          <p:nvPr/>
        </p:nvSpPr>
        <p:spPr>
          <a:xfrm>
            <a:off x="2412000" y="407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180" name="Rechteck 179">
            <a:extLst>
              <a:ext uri="{FF2B5EF4-FFF2-40B4-BE49-F238E27FC236}">
                <a16:creationId xmlns:a16="http://schemas.microsoft.com/office/drawing/2014/main" id="{81F6AAD8-357C-4388-BABC-E9AD7181705C}"/>
              </a:ext>
            </a:extLst>
          </p:cNvPr>
          <p:cNvSpPr/>
          <p:nvPr/>
        </p:nvSpPr>
        <p:spPr>
          <a:xfrm>
            <a:off x="2412000" y="429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182" name="Rechteck 181">
            <a:extLst>
              <a:ext uri="{FF2B5EF4-FFF2-40B4-BE49-F238E27FC236}">
                <a16:creationId xmlns:a16="http://schemas.microsoft.com/office/drawing/2014/main" id="{C44E14C4-D4FA-4DB8-BDAC-B346A04D7D89}"/>
              </a:ext>
            </a:extLst>
          </p:cNvPr>
          <p:cNvSpPr/>
          <p:nvPr/>
        </p:nvSpPr>
        <p:spPr>
          <a:xfrm>
            <a:off x="2412000" y="501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184" name="Rechteck 183">
            <a:extLst>
              <a:ext uri="{FF2B5EF4-FFF2-40B4-BE49-F238E27FC236}">
                <a16:creationId xmlns:a16="http://schemas.microsoft.com/office/drawing/2014/main" id="{1F093AD1-FA8E-4EFA-83AA-C3881A38BF91}"/>
              </a:ext>
            </a:extLst>
          </p:cNvPr>
          <p:cNvSpPr/>
          <p:nvPr/>
        </p:nvSpPr>
        <p:spPr>
          <a:xfrm>
            <a:off x="2844000" y="450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186" name="Rechteck 185">
            <a:extLst>
              <a:ext uri="{FF2B5EF4-FFF2-40B4-BE49-F238E27FC236}">
                <a16:creationId xmlns:a16="http://schemas.microsoft.com/office/drawing/2014/main" id="{624334C4-60AF-4A40-9E49-42BAFD6162A0}"/>
              </a:ext>
            </a:extLst>
          </p:cNvPr>
          <p:cNvSpPr/>
          <p:nvPr/>
        </p:nvSpPr>
        <p:spPr>
          <a:xfrm>
            <a:off x="1260000" y="472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goals achieved ]</a:t>
            </a:r>
          </a:p>
        </p:txBody>
      </p:sp>
      <p:sp>
        <p:nvSpPr>
          <p:cNvPr id="188" name="Rechteck 187">
            <a:extLst>
              <a:ext uri="{FF2B5EF4-FFF2-40B4-BE49-F238E27FC236}">
                <a16:creationId xmlns:a16="http://schemas.microsoft.com/office/drawing/2014/main" id="{84212087-9718-4126-89A7-3F8C6E9326ED}"/>
              </a:ext>
            </a:extLst>
          </p:cNvPr>
          <p:cNvSpPr/>
          <p:nvPr/>
        </p:nvSpPr>
        <p:spPr>
          <a:xfrm>
            <a:off x="3492000" y="472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190" name="Rechteck 189">
            <a:extLst>
              <a:ext uri="{FF2B5EF4-FFF2-40B4-BE49-F238E27FC236}">
                <a16:creationId xmlns:a16="http://schemas.microsoft.com/office/drawing/2014/main" id="{AA1AB500-F813-4212-B9BB-ABE56D16CD8E}"/>
              </a:ext>
            </a:extLst>
          </p:cNvPr>
          <p:cNvSpPr/>
          <p:nvPr/>
        </p:nvSpPr>
        <p:spPr>
          <a:xfrm>
            <a:off x="1836000" y="386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Tree>
    <p:extLst>
      <p:ext uri="{BB962C8B-B14F-4D97-AF65-F5344CB8AC3E}">
        <p14:creationId xmlns:p14="http://schemas.microsoft.com/office/powerpoint/2010/main" val="2622154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Transactions</a:t>
            </a:r>
            <a:br>
              <a:rPr lang="en-US" dirty="0"/>
            </a:br>
            <a:r>
              <a:rPr lang="en-US" dirty="0"/>
              <a:t>AND Assignment Operator</a:t>
            </a:r>
          </a:p>
        </p:txBody>
      </p:sp>
      <p:sp>
        <p:nvSpPr>
          <p:cNvPr id="4" name="Textplatzhalter 3"/>
          <p:cNvSpPr>
            <a:spLocks noGrp="1"/>
          </p:cNvSpPr>
          <p:nvPr>
            <p:ph type="body" sz="quarter" idx="16"/>
          </p:nvPr>
        </p:nvSpPr>
        <p:spPr/>
        <p:txBody>
          <a:bodyPr/>
          <a:lstStyle/>
          <a:p>
            <a:endParaRPr lang="en-US"/>
          </a:p>
        </p:txBody>
      </p:sp>
      <p:sp>
        <p:nvSpPr>
          <p:cNvPr id="14" name="Rechteck 13">
            <a:extLst>
              <a:ext uri="{FF2B5EF4-FFF2-40B4-BE49-F238E27FC236}">
                <a16:creationId xmlns:a16="http://schemas.microsoft.com/office/drawing/2014/main" id="{413FE098-CCAC-46E6-B834-212DF8D7E734}"/>
              </a:ext>
            </a:extLst>
          </p:cNvPr>
          <p:cNvSpPr/>
          <p:nvPr/>
        </p:nvSpPr>
        <p:spPr>
          <a:xfrm>
            <a:off x="396000" y="3285000"/>
            <a:ext cx="8496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latin typeface="+mj-lt"/>
                <a:cs typeface="Courier New" panose="02070309020205020404" pitchFamily="49" charset="0"/>
              </a:rPr>
              <a:t>Assignment:</a:t>
            </a:r>
            <a:r>
              <a:rPr lang="en-US" sz="1200" b="1" dirty="0">
                <a:solidFill>
                  <a:schemeClr val="tx1"/>
                </a:solidFill>
                <a:latin typeface="Courier New" panose="02070309020205020404" pitchFamily="49" charset="0"/>
                <a:cs typeface="Courier New" panose="02070309020205020404" pitchFamily="49" charset="0"/>
              </a:rPr>
              <a:t>	football club[] &amp;&lt;&lt;=^ soccer club[];</a:t>
            </a:r>
          </a:p>
        </p:txBody>
      </p:sp>
      <p:sp>
        <p:nvSpPr>
          <p:cNvPr id="15" name="Rechteck 14">
            <a:extLst>
              <a:ext uri="{FF2B5EF4-FFF2-40B4-BE49-F238E27FC236}">
                <a16:creationId xmlns:a16="http://schemas.microsoft.com/office/drawing/2014/main" id="{7A6CDC30-D81F-40C4-B567-C7A5A2722D13}"/>
              </a:ext>
            </a:extLst>
          </p:cNvPr>
          <p:cNvSpPr/>
          <p:nvPr/>
        </p:nvSpPr>
        <p:spPr>
          <a:xfrm>
            <a:off x="396000" y="3644999"/>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6" name="Rechteck 15">
            <a:extLst>
              <a:ext uri="{FF2B5EF4-FFF2-40B4-BE49-F238E27FC236}">
                <a16:creationId xmlns:a16="http://schemas.microsoft.com/office/drawing/2014/main" id="{95E6A50C-E2F2-4BAC-B484-C26961D79121}"/>
              </a:ext>
            </a:extLst>
          </p:cNvPr>
          <p:cNvSpPr/>
          <p:nvPr/>
        </p:nvSpPr>
        <p:spPr>
          <a:xfrm>
            <a:off x="1620000" y="3644999"/>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17" name="Rechteck 16">
            <a:extLst>
              <a:ext uri="{FF2B5EF4-FFF2-40B4-BE49-F238E27FC236}">
                <a16:creationId xmlns:a16="http://schemas.microsoft.com/office/drawing/2014/main" id="{32ACBA31-73C3-4C6C-9505-D1CC4C31A548}"/>
              </a:ext>
            </a:extLst>
          </p:cNvPr>
          <p:cNvSpPr/>
          <p:nvPr/>
        </p:nvSpPr>
        <p:spPr>
          <a:xfrm>
            <a:off x="612000" y="3860999"/>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18" name="Rechteck 17">
            <a:extLst>
              <a:ext uri="{FF2B5EF4-FFF2-40B4-BE49-F238E27FC236}">
                <a16:creationId xmlns:a16="http://schemas.microsoft.com/office/drawing/2014/main" id="{E093F234-F2B1-4387-8CA2-48AAD3C3A67A}"/>
              </a:ext>
            </a:extLst>
          </p:cNvPr>
          <p:cNvSpPr/>
          <p:nvPr/>
        </p:nvSpPr>
        <p:spPr>
          <a:xfrm>
            <a:off x="828000" y="4076999"/>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0 ]</a:t>
            </a:r>
          </a:p>
        </p:txBody>
      </p:sp>
      <p:sp>
        <p:nvSpPr>
          <p:cNvPr id="19" name="Rechteck 18">
            <a:extLst>
              <a:ext uri="{FF2B5EF4-FFF2-40B4-BE49-F238E27FC236}">
                <a16:creationId xmlns:a16="http://schemas.microsoft.com/office/drawing/2014/main" id="{3C525B8E-6DF4-4863-A9AF-08A1D3DEAD2C}"/>
              </a:ext>
            </a:extLst>
          </p:cNvPr>
          <p:cNvSpPr/>
          <p:nvPr/>
        </p:nvSpPr>
        <p:spPr>
          <a:xfrm>
            <a:off x="828000" y="429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a:t>
            </a:r>
          </a:p>
        </p:txBody>
      </p:sp>
      <p:sp>
        <p:nvSpPr>
          <p:cNvPr id="20" name="Rechteck 19">
            <a:extLst>
              <a:ext uri="{FF2B5EF4-FFF2-40B4-BE49-F238E27FC236}">
                <a16:creationId xmlns:a16="http://schemas.microsoft.com/office/drawing/2014/main" id="{EA10120B-BD93-449C-86BD-DF47D3357F36}"/>
              </a:ext>
            </a:extLst>
          </p:cNvPr>
          <p:cNvSpPr/>
          <p:nvPr/>
        </p:nvSpPr>
        <p:spPr>
          <a:xfrm>
            <a:off x="828000" y="501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10 ]</a:t>
            </a:r>
          </a:p>
        </p:txBody>
      </p:sp>
      <p:sp>
        <p:nvSpPr>
          <p:cNvPr id="21" name="Rechteck 20">
            <a:extLst>
              <a:ext uri="{FF2B5EF4-FFF2-40B4-BE49-F238E27FC236}">
                <a16:creationId xmlns:a16="http://schemas.microsoft.com/office/drawing/2014/main" id="{23F4722B-D697-4425-AB8B-A6364F7D8E27}"/>
              </a:ext>
            </a:extLst>
          </p:cNvPr>
          <p:cNvSpPr/>
          <p:nvPr/>
        </p:nvSpPr>
        <p:spPr>
          <a:xfrm>
            <a:off x="1260000" y="450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role ]</a:t>
            </a:r>
          </a:p>
        </p:txBody>
      </p:sp>
      <p:sp>
        <p:nvSpPr>
          <p:cNvPr id="22" name="Rechteck 21">
            <a:extLst>
              <a:ext uri="{FF2B5EF4-FFF2-40B4-BE49-F238E27FC236}">
                <a16:creationId xmlns:a16="http://schemas.microsoft.com/office/drawing/2014/main" id="{37A538DF-596A-4F35-8139-AD793A95AF13}"/>
              </a:ext>
            </a:extLst>
          </p:cNvPr>
          <p:cNvSpPr/>
          <p:nvPr/>
        </p:nvSpPr>
        <p:spPr>
          <a:xfrm>
            <a:off x="828000" y="4797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23" name="Rechteck 22">
            <a:extLst>
              <a:ext uri="{FF2B5EF4-FFF2-40B4-BE49-F238E27FC236}">
                <a16:creationId xmlns:a16="http://schemas.microsoft.com/office/drawing/2014/main" id="{555783CB-67EB-4EFF-B39C-2D264969E075}"/>
              </a:ext>
            </a:extLst>
          </p:cNvPr>
          <p:cNvSpPr/>
          <p:nvPr/>
        </p:nvSpPr>
        <p:spPr>
          <a:xfrm>
            <a:off x="612000" y="522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trainer ]</a:t>
            </a:r>
          </a:p>
        </p:txBody>
      </p:sp>
      <p:sp>
        <p:nvSpPr>
          <p:cNvPr id="24" name="Rechteck 23">
            <a:extLst>
              <a:ext uri="{FF2B5EF4-FFF2-40B4-BE49-F238E27FC236}">
                <a16:creationId xmlns:a16="http://schemas.microsoft.com/office/drawing/2014/main" id="{54EEBB90-E581-4A0E-A628-44ACE2BBB1BA}"/>
              </a:ext>
            </a:extLst>
          </p:cNvPr>
          <p:cNvSpPr/>
          <p:nvPr/>
        </p:nvSpPr>
        <p:spPr>
          <a:xfrm>
            <a:off x="828000" y="4508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25" name="Rechteck 24">
            <a:extLst>
              <a:ext uri="{FF2B5EF4-FFF2-40B4-BE49-F238E27FC236}">
                <a16:creationId xmlns:a16="http://schemas.microsoft.com/office/drawing/2014/main" id="{2589D0A9-8171-4A61-83A7-DA7C381DC996}"/>
              </a:ext>
            </a:extLst>
          </p:cNvPr>
          <p:cNvSpPr/>
          <p:nvPr/>
        </p:nvSpPr>
        <p:spPr>
          <a:xfrm>
            <a:off x="828000" y="4653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26" name="Rechteck 25">
            <a:extLst>
              <a:ext uri="{FF2B5EF4-FFF2-40B4-BE49-F238E27FC236}">
                <a16:creationId xmlns:a16="http://schemas.microsoft.com/office/drawing/2014/main" id="{C0CD753E-DC62-460A-8E52-1EFF298DD990}"/>
              </a:ext>
            </a:extLst>
          </p:cNvPr>
          <p:cNvSpPr/>
          <p:nvPr/>
        </p:nvSpPr>
        <p:spPr>
          <a:xfrm>
            <a:off x="2196000" y="5229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"Y. </a:t>
            </a:r>
            <a:r>
              <a:rPr lang="en-US" sz="1000" b="1" dirty="0" err="1">
                <a:solidFill>
                  <a:srgbClr val="0000FF"/>
                </a:solidFill>
              </a:rPr>
              <a:t>Yvesson</a:t>
            </a:r>
            <a:r>
              <a:rPr lang="en-US" sz="1000" b="1" dirty="0">
                <a:solidFill>
                  <a:srgbClr val="0000FF"/>
                </a:solidFill>
              </a:rPr>
              <a:t>"</a:t>
            </a:r>
          </a:p>
        </p:txBody>
      </p:sp>
      <p:sp>
        <p:nvSpPr>
          <p:cNvPr id="27" name="Rechteck 26">
            <a:extLst>
              <a:ext uri="{FF2B5EF4-FFF2-40B4-BE49-F238E27FC236}">
                <a16:creationId xmlns:a16="http://schemas.microsoft.com/office/drawing/2014/main" id="{268BF982-251A-4444-B0D7-348B29EC4E5F}"/>
              </a:ext>
            </a:extLst>
          </p:cNvPr>
          <p:cNvSpPr/>
          <p:nvPr/>
        </p:nvSpPr>
        <p:spPr>
          <a:xfrm>
            <a:off x="2412000" y="4076999"/>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"L. Larsson"</a:t>
            </a:r>
          </a:p>
        </p:txBody>
      </p:sp>
      <p:sp>
        <p:nvSpPr>
          <p:cNvPr id="28" name="Rechteck 27">
            <a:extLst>
              <a:ext uri="{FF2B5EF4-FFF2-40B4-BE49-F238E27FC236}">
                <a16:creationId xmlns:a16="http://schemas.microsoft.com/office/drawing/2014/main" id="{9C171916-A8BE-4D26-A248-2BCDBA9F313C}"/>
              </a:ext>
            </a:extLst>
          </p:cNvPr>
          <p:cNvSpPr/>
          <p:nvPr/>
        </p:nvSpPr>
        <p:spPr>
          <a:xfrm>
            <a:off x="2412000" y="429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"B. Bell"</a:t>
            </a:r>
          </a:p>
        </p:txBody>
      </p:sp>
      <p:sp>
        <p:nvSpPr>
          <p:cNvPr id="29" name="Rechteck 28">
            <a:extLst>
              <a:ext uri="{FF2B5EF4-FFF2-40B4-BE49-F238E27FC236}">
                <a16:creationId xmlns:a16="http://schemas.microsoft.com/office/drawing/2014/main" id="{C81AC160-D4FB-48E3-95CF-5A741A680859}"/>
              </a:ext>
            </a:extLst>
          </p:cNvPr>
          <p:cNvSpPr/>
          <p:nvPr/>
        </p:nvSpPr>
        <p:spPr>
          <a:xfrm>
            <a:off x="2412000" y="501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30" name="Rechteck 29">
            <a:extLst>
              <a:ext uri="{FF2B5EF4-FFF2-40B4-BE49-F238E27FC236}">
                <a16:creationId xmlns:a16="http://schemas.microsoft.com/office/drawing/2014/main" id="{4FD6B3DF-828F-488B-B51F-7E989A4C4850}"/>
              </a:ext>
            </a:extLst>
          </p:cNvPr>
          <p:cNvSpPr/>
          <p:nvPr/>
        </p:nvSpPr>
        <p:spPr>
          <a:xfrm>
            <a:off x="2844000" y="450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"center forward"</a:t>
            </a:r>
          </a:p>
        </p:txBody>
      </p:sp>
      <p:sp>
        <p:nvSpPr>
          <p:cNvPr id="31" name="Rechteck 30">
            <a:extLst>
              <a:ext uri="{FF2B5EF4-FFF2-40B4-BE49-F238E27FC236}">
                <a16:creationId xmlns:a16="http://schemas.microsoft.com/office/drawing/2014/main" id="{FF2F3430-2BEC-45BA-B386-7BAFF54D090F}"/>
              </a:ext>
            </a:extLst>
          </p:cNvPr>
          <p:cNvSpPr/>
          <p:nvPr/>
        </p:nvSpPr>
        <p:spPr>
          <a:xfrm>
            <a:off x="1260000" y="472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goals achieved ]</a:t>
            </a:r>
          </a:p>
        </p:txBody>
      </p:sp>
      <p:sp>
        <p:nvSpPr>
          <p:cNvPr id="32" name="Rechteck 31">
            <a:extLst>
              <a:ext uri="{FF2B5EF4-FFF2-40B4-BE49-F238E27FC236}">
                <a16:creationId xmlns:a16="http://schemas.microsoft.com/office/drawing/2014/main" id="{21D5B5E4-8D17-485A-8A53-0F670D7DEE71}"/>
              </a:ext>
            </a:extLst>
          </p:cNvPr>
          <p:cNvSpPr/>
          <p:nvPr/>
        </p:nvSpPr>
        <p:spPr>
          <a:xfrm>
            <a:off x="3492000" y="472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5</a:t>
            </a:r>
          </a:p>
        </p:txBody>
      </p:sp>
      <p:sp>
        <p:nvSpPr>
          <p:cNvPr id="33" name="Rechteck 32">
            <a:extLst>
              <a:ext uri="{FF2B5EF4-FFF2-40B4-BE49-F238E27FC236}">
                <a16:creationId xmlns:a16="http://schemas.microsoft.com/office/drawing/2014/main" id="{C7402ECF-D2E0-4F2D-A793-4C98929F23AD}"/>
              </a:ext>
            </a:extLst>
          </p:cNvPr>
          <p:cNvSpPr/>
          <p:nvPr/>
        </p:nvSpPr>
        <p:spPr>
          <a:xfrm>
            <a:off x="1836000" y="3860999"/>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"The winning team"</a:t>
            </a:r>
          </a:p>
        </p:txBody>
      </p:sp>
      <p:sp>
        <p:nvSpPr>
          <p:cNvPr id="34" name="Rechteck 33">
            <a:extLst>
              <a:ext uri="{FF2B5EF4-FFF2-40B4-BE49-F238E27FC236}">
                <a16:creationId xmlns:a16="http://schemas.microsoft.com/office/drawing/2014/main" id="{CCBA5865-23B4-4351-B3AF-049A9973D748}"/>
              </a:ext>
            </a:extLst>
          </p:cNvPr>
          <p:cNvSpPr/>
          <p:nvPr/>
        </p:nvSpPr>
        <p:spPr>
          <a:xfrm>
            <a:off x="4644000" y="3645000"/>
            <a:ext cx="1224136"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a:t>
            </a:r>
          </a:p>
        </p:txBody>
      </p:sp>
      <p:sp>
        <p:nvSpPr>
          <p:cNvPr id="35" name="Rechteck 34">
            <a:extLst>
              <a:ext uri="{FF2B5EF4-FFF2-40B4-BE49-F238E27FC236}">
                <a16:creationId xmlns:a16="http://schemas.microsoft.com/office/drawing/2014/main" id="{6DD95C9C-D0EB-42B3-9D2E-7F40E8839488}"/>
              </a:ext>
            </a:extLst>
          </p:cNvPr>
          <p:cNvSpPr/>
          <p:nvPr/>
        </p:nvSpPr>
        <p:spPr>
          <a:xfrm>
            <a:off x="5868000" y="364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36" name="Rechteck 35">
            <a:extLst>
              <a:ext uri="{FF2B5EF4-FFF2-40B4-BE49-F238E27FC236}">
                <a16:creationId xmlns:a16="http://schemas.microsoft.com/office/drawing/2014/main" id="{1AF64E0A-9E92-4738-82B2-97DA043C61BD}"/>
              </a:ext>
            </a:extLst>
          </p:cNvPr>
          <p:cNvSpPr/>
          <p:nvPr/>
        </p:nvSpPr>
        <p:spPr>
          <a:xfrm>
            <a:off x="4644000" y="3861000"/>
            <a:ext cx="3744000" cy="50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Note that this transaction is a </a:t>
            </a:r>
            <a:r>
              <a:rPr lang="en-US" sz="1000" b="1" dirty="0">
                <a:solidFill>
                  <a:schemeClr val="tx1"/>
                </a:solidFill>
              </a:rPr>
              <a:t>move</a:t>
            </a:r>
            <a:r>
              <a:rPr lang="en-US" sz="1000" dirty="0">
                <a:solidFill>
                  <a:schemeClr val="tx1"/>
                </a:solidFill>
              </a:rPr>
              <a:t> transaction.</a:t>
            </a:r>
          </a:p>
          <a:p>
            <a:r>
              <a:rPr lang="en-US" sz="1000" dirty="0">
                <a:solidFill>
                  <a:schemeClr val="tx1"/>
                </a:solidFill>
              </a:rPr>
              <a:t>The "^" suffix behind the transaction symbol has preserved</a:t>
            </a:r>
          </a:p>
          <a:p>
            <a:r>
              <a:rPr lang="en-US" sz="1000" dirty="0">
                <a:solidFill>
                  <a:schemeClr val="tx1"/>
                </a:solidFill>
              </a:rPr>
              <a:t>the base variable.  The football club retains its "F.C. ..." name.</a:t>
            </a:r>
          </a:p>
        </p:txBody>
      </p:sp>
      <p:sp>
        <p:nvSpPr>
          <p:cNvPr id="37" name="Rechteck 36">
            <a:extLst>
              <a:ext uri="{FF2B5EF4-FFF2-40B4-BE49-F238E27FC236}">
                <a16:creationId xmlns:a16="http://schemas.microsoft.com/office/drawing/2014/main" id="{E8D31666-5727-4053-BBE5-6497A538B68A}"/>
              </a:ext>
            </a:extLst>
          </p:cNvPr>
          <p:cNvSpPr/>
          <p:nvPr/>
        </p:nvSpPr>
        <p:spPr>
          <a:xfrm>
            <a:off x="4644000" y="4653000"/>
            <a:ext cx="3744000" cy="50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u="sng" dirty="0">
                <a:solidFill>
                  <a:schemeClr val="tx1"/>
                </a:solidFill>
              </a:rPr>
              <a:t>Note:</a:t>
            </a:r>
          </a:p>
          <a:p>
            <a:r>
              <a:rPr lang="en-US" sz="1000" dirty="0">
                <a:solidFill>
                  <a:srgbClr val="FF0000"/>
                </a:solidFill>
              </a:rPr>
              <a:t>L. Larsson's functions and goals achieved </a:t>
            </a:r>
            <a:r>
              <a:rPr lang="en-US" sz="1000" dirty="0">
                <a:solidFill>
                  <a:schemeClr val="tx1"/>
                </a:solidFill>
              </a:rPr>
              <a:t>are not transferred</a:t>
            </a:r>
          </a:p>
          <a:p>
            <a:r>
              <a:rPr lang="en-US" sz="1000" dirty="0">
                <a:solidFill>
                  <a:schemeClr val="tx1"/>
                </a:solidFill>
              </a:rPr>
              <a:t>because the structure members are not existing in the destination</a:t>
            </a:r>
          </a:p>
          <a:p>
            <a:r>
              <a:rPr lang="en-US" sz="1000" dirty="0">
                <a:solidFill>
                  <a:schemeClr val="tx1"/>
                </a:solidFill>
              </a:rPr>
              <a:t>variable.  Use the | (OR) prefix instead to include them.</a:t>
            </a:r>
          </a:p>
          <a:p>
            <a:r>
              <a:rPr lang="en-US" sz="1000" dirty="0">
                <a:solidFill>
                  <a:schemeClr val="tx1"/>
                </a:solidFill>
              </a:rPr>
              <a:t>Same applies to the home site </a:t>
            </a:r>
            <a:r>
              <a:rPr lang="en-US" sz="1000" dirty="0">
                <a:solidFill>
                  <a:srgbClr val="FF0000"/>
                </a:solidFill>
              </a:rPr>
              <a:t>Beverly Hills, CA</a:t>
            </a:r>
            <a:r>
              <a:rPr lang="en-US" sz="1000" dirty="0">
                <a:solidFill>
                  <a:schemeClr val="tx1"/>
                </a:solidFill>
              </a:rPr>
              <a:t>.</a:t>
            </a:r>
          </a:p>
        </p:txBody>
      </p:sp>
      <p:sp>
        <p:nvSpPr>
          <p:cNvPr id="169" name="Rechteck 168">
            <a:extLst>
              <a:ext uri="{FF2B5EF4-FFF2-40B4-BE49-F238E27FC236}">
                <a16:creationId xmlns:a16="http://schemas.microsoft.com/office/drawing/2014/main" id="{267A28AB-D1D0-4B54-8E1B-16DB9B04BAAF}"/>
              </a:ext>
            </a:extLst>
          </p:cNvPr>
          <p:cNvSpPr/>
          <p:nvPr/>
        </p:nvSpPr>
        <p:spPr>
          <a:xfrm>
            <a:off x="180000" y="76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71" name="Rechteck 170">
            <a:extLst>
              <a:ext uri="{FF2B5EF4-FFF2-40B4-BE49-F238E27FC236}">
                <a16:creationId xmlns:a16="http://schemas.microsoft.com/office/drawing/2014/main" id="{972F6919-BABD-4968-BD59-BF2AEA6D9C04}"/>
              </a:ext>
            </a:extLst>
          </p:cNvPr>
          <p:cNvSpPr/>
          <p:nvPr/>
        </p:nvSpPr>
        <p:spPr>
          <a:xfrm>
            <a:off x="1404000" y="76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173" name="Rechteck 172">
            <a:extLst>
              <a:ext uri="{FF2B5EF4-FFF2-40B4-BE49-F238E27FC236}">
                <a16:creationId xmlns:a16="http://schemas.microsoft.com/office/drawing/2014/main" id="{68BF4F35-BC74-400B-B416-B7CC33CDB284}"/>
              </a:ext>
            </a:extLst>
          </p:cNvPr>
          <p:cNvSpPr/>
          <p:nvPr/>
        </p:nvSpPr>
        <p:spPr>
          <a:xfrm>
            <a:off x="396000" y="98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175" name="Rechteck 174">
            <a:extLst>
              <a:ext uri="{FF2B5EF4-FFF2-40B4-BE49-F238E27FC236}">
                <a16:creationId xmlns:a16="http://schemas.microsoft.com/office/drawing/2014/main" id="{4D583147-CC4C-42FD-ABAC-EF6CF76593AD}"/>
              </a:ext>
            </a:extLst>
          </p:cNvPr>
          <p:cNvSpPr/>
          <p:nvPr/>
        </p:nvSpPr>
        <p:spPr>
          <a:xfrm>
            <a:off x="612000" y="119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0 ]</a:t>
            </a:r>
          </a:p>
        </p:txBody>
      </p:sp>
      <p:sp>
        <p:nvSpPr>
          <p:cNvPr id="177" name="Rechteck 176">
            <a:extLst>
              <a:ext uri="{FF2B5EF4-FFF2-40B4-BE49-F238E27FC236}">
                <a16:creationId xmlns:a16="http://schemas.microsoft.com/office/drawing/2014/main" id="{8B7C2297-EE59-4577-8D42-1F962A1C8BFB}"/>
              </a:ext>
            </a:extLst>
          </p:cNvPr>
          <p:cNvSpPr/>
          <p:nvPr/>
        </p:nvSpPr>
        <p:spPr>
          <a:xfrm>
            <a:off x="612000" y="141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a:t>
            </a:r>
          </a:p>
        </p:txBody>
      </p:sp>
      <p:sp>
        <p:nvSpPr>
          <p:cNvPr id="179" name="Rechteck 178">
            <a:extLst>
              <a:ext uri="{FF2B5EF4-FFF2-40B4-BE49-F238E27FC236}">
                <a16:creationId xmlns:a16="http://schemas.microsoft.com/office/drawing/2014/main" id="{AE3605CE-8848-4969-B3D5-30DDBFB00CC8}"/>
              </a:ext>
            </a:extLst>
          </p:cNvPr>
          <p:cNvSpPr/>
          <p:nvPr/>
        </p:nvSpPr>
        <p:spPr>
          <a:xfrm>
            <a:off x="612000" y="213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10 ]</a:t>
            </a:r>
          </a:p>
        </p:txBody>
      </p:sp>
      <p:sp>
        <p:nvSpPr>
          <p:cNvPr id="181" name="Rechteck 180">
            <a:extLst>
              <a:ext uri="{FF2B5EF4-FFF2-40B4-BE49-F238E27FC236}">
                <a16:creationId xmlns:a16="http://schemas.microsoft.com/office/drawing/2014/main" id="{E9FB5F34-FAC9-4F51-8B8A-0AC0D47AA705}"/>
              </a:ext>
            </a:extLst>
          </p:cNvPr>
          <p:cNvSpPr/>
          <p:nvPr/>
        </p:nvSpPr>
        <p:spPr>
          <a:xfrm>
            <a:off x="1044000" y="162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role ]</a:t>
            </a:r>
          </a:p>
        </p:txBody>
      </p:sp>
      <p:sp>
        <p:nvSpPr>
          <p:cNvPr id="183" name="Rechteck 182">
            <a:extLst>
              <a:ext uri="{FF2B5EF4-FFF2-40B4-BE49-F238E27FC236}">
                <a16:creationId xmlns:a16="http://schemas.microsoft.com/office/drawing/2014/main" id="{F2F64AA0-D13F-4E7A-9BDF-32C2493D9DF7}"/>
              </a:ext>
            </a:extLst>
          </p:cNvPr>
          <p:cNvSpPr/>
          <p:nvPr/>
        </p:nvSpPr>
        <p:spPr>
          <a:xfrm>
            <a:off x="612000" y="1917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85" name="Rechteck 184">
            <a:extLst>
              <a:ext uri="{FF2B5EF4-FFF2-40B4-BE49-F238E27FC236}">
                <a16:creationId xmlns:a16="http://schemas.microsoft.com/office/drawing/2014/main" id="{8A7D9D1D-1F34-4788-AD82-A0EE7DC6E09D}"/>
              </a:ext>
            </a:extLst>
          </p:cNvPr>
          <p:cNvSpPr/>
          <p:nvPr/>
        </p:nvSpPr>
        <p:spPr>
          <a:xfrm>
            <a:off x="396000" y="234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trainer ]</a:t>
            </a:r>
          </a:p>
        </p:txBody>
      </p:sp>
      <p:sp>
        <p:nvSpPr>
          <p:cNvPr id="187" name="Rechteck 186">
            <a:extLst>
              <a:ext uri="{FF2B5EF4-FFF2-40B4-BE49-F238E27FC236}">
                <a16:creationId xmlns:a16="http://schemas.microsoft.com/office/drawing/2014/main" id="{76EE8805-A57F-4AA0-9B91-0A8BE13DD99E}"/>
              </a:ext>
            </a:extLst>
          </p:cNvPr>
          <p:cNvSpPr/>
          <p:nvPr/>
        </p:nvSpPr>
        <p:spPr>
          <a:xfrm>
            <a:off x="612000" y="1628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89" name="Rechteck 188">
            <a:extLst>
              <a:ext uri="{FF2B5EF4-FFF2-40B4-BE49-F238E27FC236}">
                <a16:creationId xmlns:a16="http://schemas.microsoft.com/office/drawing/2014/main" id="{520D056B-93F0-42C0-8114-5319FF1CFDD7}"/>
              </a:ext>
            </a:extLst>
          </p:cNvPr>
          <p:cNvSpPr/>
          <p:nvPr/>
        </p:nvSpPr>
        <p:spPr>
          <a:xfrm>
            <a:off x="612000" y="1773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91" name="Rechteck 190">
            <a:extLst>
              <a:ext uri="{FF2B5EF4-FFF2-40B4-BE49-F238E27FC236}">
                <a16:creationId xmlns:a16="http://schemas.microsoft.com/office/drawing/2014/main" id="{7C1D6461-82A6-4AE8-A2DF-B26E5D31394A}"/>
              </a:ext>
            </a:extLst>
          </p:cNvPr>
          <p:cNvSpPr/>
          <p:nvPr/>
        </p:nvSpPr>
        <p:spPr>
          <a:xfrm>
            <a:off x="1980000" y="2349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193" name="Rechteck 192">
            <a:extLst>
              <a:ext uri="{FF2B5EF4-FFF2-40B4-BE49-F238E27FC236}">
                <a16:creationId xmlns:a16="http://schemas.microsoft.com/office/drawing/2014/main" id="{8D272A00-14FA-4605-91FB-1CF223CAC39E}"/>
              </a:ext>
            </a:extLst>
          </p:cNvPr>
          <p:cNvSpPr/>
          <p:nvPr/>
        </p:nvSpPr>
        <p:spPr>
          <a:xfrm>
            <a:off x="2196000" y="119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195" name="Rechteck 194">
            <a:extLst>
              <a:ext uri="{FF2B5EF4-FFF2-40B4-BE49-F238E27FC236}">
                <a16:creationId xmlns:a16="http://schemas.microsoft.com/office/drawing/2014/main" id="{2613687F-496F-41A8-9FE1-04E524036ED3}"/>
              </a:ext>
            </a:extLst>
          </p:cNvPr>
          <p:cNvSpPr/>
          <p:nvPr/>
        </p:nvSpPr>
        <p:spPr>
          <a:xfrm>
            <a:off x="2196000" y="141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197" name="Rechteck 196">
            <a:extLst>
              <a:ext uri="{FF2B5EF4-FFF2-40B4-BE49-F238E27FC236}">
                <a16:creationId xmlns:a16="http://schemas.microsoft.com/office/drawing/2014/main" id="{2D763054-BE4C-469E-A498-1C506CB865B4}"/>
              </a:ext>
            </a:extLst>
          </p:cNvPr>
          <p:cNvSpPr/>
          <p:nvPr/>
        </p:nvSpPr>
        <p:spPr>
          <a:xfrm>
            <a:off x="2196000" y="213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199" name="Rechteck 198">
            <a:extLst>
              <a:ext uri="{FF2B5EF4-FFF2-40B4-BE49-F238E27FC236}">
                <a16:creationId xmlns:a16="http://schemas.microsoft.com/office/drawing/2014/main" id="{5A2C9BA5-2A0C-4CBF-9EF8-A2CB77AD8D6D}"/>
              </a:ext>
            </a:extLst>
          </p:cNvPr>
          <p:cNvSpPr/>
          <p:nvPr/>
        </p:nvSpPr>
        <p:spPr>
          <a:xfrm>
            <a:off x="2628000" y="162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201" name="Rechteck 200">
            <a:extLst>
              <a:ext uri="{FF2B5EF4-FFF2-40B4-BE49-F238E27FC236}">
                <a16:creationId xmlns:a16="http://schemas.microsoft.com/office/drawing/2014/main" id="{70B55D6C-DDC9-4865-B231-7757411E4A5F}"/>
              </a:ext>
            </a:extLst>
          </p:cNvPr>
          <p:cNvSpPr/>
          <p:nvPr/>
        </p:nvSpPr>
        <p:spPr>
          <a:xfrm>
            <a:off x="1044000" y="184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goals achieved ]</a:t>
            </a:r>
          </a:p>
        </p:txBody>
      </p:sp>
      <p:sp>
        <p:nvSpPr>
          <p:cNvPr id="203" name="Rechteck 202">
            <a:extLst>
              <a:ext uri="{FF2B5EF4-FFF2-40B4-BE49-F238E27FC236}">
                <a16:creationId xmlns:a16="http://schemas.microsoft.com/office/drawing/2014/main" id="{4123C71A-4FF8-40F3-BB64-6CAC54D9AB3B}"/>
              </a:ext>
            </a:extLst>
          </p:cNvPr>
          <p:cNvSpPr/>
          <p:nvPr/>
        </p:nvSpPr>
        <p:spPr>
          <a:xfrm>
            <a:off x="3276000" y="184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205" name="Rechteck 204">
            <a:extLst>
              <a:ext uri="{FF2B5EF4-FFF2-40B4-BE49-F238E27FC236}">
                <a16:creationId xmlns:a16="http://schemas.microsoft.com/office/drawing/2014/main" id="{175ABB7B-B3EB-4E20-A5D2-B5B1EAFE581F}"/>
              </a:ext>
            </a:extLst>
          </p:cNvPr>
          <p:cNvSpPr/>
          <p:nvPr/>
        </p:nvSpPr>
        <p:spPr>
          <a:xfrm>
            <a:off x="1620000" y="98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214" name="Rechteck 213">
            <a:extLst>
              <a:ext uri="{FF2B5EF4-FFF2-40B4-BE49-F238E27FC236}">
                <a16:creationId xmlns:a16="http://schemas.microsoft.com/office/drawing/2014/main" id="{5F049678-9F29-4E1E-9D44-A051B907BE00}"/>
              </a:ext>
            </a:extLst>
          </p:cNvPr>
          <p:cNvSpPr/>
          <p:nvPr/>
        </p:nvSpPr>
        <p:spPr>
          <a:xfrm>
            <a:off x="4284000" y="76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soccer club[ ]</a:t>
            </a:r>
          </a:p>
        </p:txBody>
      </p:sp>
      <p:sp>
        <p:nvSpPr>
          <p:cNvPr id="215" name="Rechteck 214">
            <a:extLst>
              <a:ext uri="{FF2B5EF4-FFF2-40B4-BE49-F238E27FC236}">
                <a16:creationId xmlns:a16="http://schemas.microsoft.com/office/drawing/2014/main" id="{ADB490BE-FC67-4B56-9239-6B7347D06774}"/>
              </a:ext>
            </a:extLst>
          </p:cNvPr>
          <p:cNvSpPr/>
          <p:nvPr/>
        </p:nvSpPr>
        <p:spPr>
          <a:xfrm>
            <a:off x="5508000" y="76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216" name="Rechteck 215">
            <a:extLst>
              <a:ext uri="{FF2B5EF4-FFF2-40B4-BE49-F238E27FC236}">
                <a16:creationId xmlns:a16="http://schemas.microsoft.com/office/drawing/2014/main" id="{165FF2FE-D7FE-44D1-BCE3-409069666E83}"/>
              </a:ext>
            </a:extLst>
          </p:cNvPr>
          <p:cNvSpPr/>
          <p:nvPr/>
        </p:nvSpPr>
        <p:spPr>
          <a:xfrm>
            <a:off x="4500000" y="1197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soccer club[ team ]</a:t>
            </a:r>
          </a:p>
        </p:txBody>
      </p:sp>
      <p:sp>
        <p:nvSpPr>
          <p:cNvPr id="217" name="Rechteck 216">
            <a:extLst>
              <a:ext uri="{FF2B5EF4-FFF2-40B4-BE49-F238E27FC236}">
                <a16:creationId xmlns:a16="http://schemas.microsoft.com/office/drawing/2014/main" id="{BFD94DA0-75F6-4E08-8280-2684927BFE2A}"/>
              </a:ext>
            </a:extLst>
          </p:cNvPr>
          <p:cNvSpPr/>
          <p:nvPr/>
        </p:nvSpPr>
        <p:spPr>
          <a:xfrm>
            <a:off x="4716000" y="141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218" name="Rechteck 217">
            <a:extLst>
              <a:ext uri="{FF2B5EF4-FFF2-40B4-BE49-F238E27FC236}">
                <a16:creationId xmlns:a16="http://schemas.microsoft.com/office/drawing/2014/main" id="{BE19A105-ED70-4512-94BC-1878C835189F}"/>
              </a:ext>
            </a:extLst>
          </p:cNvPr>
          <p:cNvSpPr/>
          <p:nvPr/>
        </p:nvSpPr>
        <p:spPr>
          <a:xfrm>
            <a:off x="4716000" y="206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219" name="Rechteck 218">
            <a:extLst>
              <a:ext uri="{FF2B5EF4-FFF2-40B4-BE49-F238E27FC236}">
                <a16:creationId xmlns:a16="http://schemas.microsoft.com/office/drawing/2014/main" id="{8874A9A1-90B8-4182-9BB1-88EC543F689A}"/>
              </a:ext>
            </a:extLst>
          </p:cNvPr>
          <p:cNvSpPr/>
          <p:nvPr/>
        </p:nvSpPr>
        <p:spPr>
          <a:xfrm>
            <a:off x="4716000" y="278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220" name="Rechteck 219">
            <a:extLst>
              <a:ext uri="{FF2B5EF4-FFF2-40B4-BE49-F238E27FC236}">
                <a16:creationId xmlns:a16="http://schemas.microsoft.com/office/drawing/2014/main" id="{6C6AE57C-2767-4CC4-B08B-9B30FE7E521F}"/>
              </a:ext>
            </a:extLst>
          </p:cNvPr>
          <p:cNvSpPr/>
          <p:nvPr/>
        </p:nvSpPr>
        <p:spPr>
          <a:xfrm>
            <a:off x="5148000" y="227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221" name="Rechteck 220">
            <a:extLst>
              <a:ext uri="{FF2B5EF4-FFF2-40B4-BE49-F238E27FC236}">
                <a16:creationId xmlns:a16="http://schemas.microsoft.com/office/drawing/2014/main" id="{F71D3311-E3F6-4D5C-AAFF-0849EC55ED53}"/>
              </a:ext>
            </a:extLst>
          </p:cNvPr>
          <p:cNvSpPr/>
          <p:nvPr/>
        </p:nvSpPr>
        <p:spPr>
          <a:xfrm>
            <a:off x="4716000" y="2565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222" name="Rechteck 221">
            <a:extLst>
              <a:ext uri="{FF2B5EF4-FFF2-40B4-BE49-F238E27FC236}">
                <a16:creationId xmlns:a16="http://schemas.microsoft.com/office/drawing/2014/main" id="{4C60C651-89CA-430C-9574-95ED753D07E0}"/>
              </a:ext>
            </a:extLst>
          </p:cNvPr>
          <p:cNvSpPr/>
          <p:nvPr/>
        </p:nvSpPr>
        <p:spPr>
          <a:xfrm>
            <a:off x="4500000" y="299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223" name="Rechteck 222">
            <a:extLst>
              <a:ext uri="{FF2B5EF4-FFF2-40B4-BE49-F238E27FC236}">
                <a16:creationId xmlns:a16="http://schemas.microsoft.com/office/drawing/2014/main" id="{D94FD699-D27E-4AFC-B3B2-307BF5047AB8}"/>
              </a:ext>
            </a:extLst>
          </p:cNvPr>
          <p:cNvSpPr/>
          <p:nvPr/>
        </p:nvSpPr>
        <p:spPr>
          <a:xfrm>
            <a:off x="4716000" y="2276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224" name="Rechteck 223">
            <a:extLst>
              <a:ext uri="{FF2B5EF4-FFF2-40B4-BE49-F238E27FC236}">
                <a16:creationId xmlns:a16="http://schemas.microsoft.com/office/drawing/2014/main" id="{2D7D3E2B-88F9-4F7C-9B8A-6FD62FD8354D}"/>
              </a:ext>
            </a:extLst>
          </p:cNvPr>
          <p:cNvSpPr/>
          <p:nvPr/>
        </p:nvSpPr>
        <p:spPr>
          <a:xfrm>
            <a:off x="4716000" y="2421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225" name="Rechteck 224">
            <a:extLst>
              <a:ext uri="{FF2B5EF4-FFF2-40B4-BE49-F238E27FC236}">
                <a16:creationId xmlns:a16="http://schemas.microsoft.com/office/drawing/2014/main" id="{5E728BF7-D4FF-4D01-973A-ABE6D3FC7D53}"/>
              </a:ext>
            </a:extLst>
          </p:cNvPr>
          <p:cNvSpPr/>
          <p:nvPr/>
        </p:nvSpPr>
        <p:spPr>
          <a:xfrm>
            <a:off x="6084000" y="2997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"Y. </a:t>
            </a:r>
            <a:r>
              <a:rPr lang="en-US" sz="1000" dirty="0" err="1">
                <a:solidFill>
                  <a:schemeClr val="tx1"/>
                </a:solidFill>
              </a:rPr>
              <a:t>Yvesson</a:t>
            </a:r>
            <a:r>
              <a:rPr lang="en-US" sz="1000" dirty="0">
                <a:solidFill>
                  <a:schemeClr val="tx1"/>
                </a:solidFill>
              </a:rPr>
              <a:t>"</a:t>
            </a:r>
          </a:p>
        </p:txBody>
      </p:sp>
      <p:sp>
        <p:nvSpPr>
          <p:cNvPr id="226" name="Rechteck 225">
            <a:extLst>
              <a:ext uri="{FF2B5EF4-FFF2-40B4-BE49-F238E27FC236}">
                <a16:creationId xmlns:a16="http://schemas.microsoft.com/office/drawing/2014/main" id="{4256C02C-EB6F-459B-8258-227D17673FC8}"/>
              </a:ext>
            </a:extLst>
          </p:cNvPr>
          <p:cNvSpPr/>
          <p:nvPr/>
        </p:nvSpPr>
        <p:spPr>
          <a:xfrm>
            <a:off x="6300000" y="141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 Larsson"</a:t>
            </a:r>
          </a:p>
        </p:txBody>
      </p:sp>
      <p:sp>
        <p:nvSpPr>
          <p:cNvPr id="227" name="Rechteck 226">
            <a:extLst>
              <a:ext uri="{FF2B5EF4-FFF2-40B4-BE49-F238E27FC236}">
                <a16:creationId xmlns:a16="http://schemas.microsoft.com/office/drawing/2014/main" id="{EF378A12-28C5-4B54-AAA4-F663A943E276}"/>
              </a:ext>
            </a:extLst>
          </p:cNvPr>
          <p:cNvSpPr/>
          <p:nvPr/>
        </p:nvSpPr>
        <p:spPr>
          <a:xfrm>
            <a:off x="6300000" y="206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228" name="Rechteck 227">
            <a:extLst>
              <a:ext uri="{FF2B5EF4-FFF2-40B4-BE49-F238E27FC236}">
                <a16:creationId xmlns:a16="http://schemas.microsoft.com/office/drawing/2014/main" id="{259A4C91-9708-4A74-873B-F301954D3C9E}"/>
              </a:ext>
            </a:extLst>
          </p:cNvPr>
          <p:cNvSpPr/>
          <p:nvPr/>
        </p:nvSpPr>
        <p:spPr>
          <a:xfrm>
            <a:off x="6300000" y="278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229" name="Rechteck 228">
            <a:extLst>
              <a:ext uri="{FF2B5EF4-FFF2-40B4-BE49-F238E27FC236}">
                <a16:creationId xmlns:a16="http://schemas.microsoft.com/office/drawing/2014/main" id="{419E5A1D-A8A7-4010-867A-3FF673D15881}"/>
              </a:ext>
            </a:extLst>
          </p:cNvPr>
          <p:cNvSpPr/>
          <p:nvPr/>
        </p:nvSpPr>
        <p:spPr>
          <a:xfrm>
            <a:off x="6732000" y="2277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230" name="Rechteck 229">
            <a:extLst>
              <a:ext uri="{FF2B5EF4-FFF2-40B4-BE49-F238E27FC236}">
                <a16:creationId xmlns:a16="http://schemas.microsoft.com/office/drawing/2014/main" id="{89A4F8F4-4C88-43D3-8305-76D6E204EAB6}"/>
              </a:ext>
            </a:extLst>
          </p:cNvPr>
          <p:cNvSpPr/>
          <p:nvPr/>
        </p:nvSpPr>
        <p:spPr>
          <a:xfrm>
            <a:off x="5148000" y="2493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231" name="Rechteck 230">
            <a:extLst>
              <a:ext uri="{FF2B5EF4-FFF2-40B4-BE49-F238E27FC236}">
                <a16:creationId xmlns:a16="http://schemas.microsoft.com/office/drawing/2014/main" id="{27E2E631-8F1A-4F83-8E81-930CC454130D}"/>
              </a:ext>
            </a:extLst>
          </p:cNvPr>
          <p:cNvSpPr/>
          <p:nvPr/>
        </p:nvSpPr>
        <p:spPr>
          <a:xfrm>
            <a:off x="7380000" y="2493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5</a:t>
            </a:r>
          </a:p>
        </p:txBody>
      </p:sp>
      <p:sp>
        <p:nvSpPr>
          <p:cNvPr id="232" name="Rechteck 231">
            <a:extLst>
              <a:ext uri="{FF2B5EF4-FFF2-40B4-BE49-F238E27FC236}">
                <a16:creationId xmlns:a16="http://schemas.microsoft.com/office/drawing/2014/main" id="{2CE5A0DD-D63A-40B2-A09F-3C2D611BED43}"/>
              </a:ext>
            </a:extLst>
          </p:cNvPr>
          <p:cNvSpPr/>
          <p:nvPr/>
        </p:nvSpPr>
        <p:spPr>
          <a:xfrm>
            <a:off x="5724000" y="119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winning team"</a:t>
            </a:r>
          </a:p>
        </p:txBody>
      </p:sp>
      <p:sp>
        <p:nvSpPr>
          <p:cNvPr id="233" name="Rechteck 232">
            <a:extLst>
              <a:ext uri="{FF2B5EF4-FFF2-40B4-BE49-F238E27FC236}">
                <a16:creationId xmlns:a16="http://schemas.microsoft.com/office/drawing/2014/main" id="{B66F1746-E053-410B-9DE7-32C56CB8F289}"/>
              </a:ext>
            </a:extLst>
          </p:cNvPr>
          <p:cNvSpPr/>
          <p:nvPr/>
        </p:nvSpPr>
        <p:spPr>
          <a:xfrm>
            <a:off x="5076000" y="162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rgbClr val="FF0000"/>
                </a:solidFill>
              </a:rPr>
              <a:t>soccer </a:t>
            </a:r>
            <a:r>
              <a:rPr lang="en-US" sz="1000" dirty="0">
                <a:solidFill>
                  <a:srgbClr val="FF0000"/>
                </a:solidFill>
              </a:rPr>
              <a:t>club[ team, 1, role ]</a:t>
            </a:r>
          </a:p>
        </p:txBody>
      </p:sp>
      <p:sp>
        <p:nvSpPr>
          <p:cNvPr id="234" name="Rechteck 233">
            <a:extLst>
              <a:ext uri="{FF2B5EF4-FFF2-40B4-BE49-F238E27FC236}">
                <a16:creationId xmlns:a16="http://schemas.microsoft.com/office/drawing/2014/main" id="{349EFB7B-5307-4142-ADF8-635C0ACBA220}"/>
              </a:ext>
            </a:extLst>
          </p:cNvPr>
          <p:cNvSpPr/>
          <p:nvPr/>
        </p:nvSpPr>
        <p:spPr>
          <a:xfrm>
            <a:off x="6660000" y="162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FF0000"/>
                </a:solidFill>
              </a:rPr>
              <a:t>"defense"</a:t>
            </a:r>
          </a:p>
        </p:txBody>
      </p:sp>
      <p:sp>
        <p:nvSpPr>
          <p:cNvPr id="235" name="Rechteck 234">
            <a:extLst>
              <a:ext uri="{FF2B5EF4-FFF2-40B4-BE49-F238E27FC236}">
                <a16:creationId xmlns:a16="http://schemas.microsoft.com/office/drawing/2014/main" id="{FE4D2B49-4B35-492D-B30B-4B7065291B0C}"/>
              </a:ext>
            </a:extLst>
          </p:cNvPr>
          <p:cNvSpPr/>
          <p:nvPr/>
        </p:nvSpPr>
        <p:spPr>
          <a:xfrm>
            <a:off x="5076000" y="184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rgbClr val="FF0000"/>
                </a:solidFill>
              </a:rPr>
              <a:t>soccer </a:t>
            </a:r>
            <a:r>
              <a:rPr lang="en-US" sz="1000" dirty="0">
                <a:solidFill>
                  <a:srgbClr val="FF0000"/>
                </a:solidFill>
              </a:rPr>
              <a:t>club[ team, 1, goals achieved ]</a:t>
            </a:r>
          </a:p>
        </p:txBody>
      </p:sp>
      <p:sp>
        <p:nvSpPr>
          <p:cNvPr id="236" name="Rechteck 235">
            <a:extLst>
              <a:ext uri="{FF2B5EF4-FFF2-40B4-BE49-F238E27FC236}">
                <a16:creationId xmlns:a16="http://schemas.microsoft.com/office/drawing/2014/main" id="{72795254-C245-4D21-A701-998F6E9AF117}"/>
              </a:ext>
            </a:extLst>
          </p:cNvPr>
          <p:cNvSpPr/>
          <p:nvPr/>
        </p:nvSpPr>
        <p:spPr>
          <a:xfrm>
            <a:off x="7308000" y="184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FF0000"/>
                </a:solidFill>
              </a:rPr>
              <a:t>0</a:t>
            </a:r>
          </a:p>
        </p:txBody>
      </p:sp>
      <p:sp>
        <p:nvSpPr>
          <p:cNvPr id="254" name="Pfeil: nach rechts 253">
            <a:extLst>
              <a:ext uri="{FF2B5EF4-FFF2-40B4-BE49-F238E27FC236}">
                <a16:creationId xmlns:a16="http://schemas.microsoft.com/office/drawing/2014/main" id="{377FF6EA-EB44-44E9-870F-E8B20DFC90C6}"/>
              </a:ext>
            </a:extLst>
          </p:cNvPr>
          <p:cNvSpPr/>
          <p:nvPr/>
        </p:nvSpPr>
        <p:spPr>
          <a:xfrm rot="16200000" flipH="1">
            <a:off x="3708000" y="2565001"/>
            <a:ext cx="468000" cy="756000"/>
          </a:xfrm>
          <a:prstGeom prst="right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 name="Rechteck 5">
            <a:extLst>
              <a:ext uri="{FF2B5EF4-FFF2-40B4-BE49-F238E27FC236}">
                <a16:creationId xmlns:a16="http://schemas.microsoft.com/office/drawing/2014/main" id="{4A697C2D-15EB-4C64-95A8-C10A330649D2}"/>
              </a:ext>
            </a:extLst>
          </p:cNvPr>
          <p:cNvSpPr/>
          <p:nvPr/>
        </p:nvSpPr>
        <p:spPr>
          <a:xfrm>
            <a:off x="4500000" y="98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soccer club[ home ]</a:t>
            </a:r>
          </a:p>
        </p:txBody>
      </p:sp>
      <p:sp>
        <p:nvSpPr>
          <p:cNvPr id="7" name="Rechteck 6">
            <a:extLst>
              <a:ext uri="{FF2B5EF4-FFF2-40B4-BE49-F238E27FC236}">
                <a16:creationId xmlns:a16="http://schemas.microsoft.com/office/drawing/2014/main" id="{02734082-4A08-4827-AE75-C6CA7D453C0A}"/>
              </a:ext>
            </a:extLst>
          </p:cNvPr>
          <p:cNvSpPr/>
          <p:nvPr/>
        </p:nvSpPr>
        <p:spPr>
          <a:xfrm>
            <a:off x="5724000" y="98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FF0000"/>
                </a:solidFill>
              </a:rPr>
              <a:t>Beverly Hills, CA</a:t>
            </a:r>
          </a:p>
        </p:txBody>
      </p:sp>
      <p:sp>
        <p:nvSpPr>
          <p:cNvPr id="237" name="Rechteck 236">
            <a:extLst>
              <a:ext uri="{FF2B5EF4-FFF2-40B4-BE49-F238E27FC236}">
                <a16:creationId xmlns:a16="http://schemas.microsoft.com/office/drawing/2014/main" id="{4A3082A9-E45D-4AC6-994B-C158A27F9543}"/>
              </a:ext>
            </a:extLst>
          </p:cNvPr>
          <p:cNvSpPr/>
          <p:nvPr/>
        </p:nvSpPr>
        <p:spPr>
          <a:xfrm>
            <a:off x="2519316" y="5661232"/>
            <a:ext cx="936000"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Base Variable</a:t>
            </a:r>
          </a:p>
        </p:txBody>
      </p:sp>
      <p:sp>
        <p:nvSpPr>
          <p:cNvPr id="238" name="Rechteck 237">
            <a:extLst>
              <a:ext uri="{FF2B5EF4-FFF2-40B4-BE49-F238E27FC236}">
                <a16:creationId xmlns:a16="http://schemas.microsoft.com/office/drawing/2014/main" id="{92DAA797-5588-40FF-8FCD-0EC9A9BA91F4}"/>
              </a:ext>
            </a:extLst>
          </p:cNvPr>
          <p:cNvSpPr/>
          <p:nvPr/>
        </p:nvSpPr>
        <p:spPr>
          <a:xfrm>
            <a:off x="4463532" y="5661232"/>
            <a:ext cx="1080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Structure Member</a:t>
            </a:r>
          </a:p>
        </p:txBody>
      </p:sp>
      <p:sp>
        <p:nvSpPr>
          <p:cNvPr id="239" name="Rechteck 238">
            <a:extLst>
              <a:ext uri="{FF2B5EF4-FFF2-40B4-BE49-F238E27FC236}">
                <a16:creationId xmlns:a16="http://schemas.microsoft.com/office/drawing/2014/main" id="{CCFA676E-D08B-45FA-8968-DE208FF63E99}"/>
              </a:ext>
            </a:extLst>
          </p:cNvPr>
          <p:cNvSpPr/>
          <p:nvPr/>
        </p:nvSpPr>
        <p:spPr>
          <a:xfrm>
            <a:off x="6803792" y="5661232"/>
            <a:ext cx="1080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Array Member</a:t>
            </a:r>
          </a:p>
        </p:txBody>
      </p:sp>
      <p:sp>
        <p:nvSpPr>
          <p:cNvPr id="240" name="Rechteck 239">
            <a:extLst>
              <a:ext uri="{FF2B5EF4-FFF2-40B4-BE49-F238E27FC236}">
                <a16:creationId xmlns:a16="http://schemas.microsoft.com/office/drawing/2014/main" id="{39FE67A3-933A-45D0-A384-34732EC3A80D}"/>
              </a:ext>
            </a:extLst>
          </p:cNvPr>
          <p:cNvSpPr/>
          <p:nvPr/>
        </p:nvSpPr>
        <p:spPr>
          <a:xfrm>
            <a:off x="395536" y="5661000"/>
            <a:ext cx="936000"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Simple variable</a:t>
            </a:r>
          </a:p>
        </p:txBody>
      </p:sp>
      <p:sp>
        <p:nvSpPr>
          <p:cNvPr id="241" name="Rechteck 240">
            <a:extLst>
              <a:ext uri="{FF2B5EF4-FFF2-40B4-BE49-F238E27FC236}">
                <a16:creationId xmlns:a16="http://schemas.microsoft.com/office/drawing/2014/main" id="{6969026A-1F33-4063-B35F-69359A876FA5}"/>
              </a:ext>
            </a:extLst>
          </p:cNvPr>
          <p:cNvSpPr/>
          <p:nvPr/>
        </p:nvSpPr>
        <p:spPr>
          <a:xfrm>
            <a:off x="1331184" y="5661000"/>
            <a:ext cx="1224000" cy="18025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has no members )</a:t>
            </a:r>
          </a:p>
        </p:txBody>
      </p:sp>
      <p:sp>
        <p:nvSpPr>
          <p:cNvPr id="242" name="Rechteck 241">
            <a:extLst>
              <a:ext uri="{FF2B5EF4-FFF2-40B4-BE49-F238E27FC236}">
                <a16:creationId xmlns:a16="http://schemas.microsoft.com/office/drawing/2014/main" id="{08097422-0363-4563-B85C-B5E984721937}"/>
              </a:ext>
            </a:extLst>
          </p:cNvPr>
          <p:cNvSpPr/>
          <p:nvPr/>
        </p:nvSpPr>
        <p:spPr>
          <a:xfrm>
            <a:off x="3455420" y="5661232"/>
            <a:ext cx="1116124"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 0 members )</a:t>
            </a:r>
          </a:p>
        </p:txBody>
      </p:sp>
      <p:sp>
        <p:nvSpPr>
          <p:cNvPr id="243" name="Rechteck 242">
            <a:extLst>
              <a:ext uri="{FF2B5EF4-FFF2-40B4-BE49-F238E27FC236}">
                <a16:creationId xmlns:a16="http://schemas.microsoft.com/office/drawing/2014/main" id="{1D0B8B7D-33C3-485B-9749-D157E29A0C05}"/>
              </a:ext>
            </a:extLst>
          </p:cNvPr>
          <p:cNvSpPr/>
          <p:nvPr/>
        </p:nvSpPr>
        <p:spPr>
          <a:xfrm>
            <a:off x="5579656" y="5661232"/>
            <a:ext cx="1224136"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 structure )</a:t>
            </a:r>
          </a:p>
        </p:txBody>
      </p:sp>
      <p:sp>
        <p:nvSpPr>
          <p:cNvPr id="244" name="Rechteck 243">
            <a:extLst>
              <a:ext uri="{FF2B5EF4-FFF2-40B4-BE49-F238E27FC236}">
                <a16:creationId xmlns:a16="http://schemas.microsoft.com/office/drawing/2014/main" id="{3C50B8F3-4264-4E91-991C-2E55FF5E97E7}"/>
              </a:ext>
            </a:extLst>
          </p:cNvPr>
          <p:cNvSpPr/>
          <p:nvPr/>
        </p:nvSpPr>
        <p:spPr>
          <a:xfrm>
            <a:off x="7883912" y="5661232"/>
            <a:ext cx="1079888"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an array)</a:t>
            </a:r>
          </a:p>
        </p:txBody>
      </p:sp>
    </p:spTree>
    <p:extLst>
      <p:ext uri="{BB962C8B-B14F-4D97-AF65-F5344CB8AC3E}">
        <p14:creationId xmlns:p14="http://schemas.microsoft.com/office/powerpoint/2010/main" val="2688216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Transactions</a:t>
            </a:r>
            <a:br>
              <a:rPr lang="en-US" dirty="0"/>
            </a:br>
            <a:r>
              <a:rPr lang="en-US" dirty="0"/>
              <a:t>OR Assignment Operator</a:t>
            </a:r>
          </a:p>
        </p:txBody>
      </p:sp>
      <p:sp>
        <p:nvSpPr>
          <p:cNvPr id="3" name="Rechteck 2">
            <a:extLst>
              <a:ext uri="{FF2B5EF4-FFF2-40B4-BE49-F238E27FC236}">
                <a16:creationId xmlns:a16="http://schemas.microsoft.com/office/drawing/2014/main" id="{CEF5CE92-8BA8-44AD-8D55-DDFD9B209527}"/>
              </a:ext>
            </a:extLst>
          </p:cNvPr>
          <p:cNvSpPr/>
          <p:nvPr/>
        </p:nvSpPr>
        <p:spPr>
          <a:xfrm>
            <a:off x="2519316" y="6237232"/>
            <a:ext cx="936000"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Base Variable</a:t>
            </a:r>
          </a:p>
        </p:txBody>
      </p:sp>
      <p:sp>
        <p:nvSpPr>
          <p:cNvPr id="5" name="Rechteck 4">
            <a:extLst>
              <a:ext uri="{FF2B5EF4-FFF2-40B4-BE49-F238E27FC236}">
                <a16:creationId xmlns:a16="http://schemas.microsoft.com/office/drawing/2014/main" id="{55F44411-9B5E-4046-BAC5-83EE03E450EF}"/>
              </a:ext>
            </a:extLst>
          </p:cNvPr>
          <p:cNvSpPr/>
          <p:nvPr/>
        </p:nvSpPr>
        <p:spPr>
          <a:xfrm>
            <a:off x="4463532" y="6237232"/>
            <a:ext cx="1080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Structure Member</a:t>
            </a:r>
          </a:p>
        </p:txBody>
      </p:sp>
      <p:sp>
        <p:nvSpPr>
          <p:cNvPr id="8" name="Rechteck 7">
            <a:extLst>
              <a:ext uri="{FF2B5EF4-FFF2-40B4-BE49-F238E27FC236}">
                <a16:creationId xmlns:a16="http://schemas.microsoft.com/office/drawing/2014/main" id="{C65B9360-D0AD-4E02-8BD6-813D84BD3230}"/>
              </a:ext>
            </a:extLst>
          </p:cNvPr>
          <p:cNvSpPr/>
          <p:nvPr/>
        </p:nvSpPr>
        <p:spPr>
          <a:xfrm>
            <a:off x="6803792" y="6237232"/>
            <a:ext cx="1080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Array Member</a:t>
            </a:r>
          </a:p>
        </p:txBody>
      </p:sp>
      <p:sp>
        <p:nvSpPr>
          <p:cNvPr id="9" name="Rechteck 8">
            <a:extLst>
              <a:ext uri="{FF2B5EF4-FFF2-40B4-BE49-F238E27FC236}">
                <a16:creationId xmlns:a16="http://schemas.microsoft.com/office/drawing/2014/main" id="{DB10983F-9C17-4060-A917-C0076CB4EC64}"/>
              </a:ext>
            </a:extLst>
          </p:cNvPr>
          <p:cNvSpPr/>
          <p:nvPr/>
        </p:nvSpPr>
        <p:spPr>
          <a:xfrm>
            <a:off x="395536" y="6237000"/>
            <a:ext cx="936000"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Simple variable</a:t>
            </a:r>
          </a:p>
        </p:txBody>
      </p:sp>
      <p:sp>
        <p:nvSpPr>
          <p:cNvPr id="10" name="Rechteck 9">
            <a:extLst>
              <a:ext uri="{FF2B5EF4-FFF2-40B4-BE49-F238E27FC236}">
                <a16:creationId xmlns:a16="http://schemas.microsoft.com/office/drawing/2014/main" id="{C903748F-F342-42C2-8897-0EDE364FD431}"/>
              </a:ext>
            </a:extLst>
          </p:cNvPr>
          <p:cNvSpPr/>
          <p:nvPr/>
        </p:nvSpPr>
        <p:spPr>
          <a:xfrm>
            <a:off x="1331184" y="6237000"/>
            <a:ext cx="1224000" cy="18025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has no members )</a:t>
            </a:r>
          </a:p>
        </p:txBody>
      </p:sp>
      <p:sp>
        <p:nvSpPr>
          <p:cNvPr id="11" name="Rechteck 10">
            <a:extLst>
              <a:ext uri="{FF2B5EF4-FFF2-40B4-BE49-F238E27FC236}">
                <a16:creationId xmlns:a16="http://schemas.microsoft.com/office/drawing/2014/main" id="{837136E8-5894-4AB5-B190-52C7DE2DE84B}"/>
              </a:ext>
            </a:extLst>
          </p:cNvPr>
          <p:cNvSpPr/>
          <p:nvPr/>
        </p:nvSpPr>
        <p:spPr>
          <a:xfrm>
            <a:off x="3455420" y="6237232"/>
            <a:ext cx="1116124"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 0 members )</a:t>
            </a:r>
          </a:p>
        </p:txBody>
      </p:sp>
      <p:sp>
        <p:nvSpPr>
          <p:cNvPr id="12" name="Rechteck 11">
            <a:extLst>
              <a:ext uri="{FF2B5EF4-FFF2-40B4-BE49-F238E27FC236}">
                <a16:creationId xmlns:a16="http://schemas.microsoft.com/office/drawing/2014/main" id="{40E95D8A-C2B8-435B-AA44-6039D2801228}"/>
              </a:ext>
            </a:extLst>
          </p:cNvPr>
          <p:cNvSpPr/>
          <p:nvPr/>
        </p:nvSpPr>
        <p:spPr>
          <a:xfrm>
            <a:off x="5579656" y="6237232"/>
            <a:ext cx="1224136"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 structure )</a:t>
            </a:r>
          </a:p>
        </p:txBody>
      </p:sp>
      <p:sp>
        <p:nvSpPr>
          <p:cNvPr id="13" name="Rechteck 12">
            <a:extLst>
              <a:ext uri="{FF2B5EF4-FFF2-40B4-BE49-F238E27FC236}">
                <a16:creationId xmlns:a16="http://schemas.microsoft.com/office/drawing/2014/main" id="{75A365A8-0AC2-4D40-80D6-52C8E98ABA9A}"/>
              </a:ext>
            </a:extLst>
          </p:cNvPr>
          <p:cNvSpPr/>
          <p:nvPr/>
        </p:nvSpPr>
        <p:spPr>
          <a:xfrm>
            <a:off x="7883912" y="6237232"/>
            <a:ext cx="1079888"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an array)</a:t>
            </a:r>
          </a:p>
        </p:txBody>
      </p:sp>
      <p:sp>
        <p:nvSpPr>
          <p:cNvPr id="14" name="Rechteck 13">
            <a:extLst>
              <a:ext uri="{FF2B5EF4-FFF2-40B4-BE49-F238E27FC236}">
                <a16:creationId xmlns:a16="http://schemas.microsoft.com/office/drawing/2014/main" id="{413FE098-CCAC-46E6-B834-212DF8D7E734}"/>
              </a:ext>
            </a:extLst>
          </p:cNvPr>
          <p:cNvSpPr/>
          <p:nvPr/>
        </p:nvSpPr>
        <p:spPr>
          <a:xfrm>
            <a:off x="396000" y="3285000"/>
            <a:ext cx="8496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latin typeface="+mj-lt"/>
                <a:cs typeface="Courier New" panose="02070309020205020404" pitchFamily="49" charset="0"/>
              </a:rPr>
              <a:t>Assignment:</a:t>
            </a:r>
            <a:r>
              <a:rPr lang="en-US" sz="1200" b="1" dirty="0">
                <a:solidFill>
                  <a:schemeClr val="tx1"/>
                </a:solidFill>
                <a:latin typeface="Courier New" panose="02070309020205020404" pitchFamily="49" charset="0"/>
                <a:cs typeface="Courier New" panose="02070309020205020404" pitchFamily="49" charset="0"/>
              </a:rPr>
              <a:t>	football club[] |&lt;== soccer club[];</a:t>
            </a:r>
          </a:p>
        </p:txBody>
      </p:sp>
      <p:sp>
        <p:nvSpPr>
          <p:cNvPr id="15" name="Rechteck 14">
            <a:extLst>
              <a:ext uri="{FF2B5EF4-FFF2-40B4-BE49-F238E27FC236}">
                <a16:creationId xmlns:a16="http://schemas.microsoft.com/office/drawing/2014/main" id="{7A6CDC30-D81F-40C4-B567-C7A5A2722D13}"/>
              </a:ext>
            </a:extLst>
          </p:cNvPr>
          <p:cNvSpPr/>
          <p:nvPr/>
        </p:nvSpPr>
        <p:spPr>
          <a:xfrm>
            <a:off x="396000" y="364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6" name="Rechteck 15">
            <a:extLst>
              <a:ext uri="{FF2B5EF4-FFF2-40B4-BE49-F238E27FC236}">
                <a16:creationId xmlns:a16="http://schemas.microsoft.com/office/drawing/2014/main" id="{95E6A50C-E2F2-4BAC-B484-C26961D79121}"/>
              </a:ext>
            </a:extLst>
          </p:cNvPr>
          <p:cNvSpPr/>
          <p:nvPr/>
        </p:nvSpPr>
        <p:spPr>
          <a:xfrm>
            <a:off x="1620000" y="364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"S.C. Beverly Hills Celebrity Kickers"</a:t>
            </a:r>
          </a:p>
        </p:txBody>
      </p:sp>
      <p:sp>
        <p:nvSpPr>
          <p:cNvPr id="17" name="Rechteck 16">
            <a:extLst>
              <a:ext uri="{FF2B5EF4-FFF2-40B4-BE49-F238E27FC236}">
                <a16:creationId xmlns:a16="http://schemas.microsoft.com/office/drawing/2014/main" id="{32ACBA31-73C3-4C6C-9505-D1CC4C31A548}"/>
              </a:ext>
            </a:extLst>
          </p:cNvPr>
          <p:cNvSpPr/>
          <p:nvPr/>
        </p:nvSpPr>
        <p:spPr>
          <a:xfrm>
            <a:off x="612000" y="4077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a:t>
            </a:r>
          </a:p>
        </p:txBody>
      </p:sp>
      <p:sp>
        <p:nvSpPr>
          <p:cNvPr id="18" name="Rechteck 17">
            <a:extLst>
              <a:ext uri="{FF2B5EF4-FFF2-40B4-BE49-F238E27FC236}">
                <a16:creationId xmlns:a16="http://schemas.microsoft.com/office/drawing/2014/main" id="{E093F234-F2B1-4387-8CA2-48AAD3C3A67A}"/>
              </a:ext>
            </a:extLst>
          </p:cNvPr>
          <p:cNvSpPr/>
          <p:nvPr/>
        </p:nvSpPr>
        <p:spPr>
          <a:xfrm>
            <a:off x="828000" y="429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0 ]</a:t>
            </a:r>
          </a:p>
        </p:txBody>
      </p:sp>
      <p:sp>
        <p:nvSpPr>
          <p:cNvPr id="19" name="Rechteck 18">
            <a:extLst>
              <a:ext uri="{FF2B5EF4-FFF2-40B4-BE49-F238E27FC236}">
                <a16:creationId xmlns:a16="http://schemas.microsoft.com/office/drawing/2014/main" id="{3C525B8E-6DF4-4863-A9AF-08A1D3DEAD2C}"/>
              </a:ext>
            </a:extLst>
          </p:cNvPr>
          <p:cNvSpPr/>
          <p:nvPr/>
        </p:nvSpPr>
        <p:spPr>
          <a:xfrm>
            <a:off x="828000" y="494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a:t>
            </a:r>
          </a:p>
        </p:txBody>
      </p:sp>
      <p:sp>
        <p:nvSpPr>
          <p:cNvPr id="20" name="Rechteck 19">
            <a:extLst>
              <a:ext uri="{FF2B5EF4-FFF2-40B4-BE49-F238E27FC236}">
                <a16:creationId xmlns:a16="http://schemas.microsoft.com/office/drawing/2014/main" id="{EA10120B-BD93-449C-86BD-DF47D3357F36}"/>
              </a:ext>
            </a:extLst>
          </p:cNvPr>
          <p:cNvSpPr/>
          <p:nvPr/>
        </p:nvSpPr>
        <p:spPr>
          <a:xfrm>
            <a:off x="828000" y="566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10 ]</a:t>
            </a:r>
          </a:p>
        </p:txBody>
      </p:sp>
      <p:sp>
        <p:nvSpPr>
          <p:cNvPr id="21" name="Rechteck 20">
            <a:extLst>
              <a:ext uri="{FF2B5EF4-FFF2-40B4-BE49-F238E27FC236}">
                <a16:creationId xmlns:a16="http://schemas.microsoft.com/office/drawing/2014/main" id="{23F4722B-D697-4425-AB8B-A6364F7D8E27}"/>
              </a:ext>
            </a:extLst>
          </p:cNvPr>
          <p:cNvSpPr/>
          <p:nvPr/>
        </p:nvSpPr>
        <p:spPr>
          <a:xfrm>
            <a:off x="1260000" y="515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role ]</a:t>
            </a:r>
          </a:p>
        </p:txBody>
      </p:sp>
      <p:sp>
        <p:nvSpPr>
          <p:cNvPr id="22" name="Rechteck 21">
            <a:extLst>
              <a:ext uri="{FF2B5EF4-FFF2-40B4-BE49-F238E27FC236}">
                <a16:creationId xmlns:a16="http://schemas.microsoft.com/office/drawing/2014/main" id="{37A538DF-596A-4F35-8139-AD793A95AF13}"/>
              </a:ext>
            </a:extLst>
          </p:cNvPr>
          <p:cNvSpPr/>
          <p:nvPr/>
        </p:nvSpPr>
        <p:spPr>
          <a:xfrm>
            <a:off x="828000" y="5445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23" name="Rechteck 22">
            <a:extLst>
              <a:ext uri="{FF2B5EF4-FFF2-40B4-BE49-F238E27FC236}">
                <a16:creationId xmlns:a16="http://schemas.microsoft.com/office/drawing/2014/main" id="{555783CB-67EB-4EFF-B39C-2D264969E075}"/>
              </a:ext>
            </a:extLst>
          </p:cNvPr>
          <p:cNvSpPr/>
          <p:nvPr/>
        </p:nvSpPr>
        <p:spPr>
          <a:xfrm>
            <a:off x="612000" y="587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trainer ]</a:t>
            </a:r>
          </a:p>
        </p:txBody>
      </p:sp>
      <p:sp>
        <p:nvSpPr>
          <p:cNvPr id="24" name="Rechteck 23">
            <a:extLst>
              <a:ext uri="{FF2B5EF4-FFF2-40B4-BE49-F238E27FC236}">
                <a16:creationId xmlns:a16="http://schemas.microsoft.com/office/drawing/2014/main" id="{54EEBB90-E581-4A0E-A628-44ACE2BBB1BA}"/>
              </a:ext>
            </a:extLst>
          </p:cNvPr>
          <p:cNvSpPr/>
          <p:nvPr/>
        </p:nvSpPr>
        <p:spPr>
          <a:xfrm>
            <a:off x="828000" y="5156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25" name="Rechteck 24">
            <a:extLst>
              <a:ext uri="{FF2B5EF4-FFF2-40B4-BE49-F238E27FC236}">
                <a16:creationId xmlns:a16="http://schemas.microsoft.com/office/drawing/2014/main" id="{2589D0A9-8171-4A61-83A7-DA7C381DC996}"/>
              </a:ext>
            </a:extLst>
          </p:cNvPr>
          <p:cNvSpPr/>
          <p:nvPr/>
        </p:nvSpPr>
        <p:spPr>
          <a:xfrm>
            <a:off x="828000" y="5301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26" name="Rechteck 25">
            <a:extLst>
              <a:ext uri="{FF2B5EF4-FFF2-40B4-BE49-F238E27FC236}">
                <a16:creationId xmlns:a16="http://schemas.microsoft.com/office/drawing/2014/main" id="{C0CD753E-DC62-460A-8E52-1EFF298DD990}"/>
              </a:ext>
            </a:extLst>
          </p:cNvPr>
          <p:cNvSpPr/>
          <p:nvPr/>
        </p:nvSpPr>
        <p:spPr>
          <a:xfrm>
            <a:off x="2196000" y="5877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"Y. </a:t>
            </a:r>
            <a:r>
              <a:rPr lang="en-US" sz="1000" b="1" dirty="0" err="1">
                <a:solidFill>
                  <a:srgbClr val="0000FF"/>
                </a:solidFill>
              </a:rPr>
              <a:t>Yvesson</a:t>
            </a:r>
            <a:r>
              <a:rPr lang="en-US" sz="1000" b="1" dirty="0">
                <a:solidFill>
                  <a:srgbClr val="0000FF"/>
                </a:solidFill>
              </a:rPr>
              <a:t>"</a:t>
            </a:r>
          </a:p>
        </p:txBody>
      </p:sp>
      <p:sp>
        <p:nvSpPr>
          <p:cNvPr id="27" name="Rechteck 26">
            <a:extLst>
              <a:ext uri="{FF2B5EF4-FFF2-40B4-BE49-F238E27FC236}">
                <a16:creationId xmlns:a16="http://schemas.microsoft.com/office/drawing/2014/main" id="{268BF982-251A-4444-B0D7-348B29EC4E5F}"/>
              </a:ext>
            </a:extLst>
          </p:cNvPr>
          <p:cNvSpPr/>
          <p:nvPr/>
        </p:nvSpPr>
        <p:spPr>
          <a:xfrm>
            <a:off x="2412000" y="429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"L. Larsson"</a:t>
            </a:r>
          </a:p>
        </p:txBody>
      </p:sp>
      <p:sp>
        <p:nvSpPr>
          <p:cNvPr id="28" name="Rechteck 27">
            <a:extLst>
              <a:ext uri="{FF2B5EF4-FFF2-40B4-BE49-F238E27FC236}">
                <a16:creationId xmlns:a16="http://schemas.microsoft.com/office/drawing/2014/main" id="{9C171916-A8BE-4D26-A248-2BCDBA9F313C}"/>
              </a:ext>
            </a:extLst>
          </p:cNvPr>
          <p:cNvSpPr/>
          <p:nvPr/>
        </p:nvSpPr>
        <p:spPr>
          <a:xfrm>
            <a:off x="2412000" y="494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29" name="Rechteck 28">
            <a:extLst>
              <a:ext uri="{FF2B5EF4-FFF2-40B4-BE49-F238E27FC236}">
                <a16:creationId xmlns:a16="http://schemas.microsoft.com/office/drawing/2014/main" id="{C81AC160-D4FB-48E3-95CF-5A741A680859}"/>
              </a:ext>
            </a:extLst>
          </p:cNvPr>
          <p:cNvSpPr/>
          <p:nvPr/>
        </p:nvSpPr>
        <p:spPr>
          <a:xfrm>
            <a:off x="2412000" y="566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30" name="Rechteck 29">
            <a:extLst>
              <a:ext uri="{FF2B5EF4-FFF2-40B4-BE49-F238E27FC236}">
                <a16:creationId xmlns:a16="http://schemas.microsoft.com/office/drawing/2014/main" id="{4FD6B3DF-828F-488B-B51F-7E989A4C4850}"/>
              </a:ext>
            </a:extLst>
          </p:cNvPr>
          <p:cNvSpPr/>
          <p:nvPr/>
        </p:nvSpPr>
        <p:spPr>
          <a:xfrm>
            <a:off x="2844000" y="5157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31" name="Rechteck 30">
            <a:extLst>
              <a:ext uri="{FF2B5EF4-FFF2-40B4-BE49-F238E27FC236}">
                <a16:creationId xmlns:a16="http://schemas.microsoft.com/office/drawing/2014/main" id="{FF2F3430-2BEC-45BA-B386-7BAFF54D090F}"/>
              </a:ext>
            </a:extLst>
          </p:cNvPr>
          <p:cNvSpPr/>
          <p:nvPr/>
        </p:nvSpPr>
        <p:spPr>
          <a:xfrm>
            <a:off x="1260000" y="5373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goals achieved ]</a:t>
            </a:r>
          </a:p>
        </p:txBody>
      </p:sp>
      <p:sp>
        <p:nvSpPr>
          <p:cNvPr id="32" name="Rechteck 31">
            <a:extLst>
              <a:ext uri="{FF2B5EF4-FFF2-40B4-BE49-F238E27FC236}">
                <a16:creationId xmlns:a16="http://schemas.microsoft.com/office/drawing/2014/main" id="{21D5B5E4-8D17-485A-8A53-0F670D7DEE71}"/>
              </a:ext>
            </a:extLst>
          </p:cNvPr>
          <p:cNvSpPr/>
          <p:nvPr/>
        </p:nvSpPr>
        <p:spPr>
          <a:xfrm>
            <a:off x="3492000" y="5373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5</a:t>
            </a:r>
          </a:p>
        </p:txBody>
      </p:sp>
      <p:sp>
        <p:nvSpPr>
          <p:cNvPr id="33" name="Rechteck 32">
            <a:extLst>
              <a:ext uri="{FF2B5EF4-FFF2-40B4-BE49-F238E27FC236}">
                <a16:creationId xmlns:a16="http://schemas.microsoft.com/office/drawing/2014/main" id="{C7402ECF-D2E0-4F2D-A793-4C98929F23AD}"/>
              </a:ext>
            </a:extLst>
          </p:cNvPr>
          <p:cNvSpPr/>
          <p:nvPr/>
        </p:nvSpPr>
        <p:spPr>
          <a:xfrm>
            <a:off x="1836000" y="407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"The winning team"</a:t>
            </a:r>
          </a:p>
        </p:txBody>
      </p:sp>
      <p:sp>
        <p:nvSpPr>
          <p:cNvPr id="34" name="Rechteck 33">
            <a:extLst>
              <a:ext uri="{FF2B5EF4-FFF2-40B4-BE49-F238E27FC236}">
                <a16:creationId xmlns:a16="http://schemas.microsoft.com/office/drawing/2014/main" id="{CCBA5865-23B4-4351-B3AF-049A9973D748}"/>
              </a:ext>
            </a:extLst>
          </p:cNvPr>
          <p:cNvSpPr/>
          <p:nvPr/>
        </p:nvSpPr>
        <p:spPr>
          <a:xfrm>
            <a:off x="4644000" y="364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a:t>
            </a:r>
          </a:p>
        </p:txBody>
      </p:sp>
      <p:sp>
        <p:nvSpPr>
          <p:cNvPr id="35" name="Rechteck 34">
            <a:extLst>
              <a:ext uri="{FF2B5EF4-FFF2-40B4-BE49-F238E27FC236}">
                <a16:creationId xmlns:a16="http://schemas.microsoft.com/office/drawing/2014/main" id="{6DD95C9C-D0EB-42B3-9D2E-7F40E8839488}"/>
              </a:ext>
            </a:extLst>
          </p:cNvPr>
          <p:cNvSpPr/>
          <p:nvPr/>
        </p:nvSpPr>
        <p:spPr>
          <a:xfrm>
            <a:off x="5868000" y="364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36" name="Rechteck 35">
            <a:extLst>
              <a:ext uri="{FF2B5EF4-FFF2-40B4-BE49-F238E27FC236}">
                <a16:creationId xmlns:a16="http://schemas.microsoft.com/office/drawing/2014/main" id="{1AF64E0A-9E92-4738-82B2-97DA043C61BD}"/>
              </a:ext>
            </a:extLst>
          </p:cNvPr>
          <p:cNvSpPr/>
          <p:nvPr/>
        </p:nvSpPr>
        <p:spPr>
          <a:xfrm>
            <a:off x="4644000" y="3861000"/>
            <a:ext cx="3744000" cy="50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Since this is a </a:t>
            </a:r>
            <a:r>
              <a:rPr lang="en-US" sz="1000" b="1" dirty="0">
                <a:solidFill>
                  <a:schemeClr val="tx1"/>
                </a:solidFill>
              </a:rPr>
              <a:t>copy </a:t>
            </a:r>
            <a:r>
              <a:rPr lang="en-US" sz="1000" dirty="0">
                <a:solidFill>
                  <a:schemeClr val="tx1"/>
                </a:solidFill>
              </a:rPr>
              <a:t>transaction, no changes have been made</a:t>
            </a:r>
          </a:p>
          <a:p>
            <a:r>
              <a:rPr lang="en-US" sz="1000" dirty="0">
                <a:solidFill>
                  <a:schemeClr val="tx1"/>
                </a:solidFill>
              </a:rPr>
              <a:t>in the source variable.</a:t>
            </a:r>
          </a:p>
        </p:txBody>
      </p:sp>
      <p:sp>
        <p:nvSpPr>
          <p:cNvPr id="38" name="Rechteck 37">
            <a:extLst>
              <a:ext uri="{FF2B5EF4-FFF2-40B4-BE49-F238E27FC236}">
                <a16:creationId xmlns:a16="http://schemas.microsoft.com/office/drawing/2014/main" id="{72EAD6F8-1624-41BD-8EAF-17886BDEA6B8}"/>
              </a:ext>
            </a:extLst>
          </p:cNvPr>
          <p:cNvSpPr/>
          <p:nvPr/>
        </p:nvSpPr>
        <p:spPr>
          <a:xfrm>
            <a:off x="1188000" y="450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role ]</a:t>
            </a:r>
          </a:p>
        </p:txBody>
      </p:sp>
      <p:sp>
        <p:nvSpPr>
          <p:cNvPr id="39" name="Rechteck 38">
            <a:extLst>
              <a:ext uri="{FF2B5EF4-FFF2-40B4-BE49-F238E27FC236}">
                <a16:creationId xmlns:a16="http://schemas.microsoft.com/office/drawing/2014/main" id="{9898CCC8-75DB-43BE-84DA-56CAD9A5D602}"/>
              </a:ext>
            </a:extLst>
          </p:cNvPr>
          <p:cNvSpPr/>
          <p:nvPr/>
        </p:nvSpPr>
        <p:spPr>
          <a:xfrm>
            <a:off x="2772000" y="450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"defense"</a:t>
            </a:r>
          </a:p>
        </p:txBody>
      </p:sp>
      <p:sp>
        <p:nvSpPr>
          <p:cNvPr id="40" name="Rechteck 39">
            <a:extLst>
              <a:ext uri="{FF2B5EF4-FFF2-40B4-BE49-F238E27FC236}">
                <a16:creationId xmlns:a16="http://schemas.microsoft.com/office/drawing/2014/main" id="{BC12B43E-A72B-418F-96BD-3DD9A29D5EB8}"/>
              </a:ext>
            </a:extLst>
          </p:cNvPr>
          <p:cNvSpPr/>
          <p:nvPr/>
        </p:nvSpPr>
        <p:spPr>
          <a:xfrm>
            <a:off x="1188000" y="472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goals achieved ]</a:t>
            </a:r>
          </a:p>
        </p:txBody>
      </p:sp>
      <p:sp>
        <p:nvSpPr>
          <p:cNvPr id="41" name="Rechteck 40">
            <a:extLst>
              <a:ext uri="{FF2B5EF4-FFF2-40B4-BE49-F238E27FC236}">
                <a16:creationId xmlns:a16="http://schemas.microsoft.com/office/drawing/2014/main" id="{BAAF167B-E87A-461C-93F2-1C34D3845CF3}"/>
              </a:ext>
            </a:extLst>
          </p:cNvPr>
          <p:cNvSpPr/>
          <p:nvPr/>
        </p:nvSpPr>
        <p:spPr>
          <a:xfrm>
            <a:off x="3420000" y="472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0</a:t>
            </a:r>
          </a:p>
        </p:txBody>
      </p:sp>
      <p:sp>
        <p:nvSpPr>
          <p:cNvPr id="169" name="Rechteck 168">
            <a:extLst>
              <a:ext uri="{FF2B5EF4-FFF2-40B4-BE49-F238E27FC236}">
                <a16:creationId xmlns:a16="http://schemas.microsoft.com/office/drawing/2014/main" id="{267A28AB-D1D0-4B54-8E1B-16DB9B04BAAF}"/>
              </a:ext>
            </a:extLst>
          </p:cNvPr>
          <p:cNvSpPr/>
          <p:nvPr/>
        </p:nvSpPr>
        <p:spPr>
          <a:xfrm>
            <a:off x="180000" y="76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71" name="Rechteck 170">
            <a:extLst>
              <a:ext uri="{FF2B5EF4-FFF2-40B4-BE49-F238E27FC236}">
                <a16:creationId xmlns:a16="http://schemas.microsoft.com/office/drawing/2014/main" id="{972F6919-BABD-4968-BD59-BF2AEA6D9C04}"/>
              </a:ext>
            </a:extLst>
          </p:cNvPr>
          <p:cNvSpPr/>
          <p:nvPr/>
        </p:nvSpPr>
        <p:spPr>
          <a:xfrm>
            <a:off x="1404000" y="76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173" name="Rechteck 172">
            <a:extLst>
              <a:ext uri="{FF2B5EF4-FFF2-40B4-BE49-F238E27FC236}">
                <a16:creationId xmlns:a16="http://schemas.microsoft.com/office/drawing/2014/main" id="{68BF4F35-BC74-400B-B416-B7CC33CDB284}"/>
              </a:ext>
            </a:extLst>
          </p:cNvPr>
          <p:cNvSpPr/>
          <p:nvPr/>
        </p:nvSpPr>
        <p:spPr>
          <a:xfrm>
            <a:off x="396000" y="98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a:t>
            </a:r>
          </a:p>
        </p:txBody>
      </p:sp>
      <p:sp>
        <p:nvSpPr>
          <p:cNvPr id="175" name="Rechteck 174">
            <a:extLst>
              <a:ext uri="{FF2B5EF4-FFF2-40B4-BE49-F238E27FC236}">
                <a16:creationId xmlns:a16="http://schemas.microsoft.com/office/drawing/2014/main" id="{4D583147-CC4C-42FD-ABAC-EF6CF76593AD}"/>
              </a:ext>
            </a:extLst>
          </p:cNvPr>
          <p:cNvSpPr/>
          <p:nvPr/>
        </p:nvSpPr>
        <p:spPr>
          <a:xfrm>
            <a:off x="612000" y="119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0 ]</a:t>
            </a:r>
          </a:p>
        </p:txBody>
      </p:sp>
      <p:sp>
        <p:nvSpPr>
          <p:cNvPr id="177" name="Rechteck 176">
            <a:extLst>
              <a:ext uri="{FF2B5EF4-FFF2-40B4-BE49-F238E27FC236}">
                <a16:creationId xmlns:a16="http://schemas.microsoft.com/office/drawing/2014/main" id="{8B7C2297-EE59-4577-8D42-1F962A1C8BFB}"/>
              </a:ext>
            </a:extLst>
          </p:cNvPr>
          <p:cNvSpPr/>
          <p:nvPr/>
        </p:nvSpPr>
        <p:spPr>
          <a:xfrm>
            <a:off x="612000" y="141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a:t>
            </a:r>
          </a:p>
        </p:txBody>
      </p:sp>
      <p:sp>
        <p:nvSpPr>
          <p:cNvPr id="179" name="Rechteck 178">
            <a:extLst>
              <a:ext uri="{FF2B5EF4-FFF2-40B4-BE49-F238E27FC236}">
                <a16:creationId xmlns:a16="http://schemas.microsoft.com/office/drawing/2014/main" id="{AE3605CE-8848-4969-B3D5-30DDBFB00CC8}"/>
              </a:ext>
            </a:extLst>
          </p:cNvPr>
          <p:cNvSpPr/>
          <p:nvPr/>
        </p:nvSpPr>
        <p:spPr>
          <a:xfrm>
            <a:off x="612000" y="213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10 ]</a:t>
            </a:r>
          </a:p>
        </p:txBody>
      </p:sp>
      <p:sp>
        <p:nvSpPr>
          <p:cNvPr id="181" name="Rechteck 180">
            <a:extLst>
              <a:ext uri="{FF2B5EF4-FFF2-40B4-BE49-F238E27FC236}">
                <a16:creationId xmlns:a16="http://schemas.microsoft.com/office/drawing/2014/main" id="{E9FB5F34-FAC9-4F51-8B8A-0AC0D47AA705}"/>
              </a:ext>
            </a:extLst>
          </p:cNvPr>
          <p:cNvSpPr/>
          <p:nvPr/>
        </p:nvSpPr>
        <p:spPr>
          <a:xfrm>
            <a:off x="1044000" y="162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role ]</a:t>
            </a:r>
          </a:p>
        </p:txBody>
      </p:sp>
      <p:sp>
        <p:nvSpPr>
          <p:cNvPr id="183" name="Rechteck 182">
            <a:extLst>
              <a:ext uri="{FF2B5EF4-FFF2-40B4-BE49-F238E27FC236}">
                <a16:creationId xmlns:a16="http://schemas.microsoft.com/office/drawing/2014/main" id="{F2F64AA0-D13F-4E7A-9BDF-32C2493D9DF7}"/>
              </a:ext>
            </a:extLst>
          </p:cNvPr>
          <p:cNvSpPr/>
          <p:nvPr/>
        </p:nvSpPr>
        <p:spPr>
          <a:xfrm>
            <a:off x="612000" y="1917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85" name="Rechteck 184">
            <a:extLst>
              <a:ext uri="{FF2B5EF4-FFF2-40B4-BE49-F238E27FC236}">
                <a16:creationId xmlns:a16="http://schemas.microsoft.com/office/drawing/2014/main" id="{8A7D9D1D-1F34-4788-AD82-A0EE7DC6E09D}"/>
              </a:ext>
            </a:extLst>
          </p:cNvPr>
          <p:cNvSpPr/>
          <p:nvPr/>
        </p:nvSpPr>
        <p:spPr>
          <a:xfrm>
            <a:off x="396000" y="234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trainer ]</a:t>
            </a:r>
          </a:p>
        </p:txBody>
      </p:sp>
      <p:sp>
        <p:nvSpPr>
          <p:cNvPr id="187" name="Rechteck 186">
            <a:extLst>
              <a:ext uri="{FF2B5EF4-FFF2-40B4-BE49-F238E27FC236}">
                <a16:creationId xmlns:a16="http://schemas.microsoft.com/office/drawing/2014/main" id="{76EE8805-A57F-4AA0-9B91-0A8BE13DD99E}"/>
              </a:ext>
            </a:extLst>
          </p:cNvPr>
          <p:cNvSpPr/>
          <p:nvPr/>
        </p:nvSpPr>
        <p:spPr>
          <a:xfrm>
            <a:off x="612000" y="1628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89" name="Rechteck 188">
            <a:extLst>
              <a:ext uri="{FF2B5EF4-FFF2-40B4-BE49-F238E27FC236}">
                <a16:creationId xmlns:a16="http://schemas.microsoft.com/office/drawing/2014/main" id="{520D056B-93F0-42C0-8114-5319FF1CFDD7}"/>
              </a:ext>
            </a:extLst>
          </p:cNvPr>
          <p:cNvSpPr/>
          <p:nvPr/>
        </p:nvSpPr>
        <p:spPr>
          <a:xfrm>
            <a:off x="612000" y="1773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91" name="Rechteck 190">
            <a:extLst>
              <a:ext uri="{FF2B5EF4-FFF2-40B4-BE49-F238E27FC236}">
                <a16:creationId xmlns:a16="http://schemas.microsoft.com/office/drawing/2014/main" id="{7C1D6461-82A6-4AE8-A2DF-B26E5D31394A}"/>
              </a:ext>
            </a:extLst>
          </p:cNvPr>
          <p:cNvSpPr/>
          <p:nvPr/>
        </p:nvSpPr>
        <p:spPr>
          <a:xfrm>
            <a:off x="1980000" y="2349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193" name="Rechteck 192">
            <a:extLst>
              <a:ext uri="{FF2B5EF4-FFF2-40B4-BE49-F238E27FC236}">
                <a16:creationId xmlns:a16="http://schemas.microsoft.com/office/drawing/2014/main" id="{8D272A00-14FA-4605-91FB-1CF223CAC39E}"/>
              </a:ext>
            </a:extLst>
          </p:cNvPr>
          <p:cNvSpPr/>
          <p:nvPr/>
        </p:nvSpPr>
        <p:spPr>
          <a:xfrm>
            <a:off x="2196000" y="119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195" name="Rechteck 194">
            <a:extLst>
              <a:ext uri="{FF2B5EF4-FFF2-40B4-BE49-F238E27FC236}">
                <a16:creationId xmlns:a16="http://schemas.microsoft.com/office/drawing/2014/main" id="{2613687F-496F-41A8-9FE1-04E524036ED3}"/>
              </a:ext>
            </a:extLst>
          </p:cNvPr>
          <p:cNvSpPr/>
          <p:nvPr/>
        </p:nvSpPr>
        <p:spPr>
          <a:xfrm>
            <a:off x="2196000" y="141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197" name="Rechteck 196">
            <a:extLst>
              <a:ext uri="{FF2B5EF4-FFF2-40B4-BE49-F238E27FC236}">
                <a16:creationId xmlns:a16="http://schemas.microsoft.com/office/drawing/2014/main" id="{2D763054-BE4C-469E-A498-1C506CB865B4}"/>
              </a:ext>
            </a:extLst>
          </p:cNvPr>
          <p:cNvSpPr/>
          <p:nvPr/>
        </p:nvSpPr>
        <p:spPr>
          <a:xfrm>
            <a:off x="2196000" y="213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199" name="Rechteck 198">
            <a:extLst>
              <a:ext uri="{FF2B5EF4-FFF2-40B4-BE49-F238E27FC236}">
                <a16:creationId xmlns:a16="http://schemas.microsoft.com/office/drawing/2014/main" id="{5A2C9BA5-2A0C-4CBF-9EF8-A2CB77AD8D6D}"/>
              </a:ext>
            </a:extLst>
          </p:cNvPr>
          <p:cNvSpPr/>
          <p:nvPr/>
        </p:nvSpPr>
        <p:spPr>
          <a:xfrm>
            <a:off x="2628000" y="162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201" name="Rechteck 200">
            <a:extLst>
              <a:ext uri="{FF2B5EF4-FFF2-40B4-BE49-F238E27FC236}">
                <a16:creationId xmlns:a16="http://schemas.microsoft.com/office/drawing/2014/main" id="{70B55D6C-DDC9-4865-B231-7757411E4A5F}"/>
              </a:ext>
            </a:extLst>
          </p:cNvPr>
          <p:cNvSpPr/>
          <p:nvPr/>
        </p:nvSpPr>
        <p:spPr>
          <a:xfrm>
            <a:off x="1044000" y="184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goals achieved ]</a:t>
            </a:r>
          </a:p>
        </p:txBody>
      </p:sp>
      <p:sp>
        <p:nvSpPr>
          <p:cNvPr id="203" name="Rechteck 202">
            <a:extLst>
              <a:ext uri="{FF2B5EF4-FFF2-40B4-BE49-F238E27FC236}">
                <a16:creationId xmlns:a16="http://schemas.microsoft.com/office/drawing/2014/main" id="{4123C71A-4FF8-40F3-BB64-6CAC54D9AB3B}"/>
              </a:ext>
            </a:extLst>
          </p:cNvPr>
          <p:cNvSpPr/>
          <p:nvPr/>
        </p:nvSpPr>
        <p:spPr>
          <a:xfrm>
            <a:off x="3276000" y="184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205" name="Rechteck 204">
            <a:extLst>
              <a:ext uri="{FF2B5EF4-FFF2-40B4-BE49-F238E27FC236}">
                <a16:creationId xmlns:a16="http://schemas.microsoft.com/office/drawing/2014/main" id="{175ABB7B-B3EB-4E20-A5D2-B5B1EAFE581F}"/>
              </a:ext>
            </a:extLst>
          </p:cNvPr>
          <p:cNvSpPr/>
          <p:nvPr/>
        </p:nvSpPr>
        <p:spPr>
          <a:xfrm>
            <a:off x="1620000" y="98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214" name="Rechteck 213">
            <a:extLst>
              <a:ext uri="{FF2B5EF4-FFF2-40B4-BE49-F238E27FC236}">
                <a16:creationId xmlns:a16="http://schemas.microsoft.com/office/drawing/2014/main" id="{5F049678-9F29-4E1E-9D44-A051B907BE00}"/>
              </a:ext>
            </a:extLst>
          </p:cNvPr>
          <p:cNvSpPr/>
          <p:nvPr/>
        </p:nvSpPr>
        <p:spPr>
          <a:xfrm>
            <a:off x="4284000" y="76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soccer club[ ]</a:t>
            </a:r>
          </a:p>
        </p:txBody>
      </p:sp>
      <p:sp>
        <p:nvSpPr>
          <p:cNvPr id="215" name="Rechteck 214">
            <a:extLst>
              <a:ext uri="{FF2B5EF4-FFF2-40B4-BE49-F238E27FC236}">
                <a16:creationId xmlns:a16="http://schemas.microsoft.com/office/drawing/2014/main" id="{ADB490BE-FC67-4B56-9239-6B7347D06774}"/>
              </a:ext>
            </a:extLst>
          </p:cNvPr>
          <p:cNvSpPr/>
          <p:nvPr/>
        </p:nvSpPr>
        <p:spPr>
          <a:xfrm>
            <a:off x="5508000" y="76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216" name="Rechteck 215">
            <a:extLst>
              <a:ext uri="{FF2B5EF4-FFF2-40B4-BE49-F238E27FC236}">
                <a16:creationId xmlns:a16="http://schemas.microsoft.com/office/drawing/2014/main" id="{165FF2FE-D7FE-44D1-BCE3-409069666E83}"/>
              </a:ext>
            </a:extLst>
          </p:cNvPr>
          <p:cNvSpPr/>
          <p:nvPr/>
        </p:nvSpPr>
        <p:spPr>
          <a:xfrm>
            <a:off x="4500000" y="1197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217" name="Rechteck 216">
            <a:extLst>
              <a:ext uri="{FF2B5EF4-FFF2-40B4-BE49-F238E27FC236}">
                <a16:creationId xmlns:a16="http://schemas.microsoft.com/office/drawing/2014/main" id="{BFD94DA0-75F6-4E08-8280-2684927BFE2A}"/>
              </a:ext>
            </a:extLst>
          </p:cNvPr>
          <p:cNvSpPr/>
          <p:nvPr/>
        </p:nvSpPr>
        <p:spPr>
          <a:xfrm>
            <a:off x="4716000" y="141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218" name="Rechteck 217">
            <a:extLst>
              <a:ext uri="{FF2B5EF4-FFF2-40B4-BE49-F238E27FC236}">
                <a16:creationId xmlns:a16="http://schemas.microsoft.com/office/drawing/2014/main" id="{BE19A105-ED70-4512-94BC-1878C835189F}"/>
              </a:ext>
            </a:extLst>
          </p:cNvPr>
          <p:cNvSpPr/>
          <p:nvPr/>
        </p:nvSpPr>
        <p:spPr>
          <a:xfrm>
            <a:off x="4716000" y="206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219" name="Rechteck 218">
            <a:extLst>
              <a:ext uri="{FF2B5EF4-FFF2-40B4-BE49-F238E27FC236}">
                <a16:creationId xmlns:a16="http://schemas.microsoft.com/office/drawing/2014/main" id="{8874A9A1-90B8-4182-9BB1-88EC543F689A}"/>
              </a:ext>
            </a:extLst>
          </p:cNvPr>
          <p:cNvSpPr/>
          <p:nvPr/>
        </p:nvSpPr>
        <p:spPr>
          <a:xfrm>
            <a:off x="4716000" y="278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220" name="Rechteck 219">
            <a:extLst>
              <a:ext uri="{FF2B5EF4-FFF2-40B4-BE49-F238E27FC236}">
                <a16:creationId xmlns:a16="http://schemas.microsoft.com/office/drawing/2014/main" id="{6C6AE57C-2767-4CC4-B08B-9B30FE7E521F}"/>
              </a:ext>
            </a:extLst>
          </p:cNvPr>
          <p:cNvSpPr/>
          <p:nvPr/>
        </p:nvSpPr>
        <p:spPr>
          <a:xfrm>
            <a:off x="5148000" y="227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221" name="Rechteck 220">
            <a:extLst>
              <a:ext uri="{FF2B5EF4-FFF2-40B4-BE49-F238E27FC236}">
                <a16:creationId xmlns:a16="http://schemas.microsoft.com/office/drawing/2014/main" id="{F71D3311-E3F6-4D5C-AAFF-0849EC55ED53}"/>
              </a:ext>
            </a:extLst>
          </p:cNvPr>
          <p:cNvSpPr/>
          <p:nvPr/>
        </p:nvSpPr>
        <p:spPr>
          <a:xfrm>
            <a:off x="4716000" y="2565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222" name="Rechteck 221">
            <a:extLst>
              <a:ext uri="{FF2B5EF4-FFF2-40B4-BE49-F238E27FC236}">
                <a16:creationId xmlns:a16="http://schemas.microsoft.com/office/drawing/2014/main" id="{4C60C651-89CA-430C-9574-95ED753D07E0}"/>
              </a:ext>
            </a:extLst>
          </p:cNvPr>
          <p:cNvSpPr/>
          <p:nvPr/>
        </p:nvSpPr>
        <p:spPr>
          <a:xfrm>
            <a:off x="4500000" y="299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223" name="Rechteck 222">
            <a:extLst>
              <a:ext uri="{FF2B5EF4-FFF2-40B4-BE49-F238E27FC236}">
                <a16:creationId xmlns:a16="http://schemas.microsoft.com/office/drawing/2014/main" id="{D94FD699-D27E-4AFC-B3B2-307BF5047AB8}"/>
              </a:ext>
            </a:extLst>
          </p:cNvPr>
          <p:cNvSpPr/>
          <p:nvPr/>
        </p:nvSpPr>
        <p:spPr>
          <a:xfrm>
            <a:off x="4716000" y="2276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224" name="Rechteck 223">
            <a:extLst>
              <a:ext uri="{FF2B5EF4-FFF2-40B4-BE49-F238E27FC236}">
                <a16:creationId xmlns:a16="http://schemas.microsoft.com/office/drawing/2014/main" id="{2D7D3E2B-88F9-4F7C-9B8A-6FD62FD8354D}"/>
              </a:ext>
            </a:extLst>
          </p:cNvPr>
          <p:cNvSpPr/>
          <p:nvPr/>
        </p:nvSpPr>
        <p:spPr>
          <a:xfrm>
            <a:off x="4716000" y="2421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225" name="Rechteck 224">
            <a:extLst>
              <a:ext uri="{FF2B5EF4-FFF2-40B4-BE49-F238E27FC236}">
                <a16:creationId xmlns:a16="http://schemas.microsoft.com/office/drawing/2014/main" id="{5E728BF7-D4FF-4D01-973A-ABE6D3FC7D53}"/>
              </a:ext>
            </a:extLst>
          </p:cNvPr>
          <p:cNvSpPr/>
          <p:nvPr/>
        </p:nvSpPr>
        <p:spPr>
          <a:xfrm>
            <a:off x="6084000" y="2997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"Y. </a:t>
            </a:r>
            <a:r>
              <a:rPr lang="en-US" sz="1000" dirty="0" err="1">
                <a:solidFill>
                  <a:schemeClr val="tx1"/>
                </a:solidFill>
              </a:rPr>
              <a:t>Yvesson</a:t>
            </a:r>
            <a:r>
              <a:rPr lang="en-US" sz="1000" dirty="0">
                <a:solidFill>
                  <a:schemeClr val="tx1"/>
                </a:solidFill>
              </a:rPr>
              <a:t>"</a:t>
            </a:r>
          </a:p>
        </p:txBody>
      </p:sp>
      <p:sp>
        <p:nvSpPr>
          <p:cNvPr id="226" name="Rechteck 225">
            <a:extLst>
              <a:ext uri="{FF2B5EF4-FFF2-40B4-BE49-F238E27FC236}">
                <a16:creationId xmlns:a16="http://schemas.microsoft.com/office/drawing/2014/main" id="{4256C02C-EB6F-459B-8258-227D17673FC8}"/>
              </a:ext>
            </a:extLst>
          </p:cNvPr>
          <p:cNvSpPr/>
          <p:nvPr/>
        </p:nvSpPr>
        <p:spPr>
          <a:xfrm>
            <a:off x="6300000" y="141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 Larsson"</a:t>
            </a:r>
          </a:p>
        </p:txBody>
      </p:sp>
      <p:sp>
        <p:nvSpPr>
          <p:cNvPr id="227" name="Rechteck 226">
            <a:extLst>
              <a:ext uri="{FF2B5EF4-FFF2-40B4-BE49-F238E27FC236}">
                <a16:creationId xmlns:a16="http://schemas.microsoft.com/office/drawing/2014/main" id="{EF378A12-28C5-4B54-AAA4-F663A943E276}"/>
              </a:ext>
            </a:extLst>
          </p:cNvPr>
          <p:cNvSpPr/>
          <p:nvPr/>
        </p:nvSpPr>
        <p:spPr>
          <a:xfrm>
            <a:off x="6300000" y="206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228" name="Rechteck 227">
            <a:extLst>
              <a:ext uri="{FF2B5EF4-FFF2-40B4-BE49-F238E27FC236}">
                <a16:creationId xmlns:a16="http://schemas.microsoft.com/office/drawing/2014/main" id="{259A4C91-9708-4A74-873B-F301954D3C9E}"/>
              </a:ext>
            </a:extLst>
          </p:cNvPr>
          <p:cNvSpPr/>
          <p:nvPr/>
        </p:nvSpPr>
        <p:spPr>
          <a:xfrm>
            <a:off x="6300000" y="278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229" name="Rechteck 228">
            <a:extLst>
              <a:ext uri="{FF2B5EF4-FFF2-40B4-BE49-F238E27FC236}">
                <a16:creationId xmlns:a16="http://schemas.microsoft.com/office/drawing/2014/main" id="{419E5A1D-A8A7-4010-867A-3FF673D15881}"/>
              </a:ext>
            </a:extLst>
          </p:cNvPr>
          <p:cNvSpPr/>
          <p:nvPr/>
        </p:nvSpPr>
        <p:spPr>
          <a:xfrm>
            <a:off x="6732000" y="2277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230" name="Rechteck 229">
            <a:extLst>
              <a:ext uri="{FF2B5EF4-FFF2-40B4-BE49-F238E27FC236}">
                <a16:creationId xmlns:a16="http://schemas.microsoft.com/office/drawing/2014/main" id="{89A4F8F4-4C88-43D3-8305-76D6E204EAB6}"/>
              </a:ext>
            </a:extLst>
          </p:cNvPr>
          <p:cNvSpPr/>
          <p:nvPr/>
        </p:nvSpPr>
        <p:spPr>
          <a:xfrm>
            <a:off x="5148000" y="2493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231" name="Rechteck 230">
            <a:extLst>
              <a:ext uri="{FF2B5EF4-FFF2-40B4-BE49-F238E27FC236}">
                <a16:creationId xmlns:a16="http://schemas.microsoft.com/office/drawing/2014/main" id="{27E2E631-8F1A-4F83-8E81-930CC454130D}"/>
              </a:ext>
            </a:extLst>
          </p:cNvPr>
          <p:cNvSpPr/>
          <p:nvPr/>
        </p:nvSpPr>
        <p:spPr>
          <a:xfrm>
            <a:off x="7380000" y="2493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5</a:t>
            </a:r>
          </a:p>
        </p:txBody>
      </p:sp>
      <p:sp>
        <p:nvSpPr>
          <p:cNvPr id="232" name="Rechteck 231">
            <a:extLst>
              <a:ext uri="{FF2B5EF4-FFF2-40B4-BE49-F238E27FC236}">
                <a16:creationId xmlns:a16="http://schemas.microsoft.com/office/drawing/2014/main" id="{2CE5A0DD-D63A-40B2-A09F-3C2D611BED43}"/>
              </a:ext>
            </a:extLst>
          </p:cNvPr>
          <p:cNvSpPr/>
          <p:nvPr/>
        </p:nvSpPr>
        <p:spPr>
          <a:xfrm>
            <a:off x="5724000" y="119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winning team"</a:t>
            </a:r>
          </a:p>
        </p:txBody>
      </p:sp>
      <p:sp>
        <p:nvSpPr>
          <p:cNvPr id="233" name="Rechteck 232">
            <a:extLst>
              <a:ext uri="{FF2B5EF4-FFF2-40B4-BE49-F238E27FC236}">
                <a16:creationId xmlns:a16="http://schemas.microsoft.com/office/drawing/2014/main" id="{B66F1746-E053-410B-9DE7-32C56CB8F289}"/>
              </a:ext>
            </a:extLst>
          </p:cNvPr>
          <p:cNvSpPr/>
          <p:nvPr/>
        </p:nvSpPr>
        <p:spPr>
          <a:xfrm>
            <a:off x="5076000" y="162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234" name="Rechteck 233">
            <a:extLst>
              <a:ext uri="{FF2B5EF4-FFF2-40B4-BE49-F238E27FC236}">
                <a16:creationId xmlns:a16="http://schemas.microsoft.com/office/drawing/2014/main" id="{349EFB7B-5307-4142-ADF8-635C0ACBA220}"/>
              </a:ext>
            </a:extLst>
          </p:cNvPr>
          <p:cNvSpPr/>
          <p:nvPr/>
        </p:nvSpPr>
        <p:spPr>
          <a:xfrm>
            <a:off x="6660000" y="162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"defense"</a:t>
            </a:r>
          </a:p>
        </p:txBody>
      </p:sp>
      <p:sp>
        <p:nvSpPr>
          <p:cNvPr id="235" name="Rechteck 234">
            <a:extLst>
              <a:ext uri="{FF2B5EF4-FFF2-40B4-BE49-F238E27FC236}">
                <a16:creationId xmlns:a16="http://schemas.microsoft.com/office/drawing/2014/main" id="{FE4D2B49-4B35-492D-B30B-4B7065291B0C}"/>
              </a:ext>
            </a:extLst>
          </p:cNvPr>
          <p:cNvSpPr/>
          <p:nvPr/>
        </p:nvSpPr>
        <p:spPr>
          <a:xfrm>
            <a:off x="5076000" y="184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236" name="Rechteck 235">
            <a:extLst>
              <a:ext uri="{FF2B5EF4-FFF2-40B4-BE49-F238E27FC236}">
                <a16:creationId xmlns:a16="http://schemas.microsoft.com/office/drawing/2014/main" id="{72795254-C245-4D21-A701-998F6E9AF117}"/>
              </a:ext>
            </a:extLst>
          </p:cNvPr>
          <p:cNvSpPr/>
          <p:nvPr/>
        </p:nvSpPr>
        <p:spPr>
          <a:xfrm>
            <a:off x="7308000" y="184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0</a:t>
            </a:r>
          </a:p>
        </p:txBody>
      </p:sp>
      <p:sp>
        <p:nvSpPr>
          <p:cNvPr id="6" name="Pfeil: nach rechts 5">
            <a:extLst>
              <a:ext uri="{FF2B5EF4-FFF2-40B4-BE49-F238E27FC236}">
                <a16:creationId xmlns:a16="http://schemas.microsoft.com/office/drawing/2014/main" id="{46EEC013-9DB9-42E2-9B10-452C2A2D2B18}"/>
              </a:ext>
            </a:extLst>
          </p:cNvPr>
          <p:cNvSpPr/>
          <p:nvPr/>
        </p:nvSpPr>
        <p:spPr>
          <a:xfrm rot="16200000" flipH="1">
            <a:off x="3708000" y="2565001"/>
            <a:ext cx="468000" cy="756000"/>
          </a:xfrm>
          <a:prstGeom prst="right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7" name="Rechteck 6">
            <a:extLst>
              <a:ext uri="{FF2B5EF4-FFF2-40B4-BE49-F238E27FC236}">
                <a16:creationId xmlns:a16="http://schemas.microsoft.com/office/drawing/2014/main" id="{809EE9A5-BD86-4C70-840A-0344C9CA6F48}"/>
              </a:ext>
            </a:extLst>
          </p:cNvPr>
          <p:cNvSpPr/>
          <p:nvPr/>
        </p:nvSpPr>
        <p:spPr>
          <a:xfrm>
            <a:off x="4500000" y="98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soccer club[ home ]</a:t>
            </a:r>
          </a:p>
        </p:txBody>
      </p:sp>
      <p:sp>
        <p:nvSpPr>
          <p:cNvPr id="237" name="Rechteck 236">
            <a:extLst>
              <a:ext uri="{FF2B5EF4-FFF2-40B4-BE49-F238E27FC236}">
                <a16:creationId xmlns:a16="http://schemas.microsoft.com/office/drawing/2014/main" id="{50D3991C-8CA8-4D6A-9557-A3583CA3A634}"/>
              </a:ext>
            </a:extLst>
          </p:cNvPr>
          <p:cNvSpPr/>
          <p:nvPr/>
        </p:nvSpPr>
        <p:spPr>
          <a:xfrm>
            <a:off x="5724000" y="98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Beverly Hills, CA</a:t>
            </a:r>
          </a:p>
        </p:txBody>
      </p:sp>
      <p:sp>
        <p:nvSpPr>
          <p:cNvPr id="87" name="Rechteck 86">
            <a:extLst>
              <a:ext uri="{FF2B5EF4-FFF2-40B4-BE49-F238E27FC236}">
                <a16:creationId xmlns:a16="http://schemas.microsoft.com/office/drawing/2014/main" id="{A0201389-B846-410F-9F00-81403D30BECC}"/>
              </a:ext>
            </a:extLst>
          </p:cNvPr>
          <p:cNvSpPr/>
          <p:nvPr/>
        </p:nvSpPr>
        <p:spPr>
          <a:xfrm>
            <a:off x="612000" y="386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home ]</a:t>
            </a:r>
          </a:p>
        </p:txBody>
      </p:sp>
      <p:sp>
        <p:nvSpPr>
          <p:cNvPr id="88" name="Rechteck 87">
            <a:extLst>
              <a:ext uri="{FF2B5EF4-FFF2-40B4-BE49-F238E27FC236}">
                <a16:creationId xmlns:a16="http://schemas.microsoft.com/office/drawing/2014/main" id="{919D1448-97B8-490C-9D77-CA615A0B82EB}"/>
              </a:ext>
            </a:extLst>
          </p:cNvPr>
          <p:cNvSpPr/>
          <p:nvPr/>
        </p:nvSpPr>
        <p:spPr>
          <a:xfrm>
            <a:off x="1836000" y="386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Beverly Hills, CA</a:t>
            </a:r>
          </a:p>
        </p:txBody>
      </p:sp>
    </p:spTree>
    <p:extLst>
      <p:ext uri="{BB962C8B-B14F-4D97-AF65-F5344CB8AC3E}">
        <p14:creationId xmlns:p14="http://schemas.microsoft.com/office/powerpoint/2010/main" val="2859235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Transactions</a:t>
            </a:r>
            <a:br>
              <a:rPr lang="en-US" dirty="0"/>
            </a:br>
            <a:r>
              <a:rPr lang="en-US" dirty="0"/>
              <a:t>ADD Assignment Operator</a:t>
            </a:r>
          </a:p>
        </p:txBody>
      </p:sp>
      <p:sp>
        <p:nvSpPr>
          <p:cNvPr id="3" name="Rechteck 2">
            <a:extLst>
              <a:ext uri="{FF2B5EF4-FFF2-40B4-BE49-F238E27FC236}">
                <a16:creationId xmlns:a16="http://schemas.microsoft.com/office/drawing/2014/main" id="{CEF5CE92-8BA8-44AD-8D55-DDFD9B209527}"/>
              </a:ext>
            </a:extLst>
          </p:cNvPr>
          <p:cNvSpPr/>
          <p:nvPr/>
        </p:nvSpPr>
        <p:spPr>
          <a:xfrm>
            <a:off x="2519316" y="6237232"/>
            <a:ext cx="936000"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Base Variable</a:t>
            </a:r>
          </a:p>
        </p:txBody>
      </p:sp>
      <p:sp>
        <p:nvSpPr>
          <p:cNvPr id="5" name="Rechteck 4">
            <a:extLst>
              <a:ext uri="{FF2B5EF4-FFF2-40B4-BE49-F238E27FC236}">
                <a16:creationId xmlns:a16="http://schemas.microsoft.com/office/drawing/2014/main" id="{55F44411-9B5E-4046-BAC5-83EE03E450EF}"/>
              </a:ext>
            </a:extLst>
          </p:cNvPr>
          <p:cNvSpPr/>
          <p:nvPr/>
        </p:nvSpPr>
        <p:spPr>
          <a:xfrm>
            <a:off x="4463532" y="6237232"/>
            <a:ext cx="1080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Structure Member</a:t>
            </a:r>
          </a:p>
        </p:txBody>
      </p:sp>
      <p:sp>
        <p:nvSpPr>
          <p:cNvPr id="8" name="Rechteck 7">
            <a:extLst>
              <a:ext uri="{FF2B5EF4-FFF2-40B4-BE49-F238E27FC236}">
                <a16:creationId xmlns:a16="http://schemas.microsoft.com/office/drawing/2014/main" id="{C65B9360-D0AD-4E02-8BD6-813D84BD3230}"/>
              </a:ext>
            </a:extLst>
          </p:cNvPr>
          <p:cNvSpPr/>
          <p:nvPr/>
        </p:nvSpPr>
        <p:spPr>
          <a:xfrm>
            <a:off x="6803792" y="6237232"/>
            <a:ext cx="1080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Array Member</a:t>
            </a:r>
          </a:p>
        </p:txBody>
      </p:sp>
      <p:sp>
        <p:nvSpPr>
          <p:cNvPr id="9" name="Rechteck 8">
            <a:extLst>
              <a:ext uri="{FF2B5EF4-FFF2-40B4-BE49-F238E27FC236}">
                <a16:creationId xmlns:a16="http://schemas.microsoft.com/office/drawing/2014/main" id="{DB10983F-9C17-4060-A917-C0076CB4EC64}"/>
              </a:ext>
            </a:extLst>
          </p:cNvPr>
          <p:cNvSpPr/>
          <p:nvPr/>
        </p:nvSpPr>
        <p:spPr>
          <a:xfrm>
            <a:off x="395536" y="6237000"/>
            <a:ext cx="936000"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Simple variable</a:t>
            </a:r>
          </a:p>
        </p:txBody>
      </p:sp>
      <p:sp>
        <p:nvSpPr>
          <p:cNvPr id="10" name="Rechteck 9">
            <a:extLst>
              <a:ext uri="{FF2B5EF4-FFF2-40B4-BE49-F238E27FC236}">
                <a16:creationId xmlns:a16="http://schemas.microsoft.com/office/drawing/2014/main" id="{C903748F-F342-42C2-8897-0EDE364FD431}"/>
              </a:ext>
            </a:extLst>
          </p:cNvPr>
          <p:cNvSpPr/>
          <p:nvPr/>
        </p:nvSpPr>
        <p:spPr>
          <a:xfrm>
            <a:off x="1331184" y="6237000"/>
            <a:ext cx="1224000" cy="18025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has no members )</a:t>
            </a:r>
          </a:p>
        </p:txBody>
      </p:sp>
      <p:sp>
        <p:nvSpPr>
          <p:cNvPr id="11" name="Rechteck 10">
            <a:extLst>
              <a:ext uri="{FF2B5EF4-FFF2-40B4-BE49-F238E27FC236}">
                <a16:creationId xmlns:a16="http://schemas.microsoft.com/office/drawing/2014/main" id="{837136E8-5894-4AB5-B190-52C7DE2DE84B}"/>
              </a:ext>
            </a:extLst>
          </p:cNvPr>
          <p:cNvSpPr/>
          <p:nvPr/>
        </p:nvSpPr>
        <p:spPr>
          <a:xfrm>
            <a:off x="3455420" y="6237232"/>
            <a:ext cx="1116124"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 0 members )</a:t>
            </a:r>
          </a:p>
        </p:txBody>
      </p:sp>
      <p:sp>
        <p:nvSpPr>
          <p:cNvPr id="12" name="Rechteck 11">
            <a:extLst>
              <a:ext uri="{FF2B5EF4-FFF2-40B4-BE49-F238E27FC236}">
                <a16:creationId xmlns:a16="http://schemas.microsoft.com/office/drawing/2014/main" id="{40E95D8A-C2B8-435B-AA44-6039D2801228}"/>
              </a:ext>
            </a:extLst>
          </p:cNvPr>
          <p:cNvSpPr/>
          <p:nvPr/>
        </p:nvSpPr>
        <p:spPr>
          <a:xfrm>
            <a:off x="5579656" y="6237232"/>
            <a:ext cx="1224136"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 structure )</a:t>
            </a:r>
          </a:p>
        </p:txBody>
      </p:sp>
      <p:sp>
        <p:nvSpPr>
          <p:cNvPr id="13" name="Rechteck 12">
            <a:extLst>
              <a:ext uri="{FF2B5EF4-FFF2-40B4-BE49-F238E27FC236}">
                <a16:creationId xmlns:a16="http://schemas.microsoft.com/office/drawing/2014/main" id="{75A365A8-0AC2-4D40-80D6-52C8E98ABA9A}"/>
              </a:ext>
            </a:extLst>
          </p:cNvPr>
          <p:cNvSpPr/>
          <p:nvPr/>
        </p:nvSpPr>
        <p:spPr>
          <a:xfrm>
            <a:off x="7883912" y="6237232"/>
            <a:ext cx="1079888"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an array)</a:t>
            </a:r>
          </a:p>
        </p:txBody>
      </p:sp>
      <p:sp>
        <p:nvSpPr>
          <p:cNvPr id="15" name="Rechteck 14">
            <a:extLst>
              <a:ext uri="{FF2B5EF4-FFF2-40B4-BE49-F238E27FC236}">
                <a16:creationId xmlns:a16="http://schemas.microsoft.com/office/drawing/2014/main" id="{7A6CDC30-D81F-40C4-B567-C7A5A2722D13}"/>
              </a:ext>
            </a:extLst>
          </p:cNvPr>
          <p:cNvSpPr/>
          <p:nvPr/>
        </p:nvSpPr>
        <p:spPr>
          <a:xfrm>
            <a:off x="396000" y="3357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6" name="Rechteck 15">
            <a:extLst>
              <a:ext uri="{FF2B5EF4-FFF2-40B4-BE49-F238E27FC236}">
                <a16:creationId xmlns:a16="http://schemas.microsoft.com/office/drawing/2014/main" id="{95E6A50C-E2F2-4BAC-B484-C26961D79121}"/>
              </a:ext>
            </a:extLst>
          </p:cNvPr>
          <p:cNvSpPr/>
          <p:nvPr/>
        </p:nvSpPr>
        <p:spPr>
          <a:xfrm>
            <a:off x="1620000" y="335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34" name="Rechteck 33">
            <a:extLst>
              <a:ext uri="{FF2B5EF4-FFF2-40B4-BE49-F238E27FC236}">
                <a16:creationId xmlns:a16="http://schemas.microsoft.com/office/drawing/2014/main" id="{CCBA5865-23B4-4351-B3AF-049A9973D748}"/>
              </a:ext>
            </a:extLst>
          </p:cNvPr>
          <p:cNvSpPr/>
          <p:nvPr/>
        </p:nvSpPr>
        <p:spPr>
          <a:xfrm>
            <a:off x="4644000" y="3357000"/>
            <a:ext cx="1224136" cy="180000"/>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bg1">
                    <a:lumMod val="75000"/>
                  </a:schemeClr>
                </a:solidFill>
              </a:rPr>
              <a:t>soccer </a:t>
            </a:r>
            <a:r>
              <a:rPr lang="en-US" sz="1000" dirty="0">
                <a:solidFill>
                  <a:schemeClr val="bg1">
                    <a:lumMod val="75000"/>
                  </a:schemeClr>
                </a:solidFill>
              </a:rPr>
              <a:t>club[ ]</a:t>
            </a:r>
          </a:p>
        </p:txBody>
      </p:sp>
      <p:sp>
        <p:nvSpPr>
          <p:cNvPr id="35" name="Rechteck 34">
            <a:extLst>
              <a:ext uri="{FF2B5EF4-FFF2-40B4-BE49-F238E27FC236}">
                <a16:creationId xmlns:a16="http://schemas.microsoft.com/office/drawing/2014/main" id="{6DD95C9C-D0EB-42B3-9D2E-7F40E8839488}"/>
              </a:ext>
            </a:extLst>
          </p:cNvPr>
          <p:cNvSpPr/>
          <p:nvPr/>
        </p:nvSpPr>
        <p:spPr>
          <a:xfrm>
            <a:off x="5868000" y="335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36" name="Rechteck 35">
            <a:extLst>
              <a:ext uri="{FF2B5EF4-FFF2-40B4-BE49-F238E27FC236}">
                <a16:creationId xmlns:a16="http://schemas.microsoft.com/office/drawing/2014/main" id="{1AF64E0A-9E92-4738-82B2-97DA043C61BD}"/>
              </a:ext>
            </a:extLst>
          </p:cNvPr>
          <p:cNvSpPr/>
          <p:nvPr/>
        </p:nvSpPr>
        <p:spPr>
          <a:xfrm>
            <a:off x="4644000" y="3573000"/>
            <a:ext cx="3744000" cy="50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Note that this transaction is a </a:t>
            </a:r>
            <a:r>
              <a:rPr lang="en-US" sz="1000" b="1" dirty="0">
                <a:solidFill>
                  <a:schemeClr val="tx1"/>
                </a:solidFill>
              </a:rPr>
              <a:t>move</a:t>
            </a:r>
            <a:r>
              <a:rPr lang="en-US" sz="1000" dirty="0">
                <a:solidFill>
                  <a:schemeClr val="tx1"/>
                </a:solidFill>
              </a:rPr>
              <a:t> transaction without</a:t>
            </a:r>
          </a:p>
          <a:p>
            <a:r>
              <a:rPr lang="en-US" sz="1000" dirty="0">
                <a:solidFill>
                  <a:schemeClr val="tx1"/>
                </a:solidFill>
              </a:rPr>
              <a:t>the "^" suffix at the end.  In this case, the source variable</a:t>
            </a:r>
          </a:p>
          <a:p>
            <a:r>
              <a:rPr lang="en-US" sz="1000" dirty="0">
                <a:solidFill>
                  <a:schemeClr val="tx1"/>
                </a:solidFill>
              </a:rPr>
              <a:t>will be deleted entirely.</a:t>
            </a:r>
          </a:p>
        </p:txBody>
      </p:sp>
      <p:sp>
        <p:nvSpPr>
          <p:cNvPr id="37" name="Rechteck 36">
            <a:extLst>
              <a:ext uri="{FF2B5EF4-FFF2-40B4-BE49-F238E27FC236}">
                <a16:creationId xmlns:a16="http://schemas.microsoft.com/office/drawing/2014/main" id="{E8D31666-5727-4053-BBE5-6497A538B68A}"/>
              </a:ext>
            </a:extLst>
          </p:cNvPr>
          <p:cNvSpPr/>
          <p:nvPr/>
        </p:nvSpPr>
        <p:spPr>
          <a:xfrm>
            <a:off x="4644000" y="4797000"/>
            <a:ext cx="3744000" cy="50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u="sng" dirty="0">
                <a:solidFill>
                  <a:schemeClr val="tx1"/>
                </a:solidFill>
              </a:rPr>
              <a:t>Note:</a:t>
            </a:r>
          </a:p>
          <a:p>
            <a:r>
              <a:rPr lang="en-US" sz="1000" dirty="0">
                <a:solidFill>
                  <a:srgbClr val="FF0000"/>
                </a:solidFill>
              </a:rPr>
              <a:t>L. Larsson with his data </a:t>
            </a:r>
            <a:r>
              <a:rPr lang="en-US" sz="1000" dirty="0">
                <a:solidFill>
                  <a:schemeClr val="tx1"/>
                </a:solidFill>
              </a:rPr>
              <a:t>is added as a 12</a:t>
            </a:r>
            <a:r>
              <a:rPr lang="en-US" sz="1000" baseline="30000" dirty="0">
                <a:solidFill>
                  <a:schemeClr val="tx1"/>
                </a:solidFill>
              </a:rPr>
              <a:t>th</a:t>
            </a:r>
            <a:r>
              <a:rPr lang="en-US" sz="1000" dirty="0">
                <a:solidFill>
                  <a:schemeClr val="tx1"/>
                </a:solidFill>
              </a:rPr>
              <a:t> member [...11...] </a:t>
            </a:r>
          </a:p>
          <a:p>
            <a:r>
              <a:rPr lang="en-US" sz="1000" dirty="0">
                <a:solidFill>
                  <a:schemeClr val="tx1"/>
                </a:solidFill>
              </a:rPr>
              <a:t>to the team.  No existing data is overwritten.</a:t>
            </a:r>
          </a:p>
          <a:p>
            <a:r>
              <a:rPr lang="en-US" sz="1000" dirty="0">
                <a:solidFill>
                  <a:schemeClr val="tx1"/>
                </a:solidFill>
              </a:rPr>
              <a:t>Among the structure members, only the home base has been added.</a:t>
            </a:r>
          </a:p>
          <a:p>
            <a:r>
              <a:rPr lang="en-US" sz="1000" dirty="0">
                <a:solidFill>
                  <a:schemeClr val="tx1"/>
                </a:solidFill>
              </a:rPr>
              <a:t>Already existing data like the team name and trainer name</a:t>
            </a:r>
          </a:p>
          <a:p>
            <a:r>
              <a:rPr lang="en-US" sz="1000" dirty="0">
                <a:solidFill>
                  <a:schemeClr val="tx1"/>
                </a:solidFill>
              </a:rPr>
              <a:t>are not overwritten.</a:t>
            </a:r>
          </a:p>
        </p:txBody>
      </p:sp>
      <p:sp>
        <p:nvSpPr>
          <p:cNvPr id="169" name="Rechteck 168">
            <a:extLst>
              <a:ext uri="{FF2B5EF4-FFF2-40B4-BE49-F238E27FC236}">
                <a16:creationId xmlns:a16="http://schemas.microsoft.com/office/drawing/2014/main" id="{267A28AB-D1D0-4B54-8E1B-16DB9B04BAAF}"/>
              </a:ext>
            </a:extLst>
          </p:cNvPr>
          <p:cNvSpPr/>
          <p:nvPr/>
        </p:nvSpPr>
        <p:spPr>
          <a:xfrm>
            <a:off x="180000" y="76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71" name="Rechteck 170">
            <a:extLst>
              <a:ext uri="{FF2B5EF4-FFF2-40B4-BE49-F238E27FC236}">
                <a16:creationId xmlns:a16="http://schemas.microsoft.com/office/drawing/2014/main" id="{972F6919-BABD-4968-BD59-BF2AEA6D9C04}"/>
              </a:ext>
            </a:extLst>
          </p:cNvPr>
          <p:cNvSpPr/>
          <p:nvPr/>
        </p:nvSpPr>
        <p:spPr>
          <a:xfrm>
            <a:off x="1404000" y="76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173" name="Rechteck 172">
            <a:extLst>
              <a:ext uri="{FF2B5EF4-FFF2-40B4-BE49-F238E27FC236}">
                <a16:creationId xmlns:a16="http://schemas.microsoft.com/office/drawing/2014/main" id="{68BF4F35-BC74-400B-B416-B7CC33CDB284}"/>
              </a:ext>
            </a:extLst>
          </p:cNvPr>
          <p:cNvSpPr/>
          <p:nvPr/>
        </p:nvSpPr>
        <p:spPr>
          <a:xfrm>
            <a:off x="396000" y="98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a:t>
            </a:r>
          </a:p>
        </p:txBody>
      </p:sp>
      <p:sp>
        <p:nvSpPr>
          <p:cNvPr id="175" name="Rechteck 174">
            <a:extLst>
              <a:ext uri="{FF2B5EF4-FFF2-40B4-BE49-F238E27FC236}">
                <a16:creationId xmlns:a16="http://schemas.microsoft.com/office/drawing/2014/main" id="{4D583147-CC4C-42FD-ABAC-EF6CF76593AD}"/>
              </a:ext>
            </a:extLst>
          </p:cNvPr>
          <p:cNvSpPr/>
          <p:nvPr/>
        </p:nvSpPr>
        <p:spPr>
          <a:xfrm>
            <a:off x="612000" y="119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0 ]</a:t>
            </a:r>
          </a:p>
        </p:txBody>
      </p:sp>
      <p:sp>
        <p:nvSpPr>
          <p:cNvPr id="177" name="Rechteck 176">
            <a:extLst>
              <a:ext uri="{FF2B5EF4-FFF2-40B4-BE49-F238E27FC236}">
                <a16:creationId xmlns:a16="http://schemas.microsoft.com/office/drawing/2014/main" id="{8B7C2297-EE59-4577-8D42-1F962A1C8BFB}"/>
              </a:ext>
            </a:extLst>
          </p:cNvPr>
          <p:cNvSpPr/>
          <p:nvPr/>
        </p:nvSpPr>
        <p:spPr>
          <a:xfrm>
            <a:off x="612000" y="141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a:t>
            </a:r>
          </a:p>
        </p:txBody>
      </p:sp>
      <p:sp>
        <p:nvSpPr>
          <p:cNvPr id="179" name="Rechteck 178">
            <a:extLst>
              <a:ext uri="{FF2B5EF4-FFF2-40B4-BE49-F238E27FC236}">
                <a16:creationId xmlns:a16="http://schemas.microsoft.com/office/drawing/2014/main" id="{AE3605CE-8848-4969-B3D5-30DDBFB00CC8}"/>
              </a:ext>
            </a:extLst>
          </p:cNvPr>
          <p:cNvSpPr/>
          <p:nvPr/>
        </p:nvSpPr>
        <p:spPr>
          <a:xfrm>
            <a:off x="612000" y="213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10 ]</a:t>
            </a:r>
          </a:p>
        </p:txBody>
      </p:sp>
      <p:sp>
        <p:nvSpPr>
          <p:cNvPr id="181" name="Rechteck 180">
            <a:extLst>
              <a:ext uri="{FF2B5EF4-FFF2-40B4-BE49-F238E27FC236}">
                <a16:creationId xmlns:a16="http://schemas.microsoft.com/office/drawing/2014/main" id="{E9FB5F34-FAC9-4F51-8B8A-0AC0D47AA705}"/>
              </a:ext>
            </a:extLst>
          </p:cNvPr>
          <p:cNvSpPr/>
          <p:nvPr/>
        </p:nvSpPr>
        <p:spPr>
          <a:xfrm>
            <a:off x="1044000" y="162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role ]</a:t>
            </a:r>
          </a:p>
        </p:txBody>
      </p:sp>
      <p:sp>
        <p:nvSpPr>
          <p:cNvPr id="183" name="Rechteck 182">
            <a:extLst>
              <a:ext uri="{FF2B5EF4-FFF2-40B4-BE49-F238E27FC236}">
                <a16:creationId xmlns:a16="http://schemas.microsoft.com/office/drawing/2014/main" id="{F2F64AA0-D13F-4E7A-9BDF-32C2493D9DF7}"/>
              </a:ext>
            </a:extLst>
          </p:cNvPr>
          <p:cNvSpPr/>
          <p:nvPr/>
        </p:nvSpPr>
        <p:spPr>
          <a:xfrm>
            <a:off x="612000" y="1917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85" name="Rechteck 184">
            <a:extLst>
              <a:ext uri="{FF2B5EF4-FFF2-40B4-BE49-F238E27FC236}">
                <a16:creationId xmlns:a16="http://schemas.microsoft.com/office/drawing/2014/main" id="{8A7D9D1D-1F34-4788-AD82-A0EE7DC6E09D}"/>
              </a:ext>
            </a:extLst>
          </p:cNvPr>
          <p:cNvSpPr/>
          <p:nvPr/>
        </p:nvSpPr>
        <p:spPr>
          <a:xfrm>
            <a:off x="396000" y="234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trainer ]</a:t>
            </a:r>
          </a:p>
        </p:txBody>
      </p:sp>
      <p:sp>
        <p:nvSpPr>
          <p:cNvPr id="187" name="Rechteck 186">
            <a:extLst>
              <a:ext uri="{FF2B5EF4-FFF2-40B4-BE49-F238E27FC236}">
                <a16:creationId xmlns:a16="http://schemas.microsoft.com/office/drawing/2014/main" id="{76EE8805-A57F-4AA0-9B91-0A8BE13DD99E}"/>
              </a:ext>
            </a:extLst>
          </p:cNvPr>
          <p:cNvSpPr/>
          <p:nvPr/>
        </p:nvSpPr>
        <p:spPr>
          <a:xfrm>
            <a:off x="612000" y="1628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89" name="Rechteck 188">
            <a:extLst>
              <a:ext uri="{FF2B5EF4-FFF2-40B4-BE49-F238E27FC236}">
                <a16:creationId xmlns:a16="http://schemas.microsoft.com/office/drawing/2014/main" id="{520D056B-93F0-42C0-8114-5319FF1CFDD7}"/>
              </a:ext>
            </a:extLst>
          </p:cNvPr>
          <p:cNvSpPr/>
          <p:nvPr/>
        </p:nvSpPr>
        <p:spPr>
          <a:xfrm>
            <a:off x="612000" y="1773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191" name="Rechteck 190">
            <a:extLst>
              <a:ext uri="{FF2B5EF4-FFF2-40B4-BE49-F238E27FC236}">
                <a16:creationId xmlns:a16="http://schemas.microsoft.com/office/drawing/2014/main" id="{7C1D6461-82A6-4AE8-A2DF-B26E5D31394A}"/>
              </a:ext>
            </a:extLst>
          </p:cNvPr>
          <p:cNvSpPr/>
          <p:nvPr/>
        </p:nvSpPr>
        <p:spPr>
          <a:xfrm>
            <a:off x="1980000" y="2349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193" name="Rechteck 192">
            <a:extLst>
              <a:ext uri="{FF2B5EF4-FFF2-40B4-BE49-F238E27FC236}">
                <a16:creationId xmlns:a16="http://schemas.microsoft.com/office/drawing/2014/main" id="{8D272A00-14FA-4605-91FB-1CF223CAC39E}"/>
              </a:ext>
            </a:extLst>
          </p:cNvPr>
          <p:cNvSpPr/>
          <p:nvPr/>
        </p:nvSpPr>
        <p:spPr>
          <a:xfrm>
            <a:off x="2196000" y="119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195" name="Rechteck 194">
            <a:extLst>
              <a:ext uri="{FF2B5EF4-FFF2-40B4-BE49-F238E27FC236}">
                <a16:creationId xmlns:a16="http://schemas.microsoft.com/office/drawing/2014/main" id="{2613687F-496F-41A8-9FE1-04E524036ED3}"/>
              </a:ext>
            </a:extLst>
          </p:cNvPr>
          <p:cNvSpPr/>
          <p:nvPr/>
        </p:nvSpPr>
        <p:spPr>
          <a:xfrm>
            <a:off x="2196000" y="141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197" name="Rechteck 196">
            <a:extLst>
              <a:ext uri="{FF2B5EF4-FFF2-40B4-BE49-F238E27FC236}">
                <a16:creationId xmlns:a16="http://schemas.microsoft.com/office/drawing/2014/main" id="{2D763054-BE4C-469E-A498-1C506CB865B4}"/>
              </a:ext>
            </a:extLst>
          </p:cNvPr>
          <p:cNvSpPr/>
          <p:nvPr/>
        </p:nvSpPr>
        <p:spPr>
          <a:xfrm>
            <a:off x="2196000" y="213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199" name="Rechteck 198">
            <a:extLst>
              <a:ext uri="{FF2B5EF4-FFF2-40B4-BE49-F238E27FC236}">
                <a16:creationId xmlns:a16="http://schemas.microsoft.com/office/drawing/2014/main" id="{5A2C9BA5-2A0C-4CBF-9EF8-A2CB77AD8D6D}"/>
              </a:ext>
            </a:extLst>
          </p:cNvPr>
          <p:cNvSpPr/>
          <p:nvPr/>
        </p:nvSpPr>
        <p:spPr>
          <a:xfrm>
            <a:off x="2628000" y="162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201" name="Rechteck 200">
            <a:extLst>
              <a:ext uri="{FF2B5EF4-FFF2-40B4-BE49-F238E27FC236}">
                <a16:creationId xmlns:a16="http://schemas.microsoft.com/office/drawing/2014/main" id="{70B55D6C-DDC9-4865-B231-7757411E4A5F}"/>
              </a:ext>
            </a:extLst>
          </p:cNvPr>
          <p:cNvSpPr/>
          <p:nvPr/>
        </p:nvSpPr>
        <p:spPr>
          <a:xfrm>
            <a:off x="1044000" y="184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goals achieved ]</a:t>
            </a:r>
          </a:p>
        </p:txBody>
      </p:sp>
      <p:sp>
        <p:nvSpPr>
          <p:cNvPr id="203" name="Rechteck 202">
            <a:extLst>
              <a:ext uri="{FF2B5EF4-FFF2-40B4-BE49-F238E27FC236}">
                <a16:creationId xmlns:a16="http://schemas.microsoft.com/office/drawing/2014/main" id="{4123C71A-4FF8-40F3-BB64-6CAC54D9AB3B}"/>
              </a:ext>
            </a:extLst>
          </p:cNvPr>
          <p:cNvSpPr/>
          <p:nvPr/>
        </p:nvSpPr>
        <p:spPr>
          <a:xfrm>
            <a:off x="3276000" y="184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205" name="Rechteck 204">
            <a:extLst>
              <a:ext uri="{FF2B5EF4-FFF2-40B4-BE49-F238E27FC236}">
                <a16:creationId xmlns:a16="http://schemas.microsoft.com/office/drawing/2014/main" id="{175ABB7B-B3EB-4E20-A5D2-B5B1EAFE581F}"/>
              </a:ext>
            </a:extLst>
          </p:cNvPr>
          <p:cNvSpPr/>
          <p:nvPr/>
        </p:nvSpPr>
        <p:spPr>
          <a:xfrm>
            <a:off x="1620000" y="98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214" name="Rechteck 213">
            <a:extLst>
              <a:ext uri="{FF2B5EF4-FFF2-40B4-BE49-F238E27FC236}">
                <a16:creationId xmlns:a16="http://schemas.microsoft.com/office/drawing/2014/main" id="{5F049678-9F29-4E1E-9D44-A051B907BE00}"/>
              </a:ext>
            </a:extLst>
          </p:cNvPr>
          <p:cNvSpPr/>
          <p:nvPr/>
        </p:nvSpPr>
        <p:spPr>
          <a:xfrm>
            <a:off x="4284000" y="76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215" name="Rechteck 214">
            <a:extLst>
              <a:ext uri="{FF2B5EF4-FFF2-40B4-BE49-F238E27FC236}">
                <a16:creationId xmlns:a16="http://schemas.microsoft.com/office/drawing/2014/main" id="{ADB490BE-FC67-4B56-9239-6B7347D06774}"/>
              </a:ext>
            </a:extLst>
          </p:cNvPr>
          <p:cNvSpPr/>
          <p:nvPr/>
        </p:nvSpPr>
        <p:spPr>
          <a:xfrm>
            <a:off x="5508000" y="76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FF0000"/>
                </a:solidFill>
              </a:rPr>
              <a:t>"S.C. Beverly Hills Celebrity Kickers"</a:t>
            </a:r>
          </a:p>
        </p:txBody>
      </p:sp>
      <p:sp>
        <p:nvSpPr>
          <p:cNvPr id="216" name="Rechteck 215">
            <a:extLst>
              <a:ext uri="{FF2B5EF4-FFF2-40B4-BE49-F238E27FC236}">
                <a16:creationId xmlns:a16="http://schemas.microsoft.com/office/drawing/2014/main" id="{165FF2FE-D7FE-44D1-BCE3-409069666E83}"/>
              </a:ext>
            </a:extLst>
          </p:cNvPr>
          <p:cNvSpPr/>
          <p:nvPr/>
        </p:nvSpPr>
        <p:spPr>
          <a:xfrm>
            <a:off x="4500000" y="1197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217" name="Rechteck 216">
            <a:extLst>
              <a:ext uri="{FF2B5EF4-FFF2-40B4-BE49-F238E27FC236}">
                <a16:creationId xmlns:a16="http://schemas.microsoft.com/office/drawing/2014/main" id="{BFD94DA0-75F6-4E08-8280-2684927BFE2A}"/>
              </a:ext>
            </a:extLst>
          </p:cNvPr>
          <p:cNvSpPr/>
          <p:nvPr/>
        </p:nvSpPr>
        <p:spPr>
          <a:xfrm>
            <a:off x="4716000" y="141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222" name="Rechteck 221">
            <a:extLst>
              <a:ext uri="{FF2B5EF4-FFF2-40B4-BE49-F238E27FC236}">
                <a16:creationId xmlns:a16="http://schemas.microsoft.com/office/drawing/2014/main" id="{4C60C651-89CA-430C-9574-95ED753D07E0}"/>
              </a:ext>
            </a:extLst>
          </p:cNvPr>
          <p:cNvSpPr/>
          <p:nvPr/>
        </p:nvSpPr>
        <p:spPr>
          <a:xfrm>
            <a:off x="4500000" y="2061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225" name="Rechteck 224">
            <a:extLst>
              <a:ext uri="{FF2B5EF4-FFF2-40B4-BE49-F238E27FC236}">
                <a16:creationId xmlns:a16="http://schemas.microsoft.com/office/drawing/2014/main" id="{5E728BF7-D4FF-4D01-973A-ABE6D3FC7D53}"/>
              </a:ext>
            </a:extLst>
          </p:cNvPr>
          <p:cNvSpPr/>
          <p:nvPr/>
        </p:nvSpPr>
        <p:spPr>
          <a:xfrm>
            <a:off x="6084000" y="2061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FF0000"/>
                </a:solidFill>
              </a:rPr>
              <a:t>"Y. </a:t>
            </a:r>
            <a:r>
              <a:rPr lang="en-US" sz="1000" dirty="0" err="1">
                <a:solidFill>
                  <a:srgbClr val="FF0000"/>
                </a:solidFill>
              </a:rPr>
              <a:t>Yvesson</a:t>
            </a:r>
            <a:r>
              <a:rPr lang="en-US" sz="1000" dirty="0">
                <a:solidFill>
                  <a:srgbClr val="FF0000"/>
                </a:solidFill>
              </a:rPr>
              <a:t>"</a:t>
            </a:r>
          </a:p>
        </p:txBody>
      </p:sp>
      <p:sp>
        <p:nvSpPr>
          <p:cNvPr id="226" name="Rechteck 225">
            <a:extLst>
              <a:ext uri="{FF2B5EF4-FFF2-40B4-BE49-F238E27FC236}">
                <a16:creationId xmlns:a16="http://schemas.microsoft.com/office/drawing/2014/main" id="{4256C02C-EB6F-459B-8258-227D17673FC8}"/>
              </a:ext>
            </a:extLst>
          </p:cNvPr>
          <p:cNvSpPr/>
          <p:nvPr/>
        </p:nvSpPr>
        <p:spPr>
          <a:xfrm>
            <a:off x="6300000" y="141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 Larsson"</a:t>
            </a:r>
          </a:p>
        </p:txBody>
      </p:sp>
      <p:sp>
        <p:nvSpPr>
          <p:cNvPr id="232" name="Rechteck 231">
            <a:extLst>
              <a:ext uri="{FF2B5EF4-FFF2-40B4-BE49-F238E27FC236}">
                <a16:creationId xmlns:a16="http://schemas.microsoft.com/office/drawing/2014/main" id="{2CE5A0DD-D63A-40B2-A09F-3C2D611BED43}"/>
              </a:ext>
            </a:extLst>
          </p:cNvPr>
          <p:cNvSpPr/>
          <p:nvPr/>
        </p:nvSpPr>
        <p:spPr>
          <a:xfrm>
            <a:off x="5724000" y="119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FF0000"/>
                </a:solidFill>
              </a:rPr>
              <a:t>"The winning team"</a:t>
            </a:r>
          </a:p>
        </p:txBody>
      </p:sp>
      <p:sp>
        <p:nvSpPr>
          <p:cNvPr id="233" name="Rechteck 232">
            <a:extLst>
              <a:ext uri="{FF2B5EF4-FFF2-40B4-BE49-F238E27FC236}">
                <a16:creationId xmlns:a16="http://schemas.microsoft.com/office/drawing/2014/main" id="{B66F1746-E053-410B-9DE7-32C56CB8F289}"/>
              </a:ext>
            </a:extLst>
          </p:cNvPr>
          <p:cNvSpPr/>
          <p:nvPr/>
        </p:nvSpPr>
        <p:spPr>
          <a:xfrm>
            <a:off x="5076000" y="162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234" name="Rechteck 233">
            <a:extLst>
              <a:ext uri="{FF2B5EF4-FFF2-40B4-BE49-F238E27FC236}">
                <a16:creationId xmlns:a16="http://schemas.microsoft.com/office/drawing/2014/main" id="{349EFB7B-5307-4142-ADF8-635C0ACBA220}"/>
              </a:ext>
            </a:extLst>
          </p:cNvPr>
          <p:cNvSpPr/>
          <p:nvPr/>
        </p:nvSpPr>
        <p:spPr>
          <a:xfrm>
            <a:off x="6660000" y="162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"defense"</a:t>
            </a:r>
          </a:p>
        </p:txBody>
      </p:sp>
      <p:sp>
        <p:nvSpPr>
          <p:cNvPr id="235" name="Rechteck 234">
            <a:extLst>
              <a:ext uri="{FF2B5EF4-FFF2-40B4-BE49-F238E27FC236}">
                <a16:creationId xmlns:a16="http://schemas.microsoft.com/office/drawing/2014/main" id="{FE4D2B49-4B35-492D-B30B-4B7065291B0C}"/>
              </a:ext>
            </a:extLst>
          </p:cNvPr>
          <p:cNvSpPr/>
          <p:nvPr/>
        </p:nvSpPr>
        <p:spPr>
          <a:xfrm>
            <a:off x="5076000" y="184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236" name="Rechteck 235">
            <a:extLst>
              <a:ext uri="{FF2B5EF4-FFF2-40B4-BE49-F238E27FC236}">
                <a16:creationId xmlns:a16="http://schemas.microsoft.com/office/drawing/2014/main" id="{72795254-C245-4D21-A701-998F6E9AF117}"/>
              </a:ext>
            </a:extLst>
          </p:cNvPr>
          <p:cNvSpPr/>
          <p:nvPr/>
        </p:nvSpPr>
        <p:spPr>
          <a:xfrm>
            <a:off x="7308000" y="184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0</a:t>
            </a:r>
          </a:p>
        </p:txBody>
      </p:sp>
      <p:sp>
        <p:nvSpPr>
          <p:cNvPr id="83" name="Rechteck 82">
            <a:extLst>
              <a:ext uri="{FF2B5EF4-FFF2-40B4-BE49-F238E27FC236}">
                <a16:creationId xmlns:a16="http://schemas.microsoft.com/office/drawing/2014/main" id="{23518389-1B4E-4821-B44D-83695D30A35B}"/>
              </a:ext>
            </a:extLst>
          </p:cNvPr>
          <p:cNvSpPr/>
          <p:nvPr/>
        </p:nvSpPr>
        <p:spPr>
          <a:xfrm>
            <a:off x="612000" y="3789251"/>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a:t>
            </a:r>
          </a:p>
        </p:txBody>
      </p:sp>
      <p:sp>
        <p:nvSpPr>
          <p:cNvPr id="84" name="Rechteck 83">
            <a:extLst>
              <a:ext uri="{FF2B5EF4-FFF2-40B4-BE49-F238E27FC236}">
                <a16:creationId xmlns:a16="http://schemas.microsoft.com/office/drawing/2014/main" id="{623CA3CB-0D0B-4228-8240-77A3C05E138D}"/>
              </a:ext>
            </a:extLst>
          </p:cNvPr>
          <p:cNvSpPr/>
          <p:nvPr/>
        </p:nvSpPr>
        <p:spPr>
          <a:xfrm>
            <a:off x="828000" y="4005251"/>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0 ]</a:t>
            </a:r>
          </a:p>
        </p:txBody>
      </p:sp>
      <p:sp>
        <p:nvSpPr>
          <p:cNvPr id="85" name="Rechteck 84">
            <a:extLst>
              <a:ext uri="{FF2B5EF4-FFF2-40B4-BE49-F238E27FC236}">
                <a16:creationId xmlns:a16="http://schemas.microsoft.com/office/drawing/2014/main" id="{0194A367-6712-4801-9753-81326DE6169B}"/>
              </a:ext>
            </a:extLst>
          </p:cNvPr>
          <p:cNvSpPr/>
          <p:nvPr/>
        </p:nvSpPr>
        <p:spPr>
          <a:xfrm>
            <a:off x="828000" y="4221251"/>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a:t>
            </a:r>
          </a:p>
        </p:txBody>
      </p:sp>
      <p:sp>
        <p:nvSpPr>
          <p:cNvPr id="86" name="Rechteck 85">
            <a:extLst>
              <a:ext uri="{FF2B5EF4-FFF2-40B4-BE49-F238E27FC236}">
                <a16:creationId xmlns:a16="http://schemas.microsoft.com/office/drawing/2014/main" id="{42974AE3-2278-4A31-B797-C8653B93CC88}"/>
              </a:ext>
            </a:extLst>
          </p:cNvPr>
          <p:cNvSpPr/>
          <p:nvPr/>
        </p:nvSpPr>
        <p:spPr>
          <a:xfrm>
            <a:off x="828000" y="4941251"/>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10 ]</a:t>
            </a:r>
          </a:p>
        </p:txBody>
      </p:sp>
      <p:sp>
        <p:nvSpPr>
          <p:cNvPr id="87" name="Rechteck 86">
            <a:extLst>
              <a:ext uri="{FF2B5EF4-FFF2-40B4-BE49-F238E27FC236}">
                <a16:creationId xmlns:a16="http://schemas.microsoft.com/office/drawing/2014/main" id="{E57521EA-0E4C-4C10-9649-F88F06C20345}"/>
              </a:ext>
            </a:extLst>
          </p:cNvPr>
          <p:cNvSpPr/>
          <p:nvPr/>
        </p:nvSpPr>
        <p:spPr>
          <a:xfrm>
            <a:off x="1260000" y="4437251"/>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role ]</a:t>
            </a:r>
          </a:p>
        </p:txBody>
      </p:sp>
      <p:sp>
        <p:nvSpPr>
          <p:cNvPr id="88" name="Rechteck 87">
            <a:extLst>
              <a:ext uri="{FF2B5EF4-FFF2-40B4-BE49-F238E27FC236}">
                <a16:creationId xmlns:a16="http://schemas.microsoft.com/office/drawing/2014/main" id="{4F9582C3-37D9-40AB-8E6C-E274BA576EC6}"/>
              </a:ext>
            </a:extLst>
          </p:cNvPr>
          <p:cNvSpPr/>
          <p:nvPr/>
        </p:nvSpPr>
        <p:spPr>
          <a:xfrm>
            <a:off x="828000" y="4725251"/>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89" name="Rechteck 88">
            <a:extLst>
              <a:ext uri="{FF2B5EF4-FFF2-40B4-BE49-F238E27FC236}">
                <a16:creationId xmlns:a16="http://schemas.microsoft.com/office/drawing/2014/main" id="{FB7E20A0-1323-4417-9B72-548CB7245B0C}"/>
              </a:ext>
            </a:extLst>
          </p:cNvPr>
          <p:cNvSpPr/>
          <p:nvPr/>
        </p:nvSpPr>
        <p:spPr>
          <a:xfrm>
            <a:off x="612000" y="5805251"/>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trainer ]</a:t>
            </a:r>
          </a:p>
        </p:txBody>
      </p:sp>
      <p:sp>
        <p:nvSpPr>
          <p:cNvPr id="90" name="Rechteck 89">
            <a:extLst>
              <a:ext uri="{FF2B5EF4-FFF2-40B4-BE49-F238E27FC236}">
                <a16:creationId xmlns:a16="http://schemas.microsoft.com/office/drawing/2014/main" id="{66FDE971-50DD-466D-8FB6-B3F3BB7CC4B3}"/>
              </a:ext>
            </a:extLst>
          </p:cNvPr>
          <p:cNvSpPr/>
          <p:nvPr/>
        </p:nvSpPr>
        <p:spPr>
          <a:xfrm>
            <a:off x="828000" y="4437227"/>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91" name="Rechteck 90">
            <a:extLst>
              <a:ext uri="{FF2B5EF4-FFF2-40B4-BE49-F238E27FC236}">
                <a16:creationId xmlns:a16="http://schemas.microsoft.com/office/drawing/2014/main" id="{502E549E-62C8-4BD2-8AD2-8D9C3546C82A}"/>
              </a:ext>
            </a:extLst>
          </p:cNvPr>
          <p:cNvSpPr/>
          <p:nvPr/>
        </p:nvSpPr>
        <p:spPr>
          <a:xfrm>
            <a:off x="828000" y="4581251"/>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t>
            </a:r>
          </a:p>
        </p:txBody>
      </p:sp>
      <p:sp>
        <p:nvSpPr>
          <p:cNvPr id="92" name="Rechteck 91">
            <a:extLst>
              <a:ext uri="{FF2B5EF4-FFF2-40B4-BE49-F238E27FC236}">
                <a16:creationId xmlns:a16="http://schemas.microsoft.com/office/drawing/2014/main" id="{BAA4EFB0-7FCF-4536-BDD4-51241CFF25B0}"/>
              </a:ext>
            </a:extLst>
          </p:cNvPr>
          <p:cNvSpPr/>
          <p:nvPr/>
        </p:nvSpPr>
        <p:spPr>
          <a:xfrm>
            <a:off x="2196000" y="5805251"/>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93" name="Rechteck 92">
            <a:extLst>
              <a:ext uri="{FF2B5EF4-FFF2-40B4-BE49-F238E27FC236}">
                <a16:creationId xmlns:a16="http://schemas.microsoft.com/office/drawing/2014/main" id="{02A8C5BE-D6A3-4354-BE62-9C1AD5394AA2}"/>
              </a:ext>
            </a:extLst>
          </p:cNvPr>
          <p:cNvSpPr/>
          <p:nvPr/>
        </p:nvSpPr>
        <p:spPr>
          <a:xfrm>
            <a:off x="2412000" y="4005251"/>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94" name="Rechteck 93">
            <a:extLst>
              <a:ext uri="{FF2B5EF4-FFF2-40B4-BE49-F238E27FC236}">
                <a16:creationId xmlns:a16="http://schemas.microsoft.com/office/drawing/2014/main" id="{1578314F-91CA-47C0-904E-89DEADBCF6A0}"/>
              </a:ext>
            </a:extLst>
          </p:cNvPr>
          <p:cNvSpPr/>
          <p:nvPr/>
        </p:nvSpPr>
        <p:spPr>
          <a:xfrm>
            <a:off x="2412000" y="4221251"/>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95" name="Rechteck 94">
            <a:extLst>
              <a:ext uri="{FF2B5EF4-FFF2-40B4-BE49-F238E27FC236}">
                <a16:creationId xmlns:a16="http://schemas.microsoft.com/office/drawing/2014/main" id="{1A09B0FD-4BC4-48F1-961E-AED856EB41CC}"/>
              </a:ext>
            </a:extLst>
          </p:cNvPr>
          <p:cNvSpPr/>
          <p:nvPr/>
        </p:nvSpPr>
        <p:spPr>
          <a:xfrm>
            <a:off x="2412000" y="4941251"/>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96" name="Rechteck 95">
            <a:extLst>
              <a:ext uri="{FF2B5EF4-FFF2-40B4-BE49-F238E27FC236}">
                <a16:creationId xmlns:a16="http://schemas.microsoft.com/office/drawing/2014/main" id="{6E955FB6-3A05-4E1E-B28A-4F34B40D5E20}"/>
              </a:ext>
            </a:extLst>
          </p:cNvPr>
          <p:cNvSpPr/>
          <p:nvPr/>
        </p:nvSpPr>
        <p:spPr>
          <a:xfrm>
            <a:off x="2844000" y="4437251"/>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97" name="Rechteck 96">
            <a:extLst>
              <a:ext uri="{FF2B5EF4-FFF2-40B4-BE49-F238E27FC236}">
                <a16:creationId xmlns:a16="http://schemas.microsoft.com/office/drawing/2014/main" id="{95F8E37D-628D-4CF3-9B70-E370493FCFA8}"/>
              </a:ext>
            </a:extLst>
          </p:cNvPr>
          <p:cNvSpPr/>
          <p:nvPr/>
        </p:nvSpPr>
        <p:spPr>
          <a:xfrm>
            <a:off x="1260000" y="4653251"/>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 goals achieved ]</a:t>
            </a:r>
          </a:p>
        </p:txBody>
      </p:sp>
      <p:sp>
        <p:nvSpPr>
          <p:cNvPr id="98" name="Rechteck 97">
            <a:extLst>
              <a:ext uri="{FF2B5EF4-FFF2-40B4-BE49-F238E27FC236}">
                <a16:creationId xmlns:a16="http://schemas.microsoft.com/office/drawing/2014/main" id="{06EF1578-0572-4263-9882-9A3B6444FFAD}"/>
              </a:ext>
            </a:extLst>
          </p:cNvPr>
          <p:cNvSpPr/>
          <p:nvPr/>
        </p:nvSpPr>
        <p:spPr>
          <a:xfrm>
            <a:off x="3492000" y="4653251"/>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99" name="Rechteck 98">
            <a:extLst>
              <a:ext uri="{FF2B5EF4-FFF2-40B4-BE49-F238E27FC236}">
                <a16:creationId xmlns:a16="http://schemas.microsoft.com/office/drawing/2014/main" id="{8F85E22C-A35F-4C86-AA53-CF1D916D1EA9}"/>
              </a:ext>
            </a:extLst>
          </p:cNvPr>
          <p:cNvSpPr/>
          <p:nvPr/>
        </p:nvSpPr>
        <p:spPr>
          <a:xfrm>
            <a:off x="1836000" y="3789251"/>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100" name="Rechteck 99">
            <a:extLst>
              <a:ext uri="{FF2B5EF4-FFF2-40B4-BE49-F238E27FC236}">
                <a16:creationId xmlns:a16="http://schemas.microsoft.com/office/drawing/2014/main" id="{FC245806-B67B-41A7-856B-98221E7B1085}"/>
              </a:ext>
            </a:extLst>
          </p:cNvPr>
          <p:cNvSpPr/>
          <p:nvPr/>
        </p:nvSpPr>
        <p:spPr>
          <a:xfrm>
            <a:off x="1260000" y="5373251"/>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r>
              <a:rPr lang="en-US" sz="1000" dirty="0" err="1">
                <a:solidFill>
                  <a:schemeClr val="tx1"/>
                </a:solidFill>
              </a:rPr>
              <a:t>team,11</a:t>
            </a:r>
            <a:r>
              <a:rPr lang="en-US" sz="1000" dirty="0">
                <a:solidFill>
                  <a:schemeClr val="tx1"/>
                </a:solidFill>
              </a:rPr>
              <a:t>, role ]</a:t>
            </a:r>
          </a:p>
        </p:txBody>
      </p:sp>
      <p:sp>
        <p:nvSpPr>
          <p:cNvPr id="101" name="Rechteck 100">
            <a:extLst>
              <a:ext uri="{FF2B5EF4-FFF2-40B4-BE49-F238E27FC236}">
                <a16:creationId xmlns:a16="http://schemas.microsoft.com/office/drawing/2014/main" id="{5EA881E4-0A7F-4C1C-8B05-21A9D20E14BE}"/>
              </a:ext>
            </a:extLst>
          </p:cNvPr>
          <p:cNvSpPr/>
          <p:nvPr/>
        </p:nvSpPr>
        <p:spPr>
          <a:xfrm>
            <a:off x="2844000" y="5373251"/>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"defense"</a:t>
            </a:r>
          </a:p>
        </p:txBody>
      </p:sp>
      <p:sp>
        <p:nvSpPr>
          <p:cNvPr id="102" name="Rechteck 101">
            <a:extLst>
              <a:ext uri="{FF2B5EF4-FFF2-40B4-BE49-F238E27FC236}">
                <a16:creationId xmlns:a16="http://schemas.microsoft.com/office/drawing/2014/main" id="{AD5B0692-F038-45D4-A591-709189379D3B}"/>
              </a:ext>
            </a:extLst>
          </p:cNvPr>
          <p:cNvSpPr/>
          <p:nvPr/>
        </p:nvSpPr>
        <p:spPr>
          <a:xfrm>
            <a:off x="1260000" y="5589251"/>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r>
              <a:rPr lang="en-US" sz="1000" dirty="0" err="1">
                <a:solidFill>
                  <a:schemeClr val="tx1"/>
                </a:solidFill>
              </a:rPr>
              <a:t>team,11</a:t>
            </a:r>
            <a:r>
              <a:rPr lang="en-US" sz="1000" dirty="0">
                <a:solidFill>
                  <a:schemeClr val="tx1"/>
                </a:solidFill>
              </a:rPr>
              <a:t>, goals achieved ]</a:t>
            </a:r>
          </a:p>
        </p:txBody>
      </p:sp>
      <p:sp>
        <p:nvSpPr>
          <p:cNvPr id="103" name="Rechteck 102">
            <a:extLst>
              <a:ext uri="{FF2B5EF4-FFF2-40B4-BE49-F238E27FC236}">
                <a16:creationId xmlns:a16="http://schemas.microsoft.com/office/drawing/2014/main" id="{50D985B2-5E4D-4239-A742-FE25D7EE14D4}"/>
              </a:ext>
            </a:extLst>
          </p:cNvPr>
          <p:cNvSpPr/>
          <p:nvPr/>
        </p:nvSpPr>
        <p:spPr>
          <a:xfrm>
            <a:off x="3492000" y="5589251"/>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0</a:t>
            </a:r>
          </a:p>
        </p:txBody>
      </p:sp>
      <p:sp>
        <p:nvSpPr>
          <p:cNvPr id="104" name="Rechteck 103">
            <a:extLst>
              <a:ext uri="{FF2B5EF4-FFF2-40B4-BE49-F238E27FC236}">
                <a16:creationId xmlns:a16="http://schemas.microsoft.com/office/drawing/2014/main" id="{B48E06D4-FD5D-4869-834B-E2F47E14CF2B}"/>
              </a:ext>
            </a:extLst>
          </p:cNvPr>
          <p:cNvSpPr/>
          <p:nvPr/>
        </p:nvSpPr>
        <p:spPr>
          <a:xfrm>
            <a:off x="828000" y="5157251"/>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team, 11 ]</a:t>
            </a:r>
          </a:p>
        </p:txBody>
      </p:sp>
      <p:sp>
        <p:nvSpPr>
          <p:cNvPr id="105" name="Rechteck 104">
            <a:extLst>
              <a:ext uri="{FF2B5EF4-FFF2-40B4-BE49-F238E27FC236}">
                <a16:creationId xmlns:a16="http://schemas.microsoft.com/office/drawing/2014/main" id="{2FC267B5-6023-4509-893C-CBB8864D8EDF}"/>
              </a:ext>
            </a:extLst>
          </p:cNvPr>
          <p:cNvSpPr/>
          <p:nvPr/>
        </p:nvSpPr>
        <p:spPr>
          <a:xfrm>
            <a:off x="2412000" y="5157251"/>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"L. Larsson"</a:t>
            </a:r>
          </a:p>
        </p:txBody>
      </p:sp>
      <p:sp>
        <p:nvSpPr>
          <p:cNvPr id="106" name="Rechteck 105">
            <a:extLst>
              <a:ext uri="{FF2B5EF4-FFF2-40B4-BE49-F238E27FC236}">
                <a16:creationId xmlns:a16="http://schemas.microsoft.com/office/drawing/2014/main" id="{332DB434-0A36-4C08-AC33-5268E5B752AD}"/>
              </a:ext>
            </a:extLst>
          </p:cNvPr>
          <p:cNvSpPr/>
          <p:nvPr/>
        </p:nvSpPr>
        <p:spPr>
          <a:xfrm>
            <a:off x="4500000" y="98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soccer club[ home ]</a:t>
            </a:r>
          </a:p>
        </p:txBody>
      </p:sp>
      <p:sp>
        <p:nvSpPr>
          <p:cNvPr id="107" name="Rechteck 106">
            <a:extLst>
              <a:ext uri="{FF2B5EF4-FFF2-40B4-BE49-F238E27FC236}">
                <a16:creationId xmlns:a16="http://schemas.microsoft.com/office/drawing/2014/main" id="{544F88C6-975A-45A1-926A-2C352898C027}"/>
              </a:ext>
            </a:extLst>
          </p:cNvPr>
          <p:cNvSpPr/>
          <p:nvPr/>
        </p:nvSpPr>
        <p:spPr>
          <a:xfrm>
            <a:off x="5724000" y="98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Beverly Hills, CA</a:t>
            </a:r>
          </a:p>
        </p:txBody>
      </p:sp>
      <p:sp>
        <p:nvSpPr>
          <p:cNvPr id="108" name="Rechteck 107">
            <a:extLst>
              <a:ext uri="{FF2B5EF4-FFF2-40B4-BE49-F238E27FC236}">
                <a16:creationId xmlns:a16="http://schemas.microsoft.com/office/drawing/2014/main" id="{692BA97F-87C8-444E-BE91-4692D7D6371A}"/>
              </a:ext>
            </a:extLst>
          </p:cNvPr>
          <p:cNvSpPr/>
          <p:nvPr/>
        </p:nvSpPr>
        <p:spPr>
          <a:xfrm>
            <a:off x="612000" y="3573251"/>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home ]</a:t>
            </a:r>
          </a:p>
        </p:txBody>
      </p:sp>
      <p:sp>
        <p:nvSpPr>
          <p:cNvPr id="109" name="Rechteck 108">
            <a:extLst>
              <a:ext uri="{FF2B5EF4-FFF2-40B4-BE49-F238E27FC236}">
                <a16:creationId xmlns:a16="http://schemas.microsoft.com/office/drawing/2014/main" id="{AE709798-37FB-4A96-9D12-2B05DB8A6FD9}"/>
              </a:ext>
            </a:extLst>
          </p:cNvPr>
          <p:cNvSpPr/>
          <p:nvPr/>
        </p:nvSpPr>
        <p:spPr>
          <a:xfrm>
            <a:off x="1836000" y="3573251"/>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Beverly Hills, CA</a:t>
            </a:r>
          </a:p>
        </p:txBody>
      </p:sp>
      <p:sp>
        <p:nvSpPr>
          <p:cNvPr id="7" name="Rechteck 6">
            <a:extLst>
              <a:ext uri="{FF2B5EF4-FFF2-40B4-BE49-F238E27FC236}">
                <a16:creationId xmlns:a16="http://schemas.microsoft.com/office/drawing/2014/main" id="{5F55940E-B691-48D4-859C-951A105A9BFF}"/>
              </a:ext>
            </a:extLst>
          </p:cNvPr>
          <p:cNvSpPr/>
          <p:nvPr/>
        </p:nvSpPr>
        <p:spPr>
          <a:xfrm>
            <a:off x="396000" y="2997000"/>
            <a:ext cx="8496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latin typeface="+mj-lt"/>
                <a:cs typeface="Courier New" panose="02070309020205020404" pitchFamily="49" charset="0"/>
              </a:rPr>
              <a:t>Assignment:</a:t>
            </a:r>
            <a:r>
              <a:rPr lang="en-US" sz="1200" b="1" dirty="0">
                <a:solidFill>
                  <a:schemeClr val="tx1"/>
                </a:solidFill>
                <a:latin typeface="Courier New" panose="02070309020205020404" pitchFamily="49" charset="0"/>
                <a:cs typeface="Courier New" panose="02070309020205020404" pitchFamily="49" charset="0"/>
              </a:rPr>
              <a:t>	football club[] +&lt;&lt;= soccer club[];</a:t>
            </a:r>
          </a:p>
        </p:txBody>
      </p:sp>
      <p:sp>
        <p:nvSpPr>
          <p:cNvPr id="237" name="Pfeil: nach rechts 236">
            <a:extLst>
              <a:ext uri="{FF2B5EF4-FFF2-40B4-BE49-F238E27FC236}">
                <a16:creationId xmlns:a16="http://schemas.microsoft.com/office/drawing/2014/main" id="{3CD111CF-04F6-42CD-A1C2-B02A5D307DB2}"/>
              </a:ext>
            </a:extLst>
          </p:cNvPr>
          <p:cNvSpPr/>
          <p:nvPr/>
        </p:nvSpPr>
        <p:spPr>
          <a:xfrm rot="16200000" flipH="1">
            <a:off x="3708000" y="2277001"/>
            <a:ext cx="468000" cy="756000"/>
          </a:xfrm>
          <a:prstGeom prst="right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Tree>
    <p:extLst>
      <p:ext uri="{BB962C8B-B14F-4D97-AF65-F5344CB8AC3E}">
        <p14:creationId xmlns:p14="http://schemas.microsoft.com/office/powerpoint/2010/main" val="4026212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References to Variables</a:t>
            </a:r>
            <a:br>
              <a:rPr lang="en-US" dirty="0"/>
            </a:br>
            <a:r>
              <a:rPr lang="en-US" dirty="0"/>
              <a:t>Example 1 and 2</a:t>
            </a:r>
          </a:p>
        </p:txBody>
      </p:sp>
      <p:sp>
        <p:nvSpPr>
          <p:cNvPr id="4" name="Textplatzhalter 3"/>
          <p:cNvSpPr>
            <a:spLocks noGrp="1"/>
          </p:cNvSpPr>
          <p:nvPr>
            <p:ph type="body" sz="quarter" idx="16"/>
          </p:nvPr>
        </p:nvSpPr>
        <p:spPr/>
        <p:txBody>
          <a:bodyPr/>
          <a:lstStyle/>
          <a:p>
            <a:endParaRPr lang="en-US" dirty="0"/>
          </a:p>
        </p:txBody>
      </p:sp>
      <p:sp>
        <p:nvSpPr>
          <p:cNvPr id="119" name="Rechteck 118"/>
          <p:cNvSpPr/>
          <p:nvPr/>
        </p:nvSpPr>
        <p:spPr>
          <a:xfrm>
            <a:off x="180000" y="1197024"/>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 = Hello;</a:t>
            </a:r>
          </a:p>
        </p:txBody>
      </p:sp>
      <p:sp>
        <p:nvSpPr>
          <p:cNvPr id="120" name="Rechteck 119"/>
          <p:cNvSpPr/>
          <p:nvPr/>
        </p:nvSpPr>
        <p:spPr>
          <a:xfrm>
            <a:off x="1332128" y="13409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21" name="Rechteck 120"/>
          <p:cNvSpPr/>
          <p:nvPr/>
        </p:nvSpPr>
        <p:spPr>
          <a:xfrm>
            <a:off x="1332128" y="15569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22" name="Rechteck 121"/>
          <p:cNvSpPr/>
          <p:nvPr/>
        </p:nvSpPr>
        <p:spPr>
          <a:xfrm>
            <a:off x="1980200" y="134092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123" name="Rechteck 122"/>
          <p:cNvSpPr/>
          <p:nvPr/>
        </p:nvSpPr>
        <p:spPr>
          <a:xfrm>
            <a:off x="1980200" y="155694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Hello </a:t>
            </a:r>
            <a:r>
              <a:rPr lang="en-US" sz="1000" dirty="0">
                <a:solidFill>
                  <a:schemeClr val="tx1"/>
                </a:solidFill>
                <a:sym typeface="Wingdings" panose="05000000000000000000" pitchFamily="2" charset="2"/>
              </a:rPr>
              <a:t> Hi  He</a:t>
            </a:r>
            <a:endParaRPr lang="en-US" sz="1000" dirty="0">
              <a:solidFill>
                <a:schemeClr val="tx1"/>
              </a:solidFill>
            </a:endParaRPr>
          </a:p>
        </p:txBody>
      </p:sp>
      <p:sp>
        <p:nvSpPr>
          <p:cNvPr id="124" name="Rechteck 123"/>
          <p:cNvSpPr/>
          <p:nvPr/>
        </p:nvSpPr>
        <p:spPr>
          <a:xfrm>
            <a:off x="1332128" y="11248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25" name="Rechteck 124"/>
          <p:cNvSpPr/>
          <p:nvPr/>
        </p:nvSpPr>
        <p:spPr>
          <a:xfrm>
            <a:off x="1980200" y="11248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 a[ ] )</a:t>
            </a:r>
          </a:p>
        </p:txBody>
      </p:sp>
      <p:sp>
        <p:nvSpPr>
          <p:cNvPr id="132" name="Rechteck 131"/>
          <p:cNvSpPr/>
          <p:nvPr/>
        </p:nvSpPr>
        <p:spPr>
          <a:xfrm>
            <a:off x="1332128" y="17729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33" name="Rechteck 132"/>
          <p:cNvSpPr/>
          <p:nvPr/>
        </p:nvSpPr>
        <p:spPr>
          <a:xfrm>
            <a:off x="1980200" y="177296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172" name="Rechteck 171"/>
          <p:cNvSpPr/>
          <p:nvPr/>
        </p:nvSpPr>
        <p:spPr>
          <a:xfrm>
            <a:off x="1332128" y="25650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73" name="Rechteck 172"/>
          <p:cNvSpPr/>
          <p:nvPr/>
        </p:nvSpPr>
        <p:spPr>
          <a:xfrm>
            <a:off x="1332128" y="27810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76" name="Rechteck 175"/>
          <p:cNvSpPr/>
          <p:nvPr/>
        </p:nvSpPr>
        <p:spPr>
          <a:xfrm>
            <a:off x="1332128" y="2349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77" name="Rechteck 176"/>
          <p:cNvSpPr/>
          <p:nvPr/>
        </p:nvSpPr>
        <p:spPr>
          <a:xfrm>
            <a:off x="1980200" y="2349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ref1    ( ref1[ ] )</a:t>
            </a:r>
          </a:p>
        </p:txBody>
      </p:sp>
      <p:sp>
        <p:nvSpPr>
          <p:cNvPr id="179" name="Rechteck 178"/>
          <p:cNvSpPr/>
          <p:nvPr/>
        </p:nvSpPr>
        <p:spPr>
          <a:xfrm>
            <a:off x="180000" y="2565024"/>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ref1[ ] =^ a[ ];</a:t>
            </a:r>
          </a:p>
        </p:txBody>
      </p:sp>
      <p:sp>
        <p:nvSpPr>
          <p:cNvPr id="180" name="Rechteck 179"/>
          <p:cNvSpPr/>
          <p:nvPr/>
        </p:nvSpPr>
        <p:spPr>
          <a:xfrm>
            <a:off x="1332128" y="29970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81" name="Rechteck 180"/>
          <p:cNvSpPr/>
          <p:nvPr/>
        </p:nvSpPr>
        <p:spPr>
          <a:xfrm>
            <a:off x="1980200" y="2565000"/>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7" name="Freihandform 6"/>
          <p:cNvSpPr/>
          <p:nvPr/>
        </p:nvSpPr>
        <p:spPr>
          <a:xfrm>
            <a:off x="605745" y="1436025"/>
            <a:ext cx="3052902" cy="1285875"/>
          </a:xfrm>
          <a:custGeom>
            <a:avLst/>
            <a:gdLst>
              <a:gd name="connsiteX0" fmla="*/ 2437644 w 2954578"/>
              <a:gd name="connsiteY0" fmla="*/ 1291158 h 1291158"/>
              <a:gd name="connsiteX1" fmla="*/ 2799594 w 2954578"/>
              <a:gd name="connsiteY1" fmla="*/ 1043508 h 1291158"/>
              <a:gd name="connsiteX2" fmla="*/ 208794 w 2954578"/>
              <a:gd name="connsiteY2" fmla="*/ 691083 h 1291158"/>
              <a:gd name="connsiteX3" fmla="*/ 208794 w 2954578"/>
              <a:gd name="connsiteY3" fmla="*/ 100533 h 1291158"/>
              <a:gd name="connsiteX4" fmla="*/ 637419 w 2954578"/>
              <a:gd name="connsiteY4" fmla="*/ 5283 h 1291158"/>
              <a:gd name="connsiteX0" fmla="*/ 2455279 w 2972213"/>
              <a:gd name="connsiteY0" fmla="*/ 1291158 h 1291158"/>
              <a:gd name="connsiteX1" fmla="*/ 2817229 w 2972213"/>
              <a:gd name="connsiteY1" fmla="*/ 1043508 h 1291158"/>
              <a:gd name="connsiteX2" fmla="*/ 226429 w 2972213"/>
              <a:gd name="connsiteY2" fmla="*/ 691083 h 1291158"/>
              <a:gd name="connsiteX3" fmla="*/ 226429 w 2972213"/>
              <a:gd name="connsiteY3" fmla="*/ 100533 h 1291158"/>
              <a:gd name="connsiteX4" fmla="*/ 655054 w 2972213"/>
              <a:gd name="connsiteY4" fmla="*/ 5283 h 1291158"/>
              <a:gd name="connsiteX0" fmla="*/ 2580568 w 3110778"/>
              <a:gd name="connsiteY0" fmla="*/ 1287370 h 1287370"/>
              <a:gd name="connsiteX1" fmla="*/ 2942518 w 3110778"/>
              <a:gd name="connsiteY1" fmla="*/ 1039720 h 1287370"/>
              <a:gd name="connsiteX2" fmla="*/ 170743 w 3110778"/>
              <a:gd name="connsiteY2" fmla="*/ 411070 h 1287370"/>
              <a:gd name="connsiteX3" fmla="*/ 351718 w 3110778"/>
              <a:gd name="connsiteY3" fmla="*/ 96745 h 1287370"/>
              <a:gd name="connsiteX4" fmla="*/ 780343 w 3110778"/>
              <a:gd name="connsiteY4" fmla="*/ 1495 h 1287370"/>
              <a:gd name="connsiteX0" fmla="*/ 2446084 w 2976294"/>
              <a:gd name="connsiteY0" fmla="*/ 1287370 h 1287370"/>
              <a:gd name="connsiteX1" fmla="*/ 2808034 w 2976294"/>
              <a:gd name="connsiteY1" fmla="*/ 1039720 h 1287370"/>
              <a:gd name="connsiteX2" fmla="*/ 36259 w 2976294"/>
              <a:gd name="connsiteY2" fmla="*/ 411070 h 1287370"/>
              <a:gd name="connsiteX3" fmla="*/ 217234 w 2976294"/>
              <a:gd name="connsiteY3" fmla="*/ 96745 h 1287370"/>
              <a:gd name="connsiteX4" fmla="*/ 645859 w 2976294"/>
              <a:gd name="connsiteY4" fmla="*/ 1495 h 1287370"/>
              <a:gd name="connsiteX0" fmla="*/ 2498749 w 3028959"/>
              <a:gd name="connsiteY0" fmla="*/ 1285875 h 1285875"/>
              <a:gd name="connsiteX1" fmla="*/ 2860699 w 3028959"/>
              <a:gd name="connsiteY1" fmla="*/ 1038225 h 1285875"/>
              <a:gd name="connsiteX2" fmla="*/ 88924 w 3028959"/>
              <a:gd name="connsiteY2" fmla="*/ 409575 h 1285875"/>
              <a:gd name="connsiteX3" fmla="*/ 698524 w 3028959"/>
              <a:gd name="connsiteY3" fmla="*/ 0 h 1285875"/>
              <a:gd name="connsiteX0" fmla="*/ 2513471 w 3043681"/>
              <a:gd name="connsiteY0" fmla="*/ 1285875 h 1285875"/>
              <a:gd name="connsiteX1" fmla="*/ 2875421 w 3043681"/>
              <a:gd name="connsiteY1" fmla="*/ 1038225 h 1285875"/>
              <a:gd name="connsiteX2" fmla="*/ 103646 w 3043681"/>
              <a:gd name="connsiteY2" fmla="*/ 409575 h 1285875"/>
              <a:gd name="connsiteX3" fmla="*/ 713246 w 3043681"/>
              <a:gd name="connsiteY3" fmla="*/ 0 h 1285875"/>
              <a:gd name="connsiteX0" fmla="*/ 2521991 w 3052901"/>
              <a:gd name="connsiteY0" fmla="*/ 1285875 h 1285875"/>
              <a:gd name="connsiteX1" fmla="*/ 2883941 w 3052901"/>
              <a:gd name="connsiteY1" fmla="*/ 1038225 h 1285875"/>
              <a:gd name="connsiteX2" fmla="*/ 102641 w 3052901"/>
              <a:gd name="connsiteY2" fmla="*/ 533400 h 1285875"/>
              <a:gd name="connsiteX3" fmla="*/ 721766 w 3052901"/>
              <a:gd name="connsiteY3" fmla="*/ 0 h 1285875"/>
              <a:gd name="connsiteX0" fmla="*/ 2521992 w 3052902"/>
              <a:gd name="connsiteY0" fmla="*/ 1285875 h 1285875"/>
              <a:gd name="connsiteX1" fmla="*/ 2883942 w 3052902"/>
              <a:gd name="connsiteY1" fmla="*/ 981075 h 1285875"/>
              <a:gd name="connsiteX2" fmla="*/ 102642 w 3052902"/>
              <a:gd name="connsiteY2" fmla="*/ 533400 h 1285875"/>
              <a:gd name="connsiteX3" fmla="*/ 721767 w 3052902"/>
              <a:gd name="connsiteY3" fmla="*/ 0 h 1285875"/>
            </a:gdLst>
            <a:ahLst/>
            <a:cxnLst>
              <a:cxn ang="0">
                <a:pos x="connsiteX0" y="connsiteY0"/>
              </a:cxn>
              <a:cxn ang="0">
                <a:pos x="connsiteX1" y="connsiteY1"/>
              </a:cxn>
              <a:cxn ang="0">
                <a:pos x="connsiteX2" y="connsiteY2"/>
              </a:cxn>
              <a:cxn ang="0">
                <a:pos x="connsiteX3" y="connsiteY3"/>
              </a:cxn>
            </a:cxnLst>
            <a:rect l="l" t="t" r="r" b="b"/>
            <a:pathLst>
              <a:path w="3052902" h="1285875">
                <a:moveTo>
                  <a:pt x="2521992" y="1285875"/>
                </a:moveTo>
                <a:cubicBezTo>
                  <a:pt x="2888704" y="1212056"/>
                  <a:pt x="3287167" y="1106488"/>
                  <a:pt x="2883942" y="981075"/>
                </a:cubicBezTo>
                <a:cubicBezTo>
                  <a:pt x="2480717" y="855663"/>
                  <a:pt x="463005" y="696913"/>
                  <a:pt x="102642" y="533400"/>
                </a:cubicBezTo>
                <a:cubicBezTo>
                  <a:pt x="-257721" y="369888"/>
                  <a:pt x="423317" y="28178"/>
                  <a:pt x="721767"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128" name="Rechteck 127"/>
          <p:cNvSpPr/>
          <p:nvPr/>
        </p:nvSpPr>
        <p:spPr>
          <a:xfrm>
            <a:off x="1332128" y="39330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29" name="Rechteck 128"/>
          <p:cNvSpPr/>
          <p:nvPr/>
        </p:nvSpPr>
        <p:spPr>
          <a:xfrm>
            <a:off x="1332128" y="41490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42" name="Rechteck 141"/>
          <p:cNvSpPr/>
          <p:nvPr/>
        </p:nvSpPr>
        <p:spPr>
          <a:xfrm>
            <a:off x="1980200" y="393302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143" name="Rechteck 142"/>
          <p:cNvSpPr/>
          <p:nvPr/>
        </p:nvSpPr>
        <p:spPr>
          <a:xfrm>
            <a:off x="1980200" y="414904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Hello</a:t>
            </a:r>
          </a:p>
        </p:txBody>
      </p:sp>
      <p:sp>
        <p:nvSpPr>
          <p:cNvPr id="144" name="Rechteck 143"/>
          <p:cNvSpPr/>
          <p:nvPr/>
        </p:nvSpPr>
        <p:spPr>
          <a:xfrm>
            <a:off x="1332128" y="3717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45" name="Rechteck 144"/>
          <p:cNvSpPr/>
          <p:nvPr/>
        </p:nvSpPr>
        <p:spPr>
          <a:xfrm>
            <a:off x="1980200" y="3717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 a[ ] )</a:t>
            </a:r>
          </a:p>
        </p:txBody>
      </p:sp>
      <p:sp>
        <p:nvSpPr>
          <p:cNvPr id="146" name="Rechteck 145"/>
          <p:cNvSpPr/>
          <p:nvPr/>
        </p:nvSpPr>
        <p:spPr>
          <a:xfrm>
            <a:off x="1332128" y="43650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47" name="Rechteck 146"/>
          <p:cNvSpPr/>
          <p:nvPr/>
        </p:nvSpPr>
        <p:spPr>
          <a:xfrm>
            <a:off x="1980200" y="4365072"/>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1 member</a:t>
            </a:r>
          </a:p>
        </p:txBody>
      </p:sp>
      <p:sp>
        <p:nvSpPr>
          <p:cNvPr id="148" name="Rechteck 147"/>
          <p:cNvSpPr/>
          <p:nvPr/>
        </p:nvSpPr>
        <p:spPr>
          <a:xfrm>
            <a:off x="1332128" y="515712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49" name="Rechteck 148"/>
          <p:cNvSpPr/>
          <p:nvPr/>
        </p:nvSpPr>
        <p:spPr>
          <a:xfrm>
            <a:off x="1332128" y="537315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50" name="Rechteck 149"/>
          <p:cNvSpPr/>
          <p:nvPr/>
        </p:nvSpPr>
        <p:spPr>
          <a:xfrm>
            <a:off x="1332128" y="4941104"/>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51" name="Rechteck 150"/>
          <p:cNvSpPr/>
          <p:nvPr/>
        </p:nvSpPr>
        <p:spPr>
          <a:xfrm>
            <a:off x="1980200" y="4941104"/>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ref1    ( ref1[ ] )</a:t>
            </a:r>
          </a:p>
        </p:txBody>
      </p:sp>
      <p:sp>
        <p:nvSpPr>
          <p:cNvPr id="153" name="Rechteck 152"/>
          <p:cNvSpPr/>
          <p:nvPr/>
        </p:nvSpPr>
        <p:spPr>
          <a:xfrm>
            <a:off x="1332128" y="5589176"/>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54" name="Rechteck 153"/>
          <p:cNvSpPr/>
          <p:nvPr/>
        </p:nvSpPr>
        <p:spPr>
          <a:xfrm>
            <a:off x="1980200" y="5157104"/>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155" name="Freihandform 154"/>
          <p:cNvSpPr/>
          <p:nvPr/>
        </p:nvSpPr>
        <p:spPr>
          <a:xfrm>
            <a:off x="605745" y="4028129"/>
            <a:ext cx="3052902" cy="1285875"/>
          </a:xfrm>
          <a:custGeom>
            <a:avLst/>
            <a:gdLst>
              <a:gd name="connsiteX0" fmla="*/ 2437644 w 2954578"/>
              <a:gd name="connsiteY0" fmla="*/ 1291158 h 1291158"/>
              <a:gd name="connsiteX1" fmla="*/ 2799594 w 2954578"/>
              <a:gd name="connsiteY1" fmla="*/ 1043508 h 1291158"/>
              <a:gd name="connsiteX2" fmla="*/ 208794 w 2954578"/>
              <a:gd name="connsiteY2" fmla="*/ 691083 h 1291158"/>
              <a:gd name="connsiteX3" fmla="*/ 208794 w 2954578"/>
              <a:gd name="connsiteY3" fmla="*/ 100533 h 1291158"/>
              <a:gd name="connsiteX4" fmla="*/ 637419 w 2954578"/>
              <a:gd name="connsiteY4" fmla="*/ 5283 h 1291158"/>
              <a:gd name="connsiteX0" fmla="*/ 2455279 w 2972213"/>
              <a:gd name="connsiteY0" fmla="*/ 1291158 h 1291158"/>
              <a:gd name="connsiteX1" fmla="*/ 2817229 w 2972213"/>
              <a:gd name="connsiteY1" fmla="*/ 1043508 h 1291158"/>
              <a:gd name="connsiteX2" fmla="*/ 226429 w 2972213"/>
              <a:gd name="connsiteY2" fmla="*/ 691083 h 1291158"/>
              <a:gd name="connsiteX3" fmla="*/ 226429 w 2972213"/>
              <a:gd name="connsiteY3" fmla="*/ 100533 h 1291158"/>
              <a:gd name="connsiteX4" fmla="*/ 655054 w 2972213"/>
              <a:gd name="connsiteY4" fmla="*/ 5283 h 1291158"/>
              <a:gd name="connsiteX0" fmla="*/ 2580568 w 3110778"/>
              <a:gd name="connsiteY0" fmla="*/ 1287370 h 1287370"/>
              <a:gd name="connsiteX1" fmla="*/ 2942518 w 3110778"/>
              <a:gd name="connsiteY1" fmla="*/ 1039720 h 1287370"/>
              <a:gd name="connsiteX2" fmla="*/ 170743 w 3110778"/>
              <a:gd name="connsiteY2" fmla="*/ 411070 h 1287370"/>
              <a:gd name="connsiteX3" fmla="*/ 351718 w 3110778"/>
              <a:gd name="connsiteY3" fmla="*/ 96745 h 1287370"/>
              <a:gd name="connsiteX4" fmla="*/ 780343 w 3110778"/>
              <a:gd name="connsiteY4" fmla="*/ 1495 h 1287370"/>
              <a:gd name="connsiteX0" fmla="*/ 2446084 w 2976294"/>
              <a:gd name="connsiteY0" fmla="*/ 1287370 h 1287370"/>
              <a:gd name="connsiteX1" fmla="*/ 2808034 w 2976294"/>
              <a:gd name="connsiteY1" fmla="*/ 1039720 h 1287370"/>
              <a:gd name="connsiteX2" fmla="*/ 36259 w 2976294"/>
              <a:gd name="connsiteY2" fmla="*/ 411070 h 1287370"/>
              <a:gd name="connsiteX3" fmla="*/ 217234 w 2976294"/>
              <a:gd name="connsiteY3" fmla="*/ 96745 h 1287370"/>
              <a:gd name="connsiteX4" fmla="*/ 645859 w 2976294"/>
              <a:gd name="connsiteY4" fmla="*/ 1495 h 1287370"/>
              <a:gd name="connsiteX0" fmla="*/ 2498749 w 3028959"/>
              <a:gd name="connsiteY0" fmla="*/ 1285875 h 1285875"/>
              <a:gd name="connsiteX1" fmla="*/ 2860699 w 3028959"/>
              <a:gd name="connsiteY1" fmla="*/ 1038225 h 1285875"/>
              <a:gd name="connsiteX2" fmla="*/ 88924 w 3028959"/>
              <a:gd name="connsiteY2" fmla="*/ 409575 h 1285875"/>
              <a:gd name="connsiteX3" fmla="*/ 698524 w 3028959"/>
              <a:gd name="connsiteY3" fmla="*/ 0 h 1285875"/>
              <a:gd name="connsiteX0" fmla="*/ 2513471 w 3043681"/>
              <a:gd name="connsiteY0" fmla="*/ 1285875 h 1285875"/>
              <a:gd name="connsiteX1" fmla="*/ 2875421 w 3043681"/>
              <a:gd name="connsiteY1" fmla="*/ 1038225 h 1285875"/>
              <a:gd name="connsiteX2" fmla="*/ 103646 w 3043681"/>
              <a:gd name="connsiteY2" fmla="*/ 409575 h 1285875"/>
              <a:gd name="connsiteX3" fmla="*/ 713246 w 3043681"/>
              <a:gd name="connsiteY3" fmla="*/ 0 h 1285875"/>
              <a:gd name="connsiteX0" fmla="*/ 2521991 w 3052901"/>
              <a:gd name="connsiteY0" fmla="*/ 1285875 h 1285875"/>
              <a:gd name="connsiteX1" fmla="*/ 2883941 w 3052901"/>
              <a:gd name="connsiteY1" fmla="*/ 1038225 h 1285875"/>
              <a:gd name="connsiteX2" fmla="*/ 102641 w 3052901"/>
              <a:gd name="connsiteY2" fmla="*/ 533400 h 1285875"/>
              <a:gd name="connsiteX3" fmla="*/ 721766 w 3052901"/>
              <a:gd name="connsiteY3" fmla="*/ 0 h 1285875"/>
              <a:gd name="connsiteX0" fmla="*/ 2521992 w 3052902"/>
              <a:gd name="connsiteY0" fmla="*/ 1285875 h 1285875"/>
              <a:gd name="connsiteX1" fmla="*/ 2883942 w 3052902"/>
              <a:gd name="connsiteY1" fmla="*/ 981075 h 1285875"/>
              <a:gd name="connsiteX2" fmla="*/ 102642 w 3052902"/>
              <a:gd name="connsiteY2" fmla="*/ 533400 h 1285875"/>
              <a:gd name="connsiteX3" fmla="*/ 721767 w 3052902"/>
              <a:gd name="connsiteY3" fmla="*/ 0 h 1285875"/>
            </a:gdLst>
            <a:ahLst/>
            <a:cxnLst>
              <a:cxn ang="0">
                <a:pos x="connsiteX0" y="connsiteY0"/>
              </a:cxn>
              <a:cxn ang="0">
                <a:pos x="connsiteX1" y="connsiteY1"/>
              </a:cxn>
              <a:cxn ang="0">
                <a:pos x="connsiteX2" y="connsiteY2"/>
              </a:cxn>
              <a:cxn ang="0">
                <a:pos x="connsiteX3" y="connsiteY3"/>
              </a:cxn>
            </a:cxnLst>
            <a:rect l="l" t="t" r="r" b="b"/>
            <a:pathLst>
              <a:path w="3052902" h="1285875">
                <a:moveTo>
                  <a:pt x="2521992" y="1285875"/>
                </a:moveTo>
                <a:cubicBezTo>
                  <a:pt x="2888704" y="1212056"/>
                  <a:pt x="3287167" y="1106488"/>
                  <a:pt x="2883942" y="981075"/>
                </a:cubicBezTo>
                <a:cubicBezTo>
                  <a:pt x="2480717" y="855663"/>
                  <a:pt x="463005" y="696913"/>
                  <a:pt x="102642" y="533400"/>
                </a:cubicBezTo>
                <a:cubicBezTo>
                  <a:pt x="-257721" y="369888"/>
                  <a:pt x="423317" y="28178"/>
                  <a:pt x="721767"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156" name="Rechteck 155"/>
          <p:cNvSpPr/>
          <p:nvPr/>
        </p:nvSpPr>
        <p:spPr>
          <a:xfrm>
            <a:off x="180000" y="5157176"/>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ref1[b] =Ho;</a:t>
            </a:r>
          </a:p>
        </p:txBody>
      </p:sp>
      <p:sp>
        <p:nvSpPr>
          <p:cNvPr id="157" name="Rechteck 156"/>
          <p:cNvSpPr/>
          <p:nvPr/>
        </p:nvSpPr>
        <p:spPr>
          <a:xfrm>
            <a:off x="3852080" y="39332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58" name="Rechteck 157"/>
          <p:cNvSpPr/>
          <p:nvPr/>
        </p:nvSpPr>
        <p:spPr>
          <a:xfrm>
            <a:off x="3852080" y="41492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59" name="Rechteck 158"/>
          <p:cNvSpPr/>
          <p:nvPr/>
        </p:nvSpPr>
        <p:spPr>
          <a:xfrm>
            <a:off x="4500152" y="393322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160" name="Rechteck 159"/>
          <p:cNvSpPr/>
          <p:nvPr/>
        </p:nvSpPr>
        <p:spPr>
          <a:xfrm>
            <a:off x="4500152" y="414924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Ho</a:t>
            </a:r>
          </a:p>
        </p:txBody>
      </p:sp>
      <p:sp>
        <p:nvSpPr>
          <p:cNvPr id="161" name="Rechteck 160"/>
          <p:cNvSpPr/>
          <p:nvPr/>
        </p:nvSpPr>
        <p:spPr>
          <a:xfrm>
            <a:off x="3852080" y="37172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202" name="Rechteck 201"/>
          <p:cNvSpPr/>
          <p:nvPr/>
        </p:nvSpPr>
        <p:spPr>
          <a:xfrm>
            <a:off x="4500152" y="37172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 a[b] )</a:t>
            </a:r>
          </a:p>
        </p:txBody>
      </p:sp>
      <p:sp>
        <p:nvSpPr>
          <p:cNvPr id="203" name="Rechteck 202"/>
          <p:cNvSpPr/>
          <p:nvPr/>
        </p:nvSpPr>
        <p:spPr>
          <a:xfrm>
            <a:off x="3852080" y="43652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204" name="Rechteck 203"/>
          <p:cNvSpPr/>
          <p:nvPr/>
        </p:nvSpPr>
        <p:spPr>
          <a:xfrm>
            <a:off x="4500152" y="4365272"/>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205" name="Freihandform 204"/>
          <p:cNvSpPr/>
          <p:nvPr/>
        </p:nvSpPr>
        <p:spPr>
          <a:xfrm>
            <a:off x="3132000" y="4005232"/>
            <a:ext cx="720080" cy="432048"/>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Rechteck 47">
            <a:extLst>
              <a:ext uri="{FF2B5EF4-FFF2-40B4-BE49-F238E27FC236}">
                <a16:creationId xmlns:a16="http://schemas.microsoft.com/office/drawing/2014/main" id="{4BEB5625-1FC5-415E-A1A3-A0F6645B62AF}"/>
              </a:ext>
            </a:extLst>
          </p:cNvPr>
          <p:cNvSpPr/>
          <p:nvPr/>
        </p:nvSpPr>
        <p:spPr>
          <a:xfrm>
            <a:off x="3851928" y="48690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49" name="Rechteck 48">
            <a:extLst>
              <a:ext uri="{FF2B5EF4-FFF2-40B4-BE49-F238E27FC236}">
                <a16:creationId xmlns:a16="http://schemas.microsoft.com/office/drawing/2014/main" id="{A5A2D356-71E3-4B21-8A24-B941E13B5577}"/>
              </a:ext>
            </a:extLst>
          </p:cNvPr>
          <p:cNvSpPr/>
          <p:nvPr/>
        </p:nvSpPr>
        <p:spPr>
          <a:xfrm>
            <a:off x="3851928" y="50850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50" name="Rechteck 49">
            <a:extLst>
              <a:ext uri="{FF2B5EF4-FFF2-40B4-BE49-F238E27FC236}">
                <a16:creationId xmlns:a16="http://schemas.microsoft.com/office/drawing/2014/main" id="{2C81D414-2BB4-4B9E-B68C-43BF1DC1D658}"/>
              </a:ext>
            </a:extLst>
          </p:cNvPr>
          <p:cNvSpPr/>
          <p:nvPr/>
        </p:nvSpPr>
        <p:spPr>
          <a:xfrm>
            <a:off x="4500000" y="486902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51" name="Rechteck 50">
            <a:extLst>
              <a:ext uri="{FF2B5EF4-FFF2-40B4-BE49-F238E27FC236}">
                <a16:creationId xmlns:a16="http://schemas.microsoft.com/office/drawing/2014/main" id="{AC1FE43A-01CC-4C69-9223-2F189D552A2B}"/>
              </a:ext>
            </a:extLst>
          </p:cNvPr>
          <p:cNvSpPr/>
          <p:nvPr/>
        </p:nvSpPr>
        <p:spPr>
          <a:xfrm>
            <a:off x="4500000" y="508504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Hi</a:t>
            </a:r>
          </a:p>
        </p:txBody>
      </p:sp>
      <p:sp>
        <p:nvSpPr>
          <p:cNvPr id="52" name="Rechteck 51">
            <a:extLst>
              <a:ext uri="{FF2B5EF4-FFF2-40B4-BE49-F238E27FC236}">
                <a16:creationId xmlns:a16="http://schemas.microsoft.com/office/drawing/2014/main" id="{1BDACFD0-D257-4CB9-937E-EDC0D3822E11}"/>
              </a:ext>
            </a:extLst>
          </p:cNvPr>
          <p:cNvSpPr/>
          <p:nvPr/>
        </p:nvSpPr>
        <p:spPr>
          <a:xfrm>
            <a:off x="3851928" y="4653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53" name="Rechteck 52">
            <a:extLst>
              <a:ext uri="{FF2B5EF4-FFF2-40B4-BE49-F238E27FC236}">
                <a16:creationId xmlns:a16="http://schemas.microsoft.com/office/drawing/2014/main" id="{828FFD36-8069-4F5E-BC22-3E2A4A73984F}"/>
              </a:ext>
            </a:extLst>
          </p:cNvPr>
          <p:cNvSpPr/>
          <p:nvPr/>
        </p:nvSpPr>
        <p:spPr>
          <a:xfrm>
            <a:off x="4500000" y="4653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    ( a[b] )</a:t>
            </a:r>
          </a:p>
        </p:txBody>
      </p:sp>
      <p:sp>
        <p:nvSpPr>
          <p:cNvPr id="54" name="Rechteck 53">
            <a:extLst>
              <a:ext uri="{FF2B5EF4-FFF2-40B4-BE49-F238E27FC236}">
                <a16:creationId xmlns:a16="http://schemas.microsoft.com/office/drawing/2014/main" id="{C685A3C9-1860-4BBF-94C9-9AC0178F5108}"/>
              </a:ext>
            </a:extLst>
          </p:cNvPr>
          <p:cNvSpPr/>
          <p:nvPr/>
        </p:nvSpPr>
        <p:spPr>
          <a:xfrm>
            <a:off x="3851928" y="53010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55" name="Rechteck 54">
            <a:extLst>
              <a:ext uri="{FF2B5EF4-FFF2-40B4-BE49-F238E27FC236}">
                <a16:creationId xmlns:a16="http://schemas.microsoft.com/office/drawing/2014/main" id="{A7BB2A1E-830A-476D-96CB-91A64E5B934C}"/>
              </a:ext>
            </a:extLst>
          </p:cNvPr>
          <p:cNvSpPr/>
          <p:nvPr/>
        </p:nvSpPr>
        <p:spPr>
          <a:xfrm>
            <a:off x="4500000" y="5301072"/>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56" name="Rechteck 55">
            <a:extLst>
              <a:ext uri="{FF2B5EF4-FFF2-40B4-BE49-F238E27FC236}">
                <a16:creationId xmlns:a16="http://schemas.microsoft.com/office/drawing/2014/main" id="{23E557CA-FAFC-4786-ABE6-C033970F5150}"/>
              </a:ext>
            </a:extLst>
          </p:cNvPr>
          <p:cNvSpPr/>
          <p:nvPr/>
        </p:nvSpPr>
        <p:spPr>
          <a:xfrm>
            <a:off x="180000" y="5372976"/>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ref1</a:t>
            </a:r>
            <a:r>
              <a:rPr lang="en-US" sz="1000" dirty="0">
                <a:solidFill>
                  <a:schemeClr val="tx1"/>
                </a:solidFill>
              </a:rPr>
              <a:t>[c] =Ho;</a:t>
            </a:r>
          </a:p>
        </p:txBody>
      </p:sp>
      <p:sp>
        <p:nvSpPr>
          <p:cNvPr id="58" name="Freihandform 204">
            <a:extLst>
              <a:ext uri="{FF2B5EF4-FFF2-40B4-BE49-F238E27FC236}">
                <a16:creationId xmlns:a16="http://schemas.microsoft.com/office/drawing/2014/main" id="{B08A7C39-96CF-4935-8D92-BAB8C196A127}"/>
              </a:ext>
            </a:extLst>
          </p:cNvPr>
          <p:cNvSpPr/>
          <p:nvPr/>
        </p:nvSpPr>
        <p:spPr>
          <a:xfrm flipV="1">
            <a:off x="3132000" y="4509000"/>
            <a:ext cx="720080" cy="432048"/>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22531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References to Variables</a:t>
            </a:r>
            <a:br>
              <a:rPr lang="en-US" dirty="0"/>
            </a:br>
            <a:r>
              <a:rPr lang="en-US" dirty="0"/>
              <a:t>Redirecting and Releasing References</a:t>
            </a:r>
          </a:p>
        </p:txBody>
      </p:sp>
      <p:sp>
        <p:nvSpPr>
          <p:cNvPr id="4" name="Textplatzhalter 3"/>
          <p:cNvSpPr>
            <a:spLocks noGrp="1"/>
          </p:cNvSpPr>
          <p:nvPr>
            <p:ph type="body" sz="quarter" idx="16"/>
          </p:nvPr>
        </p:nvSpPr>
        <p:spPr/>
        <p:txBody>
          <a:bodyPr/>
          <a:lstStyle/>
          <a:p>
            <a:endParaRPr lang="en-US"/>
          </a:p>
        </p:txBody>
      </p:sp>
      <p:sp>
        <p:nvSpPr>
          <p:cNvPr id="52" name="Rechteck 51"/>
          <p:cNvSpPr/>
          <p:nvPr/>
        </p:nvSpPr>
        <p:spPr>
          <a:xfrm>
            <a:off x="1548128" y="13409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53" name="Rechteck 52"/>
          <p:cNvSpPr/>
          <p:nvPr/>
        </p:nvSpPr>
        <p:spPr>
          <a:xfrm>
            <a:off x="1548128" y="15569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54" name="Rechteck 53"/>
          <p:cNvSpPr/>
          <p:nvPr/>
        </p:nvSpPr>
        <p:spPr>
          <a:xfrm>
            <a:off x="2196200" y="134092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55" name="Rechteck 54"/>
          <p:cNvSpPr/>
          <p:nvPr/>
        </p:nvSpPr>
        <p:spPr>
          <a:xfrm>
            <a:off x="2196200" y="155694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Hello</a:t>
            </a:r>
          </a:p>
        </p:txBody>
      </p:sp>
      <p:sp>
        <p:nvSpPr>
          <p:cNvPr id="56" name="Rechteck 55"/>
          <p:cNvSpPr/>
          <p:nvPr/>
        </p:nvSpPr>
        <p:spPr>
          <a:xfrm>
            <a:off x="1548128" y="11248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57" name="Rechteck 56"/>
          <p:cNvSpPr/>
          <p:nvPr/>
        </p:nvSpPr>
        <p:spPr>
          <a:xfrm>
            <a:off x="2196200" y="11248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 a[ ] )</a:t>
            </a:r>
          </a:p>
        </p:txBody>
      </p:sp>
      <p:sp>
        <p:nvSpPr>
          <p:cNvPr id="58" name="Rechteck 57"/>
          <p:cNvSpPr/>
          <p:nvPr/>
        </p:nvSpPr>
        <p:spPr>
          <a:xfrm>
            <a:off x="1548128" y="17729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59" name="Rechteck 58"/>
          <p:cNvSpPr/>
          <p:nvPr/>
        </p:nvSpPr>
        <p:spPr>
          <a:xfrm>
            <a:off x="2196200" y="177296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1 member</a:t>
            </a:r>
          </a:p>
        </p:txBody>
      </p:sp>
      <p:sp>
        <p:nvSpPr>
          <p:cNvPr id="60" name="Rechteck 59"/>
          <p:cNvSpPr/>
          <p:nvPr/>
        </p:nvSpPr>
        <p:spPr>
          <a:xfrm>
            <a:off x="1548128" y="25650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61" name="Rechteck 60"/>
          <p:cNvSpPr/>
          <p:nvPr/>
        </p:nvSpPr>
        <p:spPr>
          <a:xfrm>
            <a:off x="1548128" y="27810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62" name="Rechteck 61"/>
          <p:cNvSpPr/>
          <p:nvPr/>
        </p:nvSpPr>
        <p:spPr>
          <a:xfrm>
            <a:off x="1548128" y="2349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63" name="Rechteck 62"/>
          <p:cNvSpPr/>
          <p:nvPr/>
        </p:nvSpPr>
        <p:spPr>
          <a:xfrm>
            <a:off x="2196200" y="2349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ref1    ( ref1[ ] )</a:t>
            </a:r>
          </a:p>
        </p:txBody>
      </p:sp>
      <p:sp>
        <p:nvSpPr>
          <p:cNvPr id="65" name="Rechteck 64"/>
          <p:cNvSpPr/>
          <p:nvPr/>
        </p:nvSpPr>
        <p:spPr>
          <a:xfrm>
            <a:off x="1548128" y="29970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66" name="Rechteck 65"/>
          <p:cNvSpPr/>
          <p:nvPr/>
        </p:nvSpPr>
        <p:spPr>
          <a:xfrm>
            <a:off x="2196200" y="2565000"/>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67" name="Freihandform 66"/>
          <p:cNvSpPr/>
          <p:nvPr/>
        </p:nvSpPr>
        <p:spPr>
          <a:xfrm>
            <a:off x="821744" y="1436025"/>
            <a:ext cx="2904759" cy="1285875"/>
          </a:xfrm>
          <a:custGeom>
            <a:avLst/>
            <a:gdLst>
              <a:gd name="connsiteX0" fmla="*/ 2437644 w 2954578"/>
              <a:gd name="connsiteY0" fmla="*/ 1291158 h 1291158"/>
              <a:gd name="connsiteX1" fmla="*/ 2799594 w 2954578"/>
              <a:gd name="connsiteY1" fmla="*/ 1043508 h 1291158"/>
              <a:gd name="connsiteX2" fmla="*/ 208794 w 2954578"/>
              <a:gd name="connsiteY2" fmla="*/ 691083 h 1291158"/>
              <a:gd name="connsiteX3" fmla="*/ 208794 w 2954578"/>
              <a:gd name="connsiteY3" fmla="*/ 100533 h 1291158"/>
              <a:gd name="connsiteX4" fmla="*/ 637419 w 2954578"/>
              <a:gd name="connsiteY4" fmla="*/ 5283 h 1291158"/>
              <a:gd name="connsiteX0" fmla="*/ 2455279 w 2972213"/>
              <a:gd name="connsiteY0" fmla="*/ 1291158 h 1291158"/>
              <a:gd name="connsiteX1" fmla="*/ 2817229 w 2972213"/>
              <a:gd name="connsiteY1" fmla="*/ 1043508 h 1291158"/>
              <a:gd name="connsiteX2" fmla="*/ 226429 w 2972213"/>
              <a:gd name="connsiteY2" fmla="*/ 691083 h 1291158"/>
              <a:gd name="connsiteX3" fmla="*/ 226429 w 2972213"/>
              <a:gd name="connsiteY3" fmla="*/ 100533 h 1291158"/>
              <a:gd name="connsiteX4" fmla="*/ 655054 w 2972213"/>
              <a:gd name="connsiteY4" fmla="*/ 5283 h 1291158"/>
              <a:gd name="connsiteX0" fmla="*/ 2580568 w 3110778"/>
              <a:gd name="connsiteY0" fmla="*/ 1287370 h 1287370"/>
              <a:gd name="connsiteX1" fmla="*/ 2942518 w 3110778"/>
              <a:gd name="connsiteY1" fmla="*/ 1039720 h 1287370"/>
              <a:gd name="connsiteX2" fmla="*/ 170743 w 3110778"/>
              <a:gd name="connsiteY2" fmla="*/ 411070 h 1287370"/>
              <a:gd name="connsiteX3" fmla="*/ 351718 w 3110778"/>
              <a:gd name="connsiteY3" fmla="*/ 96745 h 1287370"/>
              <a:gd name="connsiteX4" fmla="*/ 780343 w 3110778"/>
              <a:gd name="connsiteY4" fmla="*/ 1495 h 1287370"/>
              <a:gd name="connsiteX0" fmla="*/ 2446084 w 2976294"/>
              <a:gd name="connsiteY0" fmla="*/ 1287370 h 1287370"/>
              <a:gd name="connsiteX1" fmla="*/ 2808034 w 2976294"/>
              <a:gd name="connsiteY1" fmla="*/ 1039720 h 1287370"/>
              <a:gd name="connsiteX2" fmla="*/ 36259 w 2976294"/>
              <a:gd name="connsiteY2" fmla="*/ 411070 h 1287370"/>
              <a:gd name="connsiteX3" fmla="*/ 217234 w 2976294"/>
              <a:gd name="connsiteY3" fmla="*/ 96745 h 1287370"/>
              <a:gd name="connsiteX4" fmla="*/ 645859 w 2976294"/>
              <a:gd name="connsiteY4" fmla="*/ 1495 h 1287370"/>
              <a:gd name="connsiteX0" fmla="*/ 2498749 w 3028959"/>
              <a:gd name="connsiteY0" fmla="*/ 1285875 h 1285875"/>
              <a:gd name="connsiteX1" fmla="*/ 2860699 w 3028959"/>
              <a:gd name="connsiteY1" fmla="*/ 1038225 h 1285875"/>
              <a:gd name="connsiteX2" fmla="*/ 88924 w 3028959"/>
              <a:gd name="connsiteY2" fmla="*/ 409575 h 1285875"/>
              <a:gd name="connsiteX3" fmla="*/ 698524 w 3028959"/>
              <a:gd name="connsiteY3" fmla="*/ 0 h 1285875"/>
              <a:gd name="connsiteX0" fmla="*/ 2513471 w 3043681"/>
              <a:gd name="connsiteY0" fmla="*/ 1285875 h 1285875"/>
              <a:gd name="connsiteX1" fmla="*/ 2875421 w 3043681"/>
              <a:gd name="connsiteY1" fmla="*/ 1038225 h 1285875"/>
              <a:gd name="connsiteX2" fmla="*/ 103646 w 3043681"/>
              <a:gd name="connsiteY2" fmla="*/ 409575 h 1285875"/>
              <a:gd name="connsiteX3" fmla="*/ 713246 w 3043681"/>
              <a:gd name="connsiteY3" fmla="*/ 0 h 1285875"/>
              <a:gd name="connsiteX0" fmla="*/ 2521991 w 3052901"/>
              <a:gd name="connsiteY0" fmla="*/ 1285875 h 1285875"/>
              <a:gd name="connsiteX1" fmla="*/ 2883941 w 3052901"/>
              <a:gd name="connsiteY1" fmla="*/ 1038225 h 1285875"/>
              <a:gd name="connsiteX2" fmla="*/ 102641 w 3052901"/>
              <a:gd name="connsiteY2" fmla="*/ 533400 h 1285875"/>
              <a:gd name="connsiteX3" fmla="*/ 721766 w 3052901"/>
              <a:gd name="connsiteY3" fmla="*/ 0 h 1285875"/>
              <a:gd name="connsiteX0" fmla="*/ 2521992 w 3052902"/>
              <a:gd name="connsiteY0" fmla="*/ 1285875 h 1285875"/>
              <a:gd name="connsiteX1" fmla="*/ 2883942 w 3052902"/>
              <a:gd name="connsiteY1" fmla="*/ 981075 h 1285875"/>
              <a:gd name="connsiteX2" fmla="*/ 102642 w 3052902"/>
              <a:gd name="connsiteY2" fmla="*/ 533400 h 1285875"/>
              <a:gd name="connsiteX3" fmla="*/ 721767 w 3052902"/>
              <a:gd name="connsiteY3" fmla="*/ 0 h 1285875"/>
              <a:gd name="connsiteX0" fmla="*/ 2521992 w 2904759"/>
              <a:gd name="connsiteY0" fmla="*/ 1285875 h 1285875"/>
              <a:gd name="connsiteX1" fmla="*/ 2680742 w 2904759"/>
              <a:gd name="connsiteY1" fmla="*/ 917575 h 1285875"/>
              <a:gd name="connsiteX2" fmla="*/ 102642 w 2904759"/>
              <a:gd name="connsiteY2" fmla="*/ 533400 h 1285875"/>
              <a:gd name="connsiteX3" fmla="*/ 721767 w 2904759"/>
              <a:gd name="connsiteY3" fmla="*/ 0 h 1285875"/>
            </a:gdLst>
            <a:ahLst/>
            <a:cxnLst>
              <a:cxn ang="0">
                <a:pos x="connsiteX0" y="connsiteY0"/>
              </a:cxn>
              <a:cxn ang="0">
                <a:pos x="connsiteX1" y="connsiteY1"/>
              </a:cxn>
              <a:cxn ang="0">
                <a:pos x="connsiteX2" y="connsiteY2"/>
              </a:cxn>
              <a:cxn ang="0">
                <a:pos x="connsiteX3" y="connsiteY3"/>
              </a:cxn>
            </a:cxnLst>
            <a:rect l="l" t="t" r="r" b="b"/>
            <a:pathLst>
              <a:path w="2904759" h="1285875">
                <a:moveTo>
                  <a:pt x="2521992" y="1285875"/>
                </a:moveTo>
                <a:cubicBezTo>
                  <a:pt x="2888704" y="1212056"/>
                  <a:pt x="3083967" y="1042988"/>
                  <a:pt x="2680742" y="917575"/>
                </a:cubicBezTo>
                <a:cubicBezTo>
                  <a:pt x="2277517" y="792163"/>
                  <a:pt x="463005" y="696913"/>
                  <a:pt x="102642" y="533400"/>
                </a:cubicBezTo>
                <a:cubicBezTo>
                  <a:pt x="-257721" y="369888"/>
                  <a:pt x="423317" y="28178"/>
                  <a:pt x="721767" y="0"/>
                </a:cubicBezTo>
              </a:path>
            </a:pathLst>
          </a:cu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68" name="Rechteck 67"/>
          <p:cNvSpPr/>
          <p:nvPr/>
        </p:nvSpPr>
        <p:spPr>
          <a:xfrm>
            <a:off x="396000" y="2781072"/>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00FF"/>
                </a:solidFill>
              </a:rPr>
              <a:t>ref1[ ] = ^a[b];</a:t>
            </a:r>
          </a:p>
        </p:txBody>
      </p:sp>
      <p:sp>
        <p:nvSpPr>
          <p:cNvPr id="69" name="Rechteck 68"/>
          <p:cNvSpPr/>
          <p:nvPr/>
        </p:nvSpPr>
        <p:spPr>
          <a:xfrm>
            <a:off x="4068080" y="13411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70" name="Rechteck 69"/>
          <p:cNvSpPr/>
          <p:nvPr/>
        </p:nvSpPr>
        <p:spPr>
          <a:xfrm>
            <a:off x="4068080" y="15571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71" name="Rechteck 70"/>
          <p:cNvSpPr/>
          <p:nvPr/>
        </p:nvSpPr>
        <p:spPr>
          <a:xfrm>
            <a:off x="4716152" y="134112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72" name="Rechteck 71"/>
          <p:cNvSpPr/>
          <p:nvPr/>
        </p:nvSpPr>
        <p:spPr>
          <a:xfrm>
            <a:off x="4716152" y="155714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sym typeface="Wingdings" panose="05000000000000000000" pitchFamily="2" charset="2"/>
              </a:rPr>
              <a:t>Hi  Ho</a:t>
            </a:r>
            <a:endParaRPr lang="en-US" sz="1000" dirty="0">
              <a:solidFill>
                <a:schemeClr val="tx1"/>
              </a:solidFill>
            </a:endParaRPr>
          </a:p>
        </p:txBody>
      </p:sp>
      <p:sp>
        <p:nvSpPr>
          <p:cNvPr id="73" name="Rechteck 72"/>
          <p:cNvSpPr/>
          <p:nvPr/>
        </p:nvSpPr>
        <p:spPr>
          <a:xfrm>
            <a:off x="4068080" y="11250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74" name="Rechteck 73"/>
          <p:cNvSpPr/>
          <p:nvPr/>
        </p:nvSpPr>
        <p:spPr>
          <a:xfrm>
            <a:off x="4716152" y="11250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 a[b] )</a:t>
            </a:r>
          </a:p>
        </p:txBody>
      </p:sp>
      <p:sp>
        <p:nvSpPr>
          <p:cNvPr id="75" name="Rechteck 74"/>
          <p:cNvSpPr/>
          <p:nvPr/>
        </p:nvSpPr>
        <p:spPr>
          <a:xfrm>
            <a:off x="4068080" y="17731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76" name="Rechteck 75"/>
          <p:cNvSpPr/>
          <p:nvPr/>
        </p:nvSpPr>
        <p:spPr>
          <a:xfrm>
            <a:off x="4716152" y="177316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77" name="Freihandform 76"/>
          <p:cNvSpPr/>
          <p:nvPr/>
        </p:nvSpPr>
        <p:spPr>
          <a:xfrm>
            <a:off x="3348000" y="1413128"/>
            <a:ext cx="720080" cy="432048"/>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8" name="Rechteck 77"/>
          <p:cNvSpPr/>
          <p:nvPr/>
        </p:nvSpPr>
        <p:spPr>
          <a:xfrm>
            <a:off x="1836000" y="2061000"/>
            <a:ext cx="360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2000" dirty="0">
                <a:solidFill>
                  <a:srgbClr val="0000FF"/>
                </a:solidFill>
                <a:latin typeface="Wingdings" panose="05000000000000000000" pitchFamily="2" charset="2"/>
                <a:sym typeface="Wingdings" panose="05000000000000000000" pitchFamily="2" charset="2"/>
              </a:rPr>
              <a:t></a:t>
            </a:r>
            <a:endParaRPr lang="en-US" sz="2000" dirty="0">
              <a:solidFill>
                <a:srgbClr val="0000FF"/>
              </a:solidFill>
              <a:latin typeface="Wingdings" panose="05000000000000000000" pitchFamily="2" charset="2"/>
            </a:endParaRPr>
          </a:p>
        </p:txBody>
      </p:sp>
      <p:sp>
        <p:nvSpPr>
          <p:cNvPr id="79" name="Freihandform 78"/>
          <p:cNvSpPr/>
          <p:nvPr/>
        </p:nvSpPr>
        <p:spPr>
          <a:xfrm>
            <a:off x="3348000" y="1485000"/>
            <a:ext cx="720080" cy="1368000"/>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Rechteck 31"/>
          <p:cNvSpPr/>
          <p:nvPr/>
        </p:nvSpPr>
        <p:spPr>
          <a:xfrm>
            <a:off x="1548128" y="414872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33" name="Rechteck 32"/>
          <p:cNvSpPr/>
          <p:nvPr/>
        </p:nvSpPr>
        <p:spPr>
          <a:xfrm>
            <a:off x="1548128" y="436475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34" name="Rechteck 33"/>
          <p:cNvSpPr/>
          <p:nvPr/>
        </p:nvSpPr>
        <p:spPr>
          <a:xfrm>
            <a:off x="2196200" y="414872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35" name="Rechteck 34"/>
          <p:cNvSpPr/>
          <p:nvPr/>
        </p:nvSpPr>
        <p:spPr>
          <a:xfrm>
            <a:off x="2196200" y="4364752"/>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Hello</a:t>
            </a:r>
          </a:p>
        </p:txBody>
      </p:sp>
      <p:sp>
        <p:nvSpPr>
          <p:cNvPr id="36" name="Rechteck 35"/>
          <p:cNvSpPr/>
          <p:nvPr/>
        </p:nvSpPr>
        <p:spPr>
          <a:xfrm>
            <a:off x="1548128" y="3932904"/>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37" name="Rechteck 36"/>
          <p:cNvSpPr/>
          <p:nvPr/>
        </p:nvSpPr>
        <p:spPr>
          <a:xfrm>
            <a:off x="2196200" y="3932904"/>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 a[ ] )</a:t>
            </a:r>
          </a:p>
        </p:txBody>
      </p:sp>
      <p:sp>
        <p:nvSpPr>
          <p:cNvPr id="38" name="Rechteck 37"/>
          <p:cNvSpPr/>
          <p:nvPr/>
        </p:nvSpPr>
        <p:spPr>
          <a:xfrm>
            <a:off x="1548128" y="4580776"/>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39" name="Rechteck 38"/>
          <p:cNvSpPr/>
          <p:nvPr/>
        </p:nvSpPr>
        <p:spPr>
          <a:xfrm>
            <a:off x="2196200" y="4580776"/>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1 member</a:t>
            </a:r>
          </a:p>
        </p:txBody>
      </p:sp>
      <p:sp>
        <p:nvSpPr>
          <p:cNvPr id="40" name="Rechteck 39"/>
          <p:cNvSpPr/>
          <p:nvPr/>
        </p:nvSpPr>
        <p:spPr>
          <a:xfrm>
            <a:off x="1548128" y="537283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41" name="Rechteck 40"/>
          <p:cNvSpPr/>
          <p:nvPr/>
        </p:nvSpPr>
        <p:spPr>
          <a:xfrm>
            <a:off x="1548128" y="5588856"/>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42" name="Rechteck 41"/>
          <p:cNvSpPr/>
          <p:nvPr/>
        </p:nvSpPr>
        <p:spPr>
          <a:xfrm>
            <a:off x="1548128" y="5156808"/>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43" name="Rechteck 42"/>
          <p:cNvSpPr/>
          <p:nvPr/>
        </p:nvSpPr>
        <p:spPr>
          <a:xfrm>
            <a:off x="2196200" y="5156808"/>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ref1    ( ref1[ ] )</a:t>
            </a:r>
          </a:p>
        </p:txBody>
      </p:sp>
      <p:sp>
        <p:nvSpPr>
          <p:cNvPr id="44" name="Rechteck 43"/>
          <p:cNvSpPr/>
          <p:nvPr/>
        </p:nvSpPr>
        <p:spPr>
          <a:xfrm>
            <a:off x="1548128" y="580488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45" name="Rechteck 44"/>
          <p:cNvSpPr/>
          <p:nvPr/>
        </p:nvSpPr>
        <p:spPr>
          <a:xfrm>
            <a:off x="2196200" y="5372808"/>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46" name="Freihandform 45"/>
          <p:cNvSpPr/>
          <p:nvPr/>
        </p:nvSpPr>
        <p:spPr>
          <a:xfrm>
            <a:off x="821745" y="4243833"/>
            <a:ext cx="3052902" cy="1285875"/>
          </a:xfrm>
          <a:custGeom>
            <a:avLst/>
            <a:gdLst>
              <a:gd name="connsiteX0" fmla="*/ 2437644 w 2954578"/>
              <a:gd name="connsiteY0" fmla="*/ 1291158 h 1291158"/>
              <a:gd name="connsiteX1" fmla="*/ 2799594 w 2954578"/>
              <a:gd name="connsiteY1" fmla="*/ 1043508 h 1291158"/>
              <a:gd name="connsiteX2" fmla="*/ 208794 w 2954578"/>
              <a:gd name="connsiteY2" fmla="*/ 691083 h 1291158"/>
              <a:gd name="connsiteX3" fmla="*/ 208794 w 2954578"/>
              <a:gd name="connsiteY3" fmla="*/ 100533 h 1291158"/>
              <a:gd name="connsiteX4" fmla="*/ 637419 w 2954578"/>
              <a:gd name="connsiteY4" fmla="*/ 5283 h 1291158"/>
              <a:gd name="connsiteX0" fmla="*/ 2455279 w 2972213"/>
              <a:gd name="connsiteY0" fmla="*/ 1291158 h 1291158"/>
              <a:gd name="connsiteX1" fmla="*/ 2817229 w 2972213"/>
              <a:gd name="connsiteY1" fmla="*/ 1043508 h 1291158"/>
              <a:gd name="connsiteX2" fmla="*/ 226429 w 2972213"/>
              <a:gd name="connsiteY2" fmla="*/ 691083 h 1291158"/>
              <a:gd name="connsiteX3" fmla="*/ 226429 w 2972213"/>
              <a:gd name="connsiteY3" fmla="*/ 100533 h 1291158"/>
              <a:gd name="connsiteX4" fmla="*/ 655054 w 2972213"/>
              <a:gd name="connsiteY4" fmla="*/ 5283 h 1291158"/>
              <a:gd name="connsiteX0" fmla="*/ 2580568 w 3110778"/>
              <a:gd name="connsiteY0" fmla="*/ 1287370 h 1287370"/>
              <a:gd name="connsiteX1" fmla="*/ 2942518 w 3110778"/>
              <a:gd name="connsiteY1" fmla="*/ 1039720 h 1287370"/>
              <a:gd name="connsiteX2" fmla="*/ 170743 w 3110778"/>
              <a:gd name="connsiteY2" fmla="*/ 411070 h 1287370"/>
              <a:gd name="connsiteX3" fmla="*/ 351718 w 3110778"/>
              <a:gd name="connsiteY3" fmla="*/ 96745 h 1287370"/>
              <a:gd name="connsiteX4" fmla="*/ 780343 w 3110778"/>
              <a:gd name="connsiteY4" fmla="*/ 1495 h 1287370"/>
              <a:gd name="connsiteX0" fmla="*/ 2446084 w 2976294"/>
              <a:gd name="connsiteY0" fmla="*/ 1287370 h 1287370"/>
              <a:gd name="connsiteX1" fmla="*/ 2808034 w 2976294"/>
              <a:gd name="connsiteY1" fmla="*/ 1039720 h 1287370"/>
              <a:gd name="connsiteX2" fmla="*/ 36259 w 2976294"/>
              <a:gd name="connsiteY2" fmla="*/ 411070 h 1287370"/>
              <a:gd name="connsiteX3" fmla="*/ 217234 w 2976294"/>
              <a:gd name="connsiteY3" fmla="*/ 96745 h 1287370"/>
              <a:gd name="connsiteX4" fmla="*/ 645859 w 2976294"/>
              <a:gd name="connsiteY4" fmla="*/ 1495 h 1287370"/>
              <a:gd name="connsiteX0" fmla="*/ 2498749 w 3028959"/>
              <a:gd name="connsiteY0" fmla="*/ 1285875 h 1285875"/>
              <a:gd name="connsiteX1" fmla="*/ 2860699 w 3028959"/>
              <a:gd name="connsiteY1" fmla="*/ 1038225 h 1285875"/>
              <a:gd name="connsiteX2" fmla="*/ 88924 w 3028959"/>
              <a:gd name="connsiteY2" fmla="*/ 409575 h 1285875"/>
              <a:gd name="connsiteX3" fmla="*/ 698524 w 3028959"/>
              <a:gd name="connsiteY3" fmla="*/ 0 h 1285875"/>
              <a:gd name="connsiteX0" fmla="*/ 2513471 w 3043681"/>
              <a:gd name="connsiteY0" fmla="*/ 1285875 h 1285875"/>
              <a:gd name="connsiteX1" fmla="*/ 2875421 w 3043681"/>
              <a:gd name="connsiteY1" fmla="*/ 1038225 h 1285875"/>
              <a:gd name="connsiteX2" fmla="*/ 103646 w 3043681"/>
              <a:gd name="connsiteY2" fmla="*/ 409575 h 1285875"/>
              <a:gd name="connsiteX3" fmla="*/ 713246 w 3043681"/>
              <a:gd name="connsiteY3" fmla="*/ 0 h 1285875"/>
              <a:gd name="connsiteX0" fmla="*/ 2521991 w 3052901"/>
              <a:gd name="connsiteY0" fmla="*/ 1285875 h 1285875"/>
              <a:gd name="connsiteX1" fmla="*/ 2883941 w 3052901"/>
              <a:gd name="connsiteY1" fmla="*/ 1038225 h 1285875"/>
              <a:gd name="connsiteX2" fmla="*/ 102641 w 3052901"/>
              <a:gd name="connsiteY2" fmla="*/ 533400 h 1285875"/>
              <a:gd name="connsiteX3" fmla="*/ 721766 w 3052901"/>
              <a:gd name="connsiteY3" fmla="*/ 0 h 1285875"/>
              <a:gd name="connsiteX0" fmla="*/ 2521992 w 3052902"/>
              <a:gd name="connsiteY0" fmla="*/ 1285875 h 1285875"/>
              <a:gd name="connsiteX1" fmla="*/ 2883942 w 3052902"/>
              <a:gd name="connsiteY1" fmla="*/ 981075 h 1285875"/>
              <a:gd name="connsiteX2" fmla="*/ 102642 w 3052902"/>
              <a:gd name="connsiteY2" fmla="*/ 533400 h 1285875"/>
              <a:gd name="connsiteX3" fmla="*/ 721767 w 3052902"/>
              <a:gd name="connsiteY3" fmla="*/ 0 h 1285875"/>
            </a:gdLst>
            <a:ahLst/>
            <a:cxnLst>
              <a:cxn ang="0">
                <a:pos x="connsiteX0" y="connsiteY0"/>
              </a:cxn>
              <a:cxn ang="0">
                <a:pos x="connsiteX1" y="connsiteY1"/>
              </a:cxn>
              <a:cxn ang="0">
                <a:pos x="connsiteX2" y="connsiteY2"/>
              </a:cxn>
              <a:cxn ang="0">
                <a:pos x="connsiteX3" y="connsiteY3"/>
              </a:cxn>
            </a:cxnLst>
            <a:rect l="l" t="t" r="r" b="b"/>
            <a:pathLst>
              <a:path w="3052902" h="1285875">
                <a:moveTo>
                  <a:pt x="2521992" y="1285875"/>
                </a:moveTo>
                <a:cubicBezTo>
                  <a:pt x="2888704" y="1212056"/>
                  <a:pt x="3287167" y="1106488"/>
                  <a:pt x="2883942" y="981075"/>
                </a:cubicBezTo>
                <a:cubicBezTo>
                  <a:pt x="2480717" y="855663"/>
                  <a:pt x="463005" y="696913"/>
                  <a:pt x="102642" y="533400"/>
                </a:cubicBezTo>
                <a:cubicBezTo>
                  <a:pt x="-257721" y="369888"/>
                  <a:pt x="423317" y="28178"/>
                  <a:pt x="721767" y="0"/>
                </a:cubicBezTo>
              </a:path>
            </a:pathLst>
          </a:cu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47" name="Rechteck 46"/>
          <p:cNvSpPr/>
          <p:nvPr/>
        </p:nvSpPr>
        <p:spPr>
          <a:xfrm>
            <a:off x="396000" y="5588880"/>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release( ref1[ ] );</a:t>
            </a:r>
          </a:p>
        </p:txBody>
      </p:sp>
      <p:sp>
        <p:nvSpPr>
          <p:cNvPr id="84" name="Rechteck 83"/>
          <p:cNvSpPr/>
          <p:nvPr/>
        </p:nvSpPr>
        <p:spPr>
          <a:xfrm>
            <a:off x="1836000" y="4868808"/>
            <a:ext cx="360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2000" dirty="0">
                <a:solidFill>
                  <a:schemeClr val="tx1"/>
                </a:solidFill>
                <a:latin typeface="Wingdings" panose="05000000000000000000" pitchFamily="2" charset="2"/>
                <a:sym typeface="Wingdings" panose="05000000000000000000" pitchFamily="2" charset="2"/>
              </a:rPr>
              <a:t></a:t>
            </a:r>
            <a:endParaRPr lang="en-US" sz="2000" dirty="0">
              <a:solidFill>
                <a:schemeClr val="tx1"/>
              </a:solidFill>
              <a:latin typeface="Wingdings" panose="05000000000000000000" pitchFamily="2" charset="2"/>
            </a:endParaRPr>
          </a:p>
        </p:txBody>
      </p:sp>
      <p:sp>
        <p:nvSpPr>
          <p:cNvPr id="86" name="Rechteck 85"/>
          <p:cNvSpPr/>
          <p:nvPr/>
        </p:nvSpPr>
        <p:spPr>
          <a:xfrm>
            <a:off x="4068000" y="537292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87" name="Rechteck 86"/>
          <p:cNvSpPr/>
          <p:nvPr/>
        </p:nvSpPr>
        <p:spPr>
          <a:xfrm>
            <a:off x="4068000" y="558895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88" name="Rechteck 87"/>
          <p:cNvSpPr/>
          <p:nvPr/>
        </p:nvSpPr>
        <p:spPr>
          <a:xfrm>
            <a:off x="4068000" y="5156904"/>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89" name="Rechteck 88"/>
          <p:cNvSpPr/>
          <p:nvPr/>
        </p:nvSpPr>
        <p:spPr>
          <a:xfrm>
            <a:off x="4716072" y="5156904"/>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ref1    ( ref1[ ] )</a:t>
            </a:r>
          </a:p>
        </p:txBody>
      </p:sp>
      <p:sp>
        <p:nvSpPr>
          <p:cNvPr id="90" name="Rechteck 89"/>
          <p:cNvSpPr/>
          <p:nvPr/>
        </p:nvSpPr>
        <p:spPr>
          <a:xfrm>
            <a:off x="4068000" y="5804976"/>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3" name="Pfeil nach rechts 2"/>
          <p:cNvSpPr/>
          <p:nvPr/>
        </p:nvSpPr>
        <p:spPr>
          <a:xfrm>
            <a:off x="3564000" y="5588904"/>
            <a:ext cx="360000" cy="28800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6" name="Rechteck 95"/>
          <p:cNvSpPr/>
          <p:nvPr/>
        </p:nvSpPr>
        <p:spPr>
          <a:xfrm>
            <a:off x="4716000" y="5372856"/>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Void</a:t>
            </a:r>
          </a:p>
        </p:txBody>
      </p:sp>
      <p:sp>
        <p:nvSpPr>
          <p:cNvPr id="97" name="Rechteck 96"/>
          <p:cNvSpPr/>
          <p:nvPr/>
        </p:nvSpPr>
        <p:spPr>
          <a:xfrm>
            <a:off x="4716000" y="558888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98" name="Rechteck 97"/>
          <p:cNvSpPr/>
          <p:nvPr/>
        </p:nvSpPr>
        <p:spPr>
          <a:xfrm>
            <a:off x="4716000" y="580490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Tree>
    <p:extLst>
      <p:ext uri="{BB962C8B-B14F-4D97-AF65-F5344CB8AC3E}">
        <p14:creationId xmlns:p14="http://schemas.microsoft.com/office/powerpoint/2010/main" val="2493544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References to Variables</a:t>
            </a:r>
          </a:p>
        </p:txBody>
      </p:sp>
      <p:sp>
        <p:nvSpPr>
          <p:cNvPr id="4" name="Textplatzhalter 3"/>
          <p:cNvSpPr>
            <a:spLocks noGrp="1"/>
          </p:cNvSpPr>
          <p:nvPr>
            <p:ph type="body" sz="quarter" idx="16"/>
          </p:nvPr>
        </p:nvSpPr>
        <p:spPr/>
        <p:txBody>
          <a:bodyPr/>
          <a:lstStyle/>
          <a:p>
            <a:endParaRPr lang="en-US"/>
          </a:p>
        </p:txBody>
      </p:sp>
      <p:sp>
        <p:nvSpPr>
          <p:cNvPr id="52" name="Rechteck 51"/>
          <p:cNvSpPr/>
          <p:nvPr/>
        </p:nvSpPr>
        <p:spPr>
          <a:xfrm>
            <a:off x="1548128" y="13409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53" name="Rechteck 52"/>
          <p:cNvSpPr/>
          <p:nvPr/>
        </p:nvSpPr>
        <p:spPr>
          <a:xfrm>
            <a:off x="1548128" y="15569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54" name="Rechteck 53"/>
          <p:cNvSpPr/>
          <p:nvPr/>
        </p:nvSpPr>
        <p:spPr>
          <a:xfrm>
            <a:off x="2196200" y="134092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55" name="Rechteck 54"/>
          <p:cNvSpPr/>
          <p:nvPr/>
        </p:nvSpPr>
        <p:spPr>
          <a:xfrm>
            <a:off x="2196200" y="155694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Hello</a:t>
            </a:r>
          </a:p>
        </p:txBody>
      </p:sp>
      <p:sp>
        <p:nvSpPr>
          <p:cNvPr id="56" name="Rechteck 55"/>
          <p:cNvSpPr/>
          <p:nvPr/>
        </p:nvSpPr>
        <p:spPr>
          <a:xfrm>
            <a:off x="1548128" y="11248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57" name="Rechteck 56"/>
          <p:cNvSpPr/>
          <p:nvPr/>
        </p:nvSpPr>
        <p:spPr>
          <a:xfrm>
            <a:off x="2196200" y="11248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 a[ ] )</a:t>
            </a:r>
          </a:p>
        </p:txBody>
      </p:sp>
      <p:sp>
        <p:nvSpPr>
          <p:cNvPr id="58" name="Rechteck 57"/>
          <p:cNvSpPr/>
          <p:nvPr/>
        </p:nvSpPr>
        <p:spPr>
          <a:xfrm>
            <a:off x="1548128" y="17729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59" name="Rechteck 58"/>
          <p:cNvSpPr/>
          <p:nvPr/>
        </p:nvSpPr>
        <p:spPr>
          <a:xfrm>
            <a:off x="2196200" y="177296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1 member</a:t>
            </a:r>
          </a:p>
        </p:txBody>
      </p:sp>
      <p:sp>
        <p:nvSpPr>
          <p:cNvPr id="60" name="Rechteck 59"/>
          <p:cNvSpPr/>
          <p:nvPr/>
        </p:nvSpPr>
        <p:spPr>
          <a:xfrm>
            <a:off x="1548128" y="25650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61" name="Rechteck 60"/>
          <p:cNvSpPr/>
          <p:nvPr/>
        </p:nvSpPr>
        <p:spPr>
          <a:xfrm>
            <a:off x="1548128" y="27810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62" name="Rechteck 61"/>
          <p:cNvSpPr/>
          <p:nvPr/>
        </p:nvSpPr>
        <p:spPr>
          <a:xfrm>
            <a:off x="1548128" y="2349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63" name="Rechteck 62"/>
          <p:cNvSpPr/>
          <p:nvPr/>
        </p:nvSpPr>
        <p:spPr>
          <a:xfrm>
            <a:off x="2196200" y="2349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ref1    ( ref1[ ] )</a:t>
            </a:r>
          </a:p>
        </p:txBody>
      </p:sp>
      <p:sp>
        <p:nvSpPr>
          <p:cNvPr id="65" name="Rechteck 64"/>
          <p:cNvSpPr/>
          <p:nvPr/>
        </p:nvSpPr>
        <p:spPr>
          <a:xfrm>
            <a:off x="1548128" y="29970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66" name="Rechteck 65"/>
          <p:cNvSpPr/>
          <p:nvPr/>
        </p:nvSpPr>
        <p:spPr>
          <a:xfrm>
            <a:off x="2196200" y="2565000"/>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68" name="Rechteck 67"/>
          <p:cNvSpPr/>
          <p:nvPr/>
        </p:nvSpPr>
        <p:spPr>
          <a:xfrm>
            <a:off x="396000" y="2781072"/>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ref1[ ] = ^a[b];</a:t>
            </a:r>
          </a:p>
        </p:txBody>
      </p:sp>
      <p:sp>
        <p:nvSpPr>
          <p:cNvPr id="69" name="Rechteck 68"/>
          <p:cNvSpPr/>
          <p:nvPr/>
        </p:nvSpPr>
        <p:spPr>
          <a:xfrm>
            <a:off x="4068080" y="13411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70" name="Rechteck 69"/>
          <p:cNvSpPr/>
          <p:nvPr/>
        </p:nvSpPr>
        <p:spPr>
          <a:xfrm>
            <a:off x="4068080" y="15571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71" name="Rechteck 70"/>
          <p:cNvSpPr/>
          <p:nvPr/>
        </p:nvSpPr>
        <p:spPr>
          <a:xfrm>
            <a:off x="4716152" y="134112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72" name="Rechteck 71"/>
          <p:cNvSpPr/>
          <p:nvPr/>
        </p:nvSpPr>
        <p:spPr>
          <a:xfrm>
            <a:off x="4716152" y="155714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sym typeface="Wingdings" panose="05000000000000000000" pitchFamily="2" charset="2"/>
              </a:rPr>
              <a:t>Hi  Ho</a:t>
            </a:r>
            <a:endParaRPr lang="en-US" sz="1000" dirty="0">
              <a:solidFill>
                <a:schemeClr val="tx1"/>
              </a:solidFill>
            </a:endParaRPr>
          </a:p>
        </p:txBody>
      </p:sp>
      <p:sp>
        <p:nvSpPr>
          <p:cNvPr id="73" name="Rechteck 72"/>
          <p:cNvSpPr/>
          <p:nvPr/>
        </p:nvSpPr>
        <p:spPr>
          <a:xfrm>
            <a:off x="4068080" y="11250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74" name="Rechteck 73"/>
          <p:cNvSpPr/>
          <p:nvPr/>
        </p:nvSpPr>
        <p:spPr>
          <a:xfrm>
            <a:off x="4716152" y="11250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 a[b] )</a:t>
            </a:r>
          </a:p>
        </p:txBody>
      </p:sp>
      <p:sp>
        <p:nvSpPr>
          <p:cNvPr id="75" name="Rechteck 74"/>
          <p:cNvSpPr/>
          <p:nvPr/>
        </p:nvSpPr>
        <p:spPr>
          <a:xfrm>
            <a:off x="4068080" y="17731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76" name="Rechteck 75"/>
          <p:cNvSpPr/>
          <p:nvPr/>
        </p:nvSpPr>
        <p:spPr>
          <a:xfrm>
            <a:off x="4716152" y="177316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77" name="Freihandform 76"/>
          <p:cNvSpPr/>
          <p:nvPr/>
        </p:nvSpPr>
        <p:spPr>
          <a:xfrm>
            <a:off x="3348000" y="1413128"/>
            <a:ext cx="720080" cy="432048"/>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9" name="Freihandform 78"/>
          <p:cNvSpPr/>
          <p:nvPr/>
        </p:nvSpPr>
        <p:spPr>
          <a:xfrm>
            <a:off x="3348000" y="1484999"/>
            <a:ext cx="720080" cy="1367787"/>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 name="connsiteX0" fmla="*/ 0 w 692458"/>
              <a:gd name="connsiteY0" fmla="*/ 648070 h 648102"/>
              <a:gd name="connsiteX1" fmla="*/ 326218 w 692458"/>
              <a:gd name="connsiteY1" fmla="*/ 547258 h 648102"/>
              <a:gd name="connsiteX2" fmla="*/ 497150 w 692458"/>
              <a:gd name="connsiteY2" fmla="*/ 106532 h 648102"/>
              <a:gd name="connsiteX3" fmla="*/ 692458 w 692458"/>
              <a:gd name="connsiteY3" fmla="*/ 0 h 648102"/>
            </a:gdLst>
            <a:ahLst/>
            <a:cxnLst>
              <a:cxn ang="0">
                <a:pos x="connsiteX0" y="connsiteY0"/>
              </a:cxn>
              <a:cxn ang="0">
                <a:pos x="connsiteX1" y="connsiteY1"/>
              </a:cxn>
              <a:cxn ang="0">
                <a:pos x="connsiteX2" y="connsiteY2"/>
              </a:cxn>
              <a:cxn ang="0">
                <a:pos x="connsiteX3" y="connsiteY3"/>
              </a:cxn>
            </a:cxnLst>
            <a:rect l="l" t="t" r="r" b="b"/>
            <a:pathLst>
              <a:path w="692458" h="648102">
                <a:moveTo>
                  <a:pt x="0" y="648070"/>
                </a:moveTo>
                <a:cubicBezTo>
                  <a:pt x="158318" y="648809"/>
                  <a:pt x="243360" y="637514"/>
                  <a:pt x="326218" y="547258"/>
                </a:cubicBezTo>
                <a:cubicBezTo>
                  <a:pt x="409076" y="457002"/>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Rechteck 82"/>
          <p:cNvSpPr/>
          <p:nvPr/>
        </p:nvSpPr>
        <p:spPr>
          <a:xfrm>
            <a:off x="1548128" y="35730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85" name="Rechteck 84"/>
          <p:cNvSpPr/>
          <p:nvPr/>
        </p:nvSpPr>
        <p:spPr>
          <a:xfrm>
            <a:off x="1548128" y="37890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91" name="Rechteck 90"/>
          <p:cNvSpPr/>
          <p:nvPr/>
        </p:nvSpPr>
        <p:spPr>
          <a:xfrm>
            <a:off x="1548128" y="3357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92" name="Rechteck 91"/>
          <p:cNvSpPr/>
          <p:nvPr/>
        </p:nvSpPr>
        <p:spPr>
          <a:xfrm>
            <a:off x="2196200" y="3357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ref2    ( ref2[ ] )</a:t>
            </a:r>
          </a:p>
        </p:txBody>
      </p:sp>
      <p:sp>
        <p:nvSpPr>
          <p:cNvPr id="93" name="Rechteck 92"/>
          <p:cNvSpPr/>
          <p:nvPr/>
        </p:nvSpPr>
        <p:spPr>
          <a:xfrm>
            <a:off x="1548128" y="40050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94" name="Rechteck 93"/>
          <p:cNvSpPr/>
          <p:nvPr/>
        </p:nvSpPr>
        <p:spPr>
          <a:xfrm>
            <a:off x="2196200" y="3573000"/>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95" name="Rechteck 94"/>
          <p:cNvSpPr/>
          <p:nvPr/>
        </p:nvSpPr>
        <p:spPr>
          <a:xfrm>
            <a:off x="396000" y="3789072"/>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00FF"/>
                </a:solidFill>
              </a:rPr>
              <a:t>ref2[ ] = ^ref1[ ];</a:t>
            </a:r>
          </a:p>
        </p:txBody>
      </p:sp>
      <p:sp>
        <p:nvSpPr>
          <p:cNvPr id="99" name="Rechteck 98"/>
          <p:cNvSpPr/>
          <p:nvPr/>
        </p:nvSpPr>
        <p:spPr>
          <a:xfrm>
            <a:off x="1548128" y="45810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00" name="Rechteck 99"/>
          <p:cNvSpPr/>
          <p:nvPr/>
        </p:nvSpPr>
        <p:spPr>
          <a:xfrm>
            <a:off x="1548128" y="47970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01" name="Rechteck 100"/>
          <p:cNvSpPr/>
          <p:nvPr/>
        </p:nvSpPr>
        <p:spPr>
          <a:xfrm>
            <a:off x="1548128" y="4365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02" name="Rechteck 101"/>
          <p:cNvSpPr/>
          <p:nvPr/>
        </p:nvSpPr>
        <p:spPr>
          <a:xfrm>
            <a:off x="2196200" y="4365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ref3    ( ref3[ ] )</a:t>
            </a:r>
          </a:p>
        </p:txBody>
      </p:sp>
      <p:sp>
        <p:nvSpPr>
          <p:cNvPr id="103" name="Rechteck 102"/>
          <p:cNvSpPr/>
          <p:nvPr/>
        </p:nvSpPr>
        <p:spPr>
          <a:xfrm>
            <a:off x="1548128" y="50130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04" name="Rechteck 103"/>
          <p:cNvSpPr/>
          <p:nvPr/>
        </p:nvSpPr>
        <p:spPr>
          <a:xfrm>
            <a:off x="2196200" y="4581000"/>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105" name="Rechteck 104"/>
          <p:cNvSpPr/>
          <p:nvPr/>
        </p:nvSpPr>
        <p:spPr>
          <a:xfrm>
            <a:off x="396000" y="4797072"/>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B050"/>
                </a:solidFill>
              </a:rPr>
              <a:t>ref3[ ] = ^^ref2[ ];</a:t>
            </a:r>
          </a:p>
        </p:txBody>
      </p:sp>
      <p:sp>
        <p:nvSpPr>
          <p:cNvPr id="106" name="Freihandform 105"/>
          <p:cNvSpPr/>
          <p:nvPr/>
        </p:nvSpPr>
        <p:spPr>
          <a:xfrm>
            <a:off x="3348000" y="1637400"/>
            <a:ext cx="720080" cy="2079600"/>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8" name="Rechteck 107"/>
          <p:cNvSpPr/>
          <p:nvPr/>
        </p:nvSpPr>
        <p:spPr>
          <a:xfrm>
            <a:off x="3852000" y="3573000"/>
            <a:ext cx="2376096" cy="64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00FF"/>
                </a:solidFill>
              </a:rPr>
              <a:t>The reference will be made directly to the</a:t>
            </a:r>
          </a:p>
          <a:p>
            <a:r>
              <a:rPr lang="en-US" sz="1000" dirty="0">
                <a:solidFill>
                  <a:srgbClr val="0000FF"/>
                </a:solidFill>
              </a:rPr>
              <a:t>target variable, even if a reference to</a:t>
            </a:r>
          </a:p>
          <a:p>
            <a:r>
              <a:rPr lang="en-US" sz="1000" dirty="0">
                <a:solidFill>
                  <a:srgbClr val="0000FF"/>
                </a:solidFill>
              </a:rPr>
              <a:t>variable is assigned as shown here:</a:t>
            </a:r>
          </a:p>
          <a:p>
            <a:r>
              <a:rPr lang="en-US" sz="1000" dirty="0">
                <a:solidFill>
                  <a:srgbClr val="0000FF"/>
                </a:solidFill>
              </a:rPr>
              <a:t>ref1[ ] guides directly to a[b]</a:t>
            </a:r>
          </a:p>
        </p:txBody>
      </p:sp>
      <p:sp>
        <p:nvSpPr>
          <p:cNvPr id="109" name="Freihandform 108"/>
          <p:cNvSpPr/>
          <p:nvPr/>
        </p:nvSpPr>
        <p:spPr>
          <a:xfrm>
            <a:off x="821744" y="3933000"/>
            <a:ext cx="2904759" cy="792000"/>
          </a:xfrm>
          <a:custGeom>
            <a:avLst/>
            <a:gdLst>
              <a:gd name="connsiteX0" fmla="*/ 2437644 w 2954578"/>
              <a:gd name="connsiteY0" fmla="*/ 1291158 h 1291158"/>
              <a:gd name="connsiteX1" fmla="*/ 2799594 w 2954578"/>
              <a:gd name="connsiteY1" fmla="*/ 1043508 h 1291158"/>
              <a:gd name="connsiteX2" fmla="*/ 208794 w 2954578"/>
              <a:gd name="connsiteY2" fmla="*/ 691083 h 1291158"/>
              <a:gd name="connsiteX3" fmla="*/ 208794 w 2954578"/>
              <a:gd name="connsiteY3" fmla="*/ 100533 h 1291158"/>
              <a:gd name="connsiteX4" fmla="*/ 637419 w 2954578"/>
              <a:gd name="connsiteY4" fmla="*/ 5283 h 1291158"/>
              <a:gd name="connsiteX0" fmla="*/ 2455279 w 2972213"/>
              <a:gd name="connsiteY0" fmla="*/ 1291158 h 1291158"/>
              <a:gd name="connsiteX1" fmla="*/ 2817229 w 2972213"/>
              <a:gd name="connsiteY1" fmla="*/ 1043508 h 1291158"/>
              <a:gd name="connsiteX2" fmla="*/ 226429 w 2972213"/>
              <a:gd name="connsiteY2" fmla="*/ 691083 h 1291158"/>
              <a:gd name="connsiteX3" fmla="*/ 226429 w 2972213"/>
              <a:gd name="connsiteY3" fmla="*/ 100533 h 1291158"/>
              <a:gd name="connsiteX4" fmla="*/ 655054 w 2972213"/>
              <a:gd name="connsiteY4" fmla="*/ 5283 h 1291158"/>
              <a:gd name="connsiteX0" fmla="*/ 2580568 w 3110778"/>
              <a:gd name="connsiteY0" fmla="*/ 1287370 h 1287370"/>
              <a:gd name="connsiteX1" fmla="*/ 2942518 w 3110778"/>
              <a:gd name="connsiteY1" fmla="*/ 1039720 h 1287370"/>
              <a:gd name="connsiteX2" fmla="*/ 170743 w 3110778"/>
              <a:gd name="connsiteY2" fmla="*/ 411070 h 1287370"/>
              <a:gd name="connsiteX3" fmla="*/ 351718 w 3110778"/>
              <a:gd name="connsiteY3" fmla="*/ 96745 h 1287370"/>
              <a:gd name="connsiteX4" fmla="*/ 780343 w 3110778"/>
              <a:gd name="connsiteY4" fmla="*/ 1495 h 1287370"/>
              <a:gd name="connsiteX0" fmla="*/ 2446084 w 2976294"/>
              <a:gd name="connsiteY0" fmla="*/ 1287370 h 1287370"/>
              <a:gd name="connsiteX1" fmla="*/ 2808034 w 2976294"/>
              <a:gd name="connsiteY1" fmla="*/ 1039720 h 1287370"/>
              <a:gd name="connsiteX2" fmla="*/ 36259 w 2976294"/>
              <a:gd name="connsiteY2" fmla="*/ 411070 h 1287370"/>
              <a:gd name="connsiteX3" fmla="*/ 217234 w 2976294"/>
              <a:gd name="connsiteY3" fmla="*/ 96745 h 1287370"/>
              <a:gd name="connsiteX4" fmla="*/ 645859 w 2976294"/>
              <a:gd name="connsiteY4" fmla="*/ 1495 h 1287370"/>
              <a:gd name="connsiteX0" fmla="*/ 2498749 w 3028959"/>
              <a:gd name="connsiteY0" fmla="*/ 1285875 h 1285875"/>
              <a:gd name="connsiteX1" fmla="*/ 2860699 w 3028959"/>
              <a:gd name="connsiteY1" fmla="*/ 1038225 h 1285875"/>
              <a:gd name="connsiteX2" fmla="*/ 88924 w 3028959"/>
              <a:gd name="connsiteY2" fmla="*/ 409575 h 1285875"/>
              <a:gd name="connsiteX3" fmla="*/ 698524 w 3028959"/>
              <a:gd name="connsiteY3" fmla="*/ 0 h 1285875"/>
              <a:gd name="connsiteX0" fmla="*/ 2513471 w 3043681"/>
              <a:gd name="connsiteY0" fmla="*/ 1285875 h 1285875"/>
              <a:gd name="connsiteX1" fmla="*/ 2875421 w 3043681"/>
              <a:gd name="connsiteY1" fmla="*/ 1038225 h 1285875"/>
              <a:gd name="connsiteX2" fmla="*/ 103646 w 3043681"/>
              <a:gd name="connsiteY2" fmla="*/ 409575 h 1285875"/>
              <a:gd name="connsiteX3" fmla="*/ 713246 w 3043681"/>
              <a:gd name="connsiteY3" fmla="*/ 0 h 1285875"/>
              <a:gd name="connsiteX0" fmla="*/ 2521991 w 3052901"/>
              <a:gd name="connsiteY0" fmla="*/ 1285875 h 1285875"/>
              <a:gd name="connsiteX1" fmla="*/ 2883941 w 3052901"/>
              <a:gd name="connsiteY1" fmla="*/ 1038225 h 1285875"/>
              <a:gd name="connsiteX2" fmla="*/ 102641 w 3052901"/>
              <a:gd name="connsiteY2" fmla="*/ 533400 h 1285875"/>
              <a:gd name="connsiteX3" fmla="*/ 721766 w 3052901"/>
              <a:gd name="connsiteY3" fmla="*/ 0 h 1285875"/>
              <a:gd name="connsiteX0" fmla="*/ 2521992 w 3052902"/>
              <a:gd name="connsiteY0" fmla="*/ 1285875 h 1285875"/>
              <a:gd name="connsiteX1" fmla="*/ 2883942 w 3052902"/>
              <a:gd name="connsiteY1" fmla="*/ 981075 h 1285875"/>
              <a:gd name="connsiteX2" fmla="*/ 102642 w 3052902"/>
              <a:gd name="connsiteY2" fmla="*/ 533400 h 1285875"/>
              <a:gd name="connsiteX3" fmla="*/ 721767 w 3052902"/>
              <a:gd name="connsiteY3" fmla="*/ 0 h 1285875"/>
              <a:gd name="connsiteX0" fmla="*/ 2521992 w 2904759"/>
              <a:gd name="connsiteY0" fmla="*/ 1285875 h 1285875"/>
              <a:gd name="connsiteX1" fmla="*/ 2680742 w 2904759"/>
              <a:gd name="connsiteY1" fmla="*/ 917575 h 1285875"/>
              <a:gd name="connsiteX2" fmla="*/ 102642 w 2904759"/>
              <a:gd name="connsiteY2" fmla="*/ 533400 h 1285875"/>
              <a:gd name="connsiteX3" fmla="*/ 721767 w 2904759"/>
              <a:gd name="connsiteY3" fmla="*/ 0 h 1285875"/>
              <a:gd name="connsiteX0" fmla="*/ 2521992 w 2904759"/>
              <a:gd name="connsiteY0" fmla="*/ 1285875 h 1285875"/>
              <a:gd name="connsiteX1" fmla="*/ 2680742 w 2904759"/>
              <a:gd name="connsiteY1" fmla="*/ 809324 h 1285875"/>
              <a:gd name="connsiteX2" fmla="*/ 102642 w 2904759"/>
              <a:gd name="connsiteY2" fmla="*/ 533400 h 1285875"/>
              <a:gd name="connsiteX3" fmla="*/ 721767 w 2904759"/>
              <a:gd name="connsiteY3" fmla="*/ 0 h 1285875"/>
            </a:gdLst>
            <a:ahLst/>
            <a:cxnLst>
              <a:cxn ang="0">
                <a:pos x="connsiteX0" y="connsiteY0"/>
              </a:cxn>
              <a:cxn ang="0">
                <a:pos x="connsiteX1" y="connsiteY1"/>
              </a:cxn>
              <a:cxn ang="0">
                <a:pos x="connsiteX2" y="connsiteY2"/>
              </a:cxn>
              <a:cxn ang="0">
                <a:pos x="connsiteX3" y="connsiteY3"/>
              </a:cxn>
            </a:cxnLst>
            <a:rect l="l" t="t" r="r" b="b"/>
            <a:pathLst>
              <a:path w="2904759" h="1285875">
                <a:moveTo>
                  <a:pt x="2521992" y="1285875"/>
                </a:moveTo>
                <a:cubicBezTo>
                  <a:pt x="2888704" y="1212056"/>
                  <a:pt x="3083967" y="934737"/>
                  <a:pt x="2680742" y="809324"/>
                </a:cubicBezTo>
                <a:cubicBezTo>
                  <a:pt x="2277517" y="683912"/>
                  <a:pt x="463005" y="696913"/>
                  <a:pt x="102642" y="533400"/>
                </a:cubicBezTo>
                <a:cubicBezTo>
                  <a:pt x="-257721" y="369888"/>
                  <a:pt x="423317" y="28178"/>
                  <a:pt x="721767" y="0"/>
                </a:cubicBezTo>
              </a:path>
            </a:pathLst>
          </a:custGeom>
          <a:ln>
            <a:solidFill>
              <a:srgbClr val="00B05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110" name="Rechteck 109"/>
          <p:cNvSpPr/>
          <p:nvPr/>
        </p:nvSpPr>
        <p:spPr>
          <a:xfrm>
            <a:off x="3852000" y="4581000"/>
            <a:ext cx="2376096" cy="64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B050"/>
                </a:solidFill>
              </a:rPr>
              <a:t>Using 2 circumflex symbols, the new</a:t>
            </a:r>
          </a:p>
          <a:p>
            <a:r>
              <a:rPr lang="en-US" sz="1000" dirty="0">
                <a:solidFill>
                  <a:srgbClr val="00B050"/>
                </a:solidFill>
              </a:rPr>
              <a:t>reference will be applied to the next</a:t>
            </a:r>
          </a:p>
          <a:p>
            <a:r>
              <a:rPr lang="en-US" sz="1000" dirty="0">
                <a:solidFill>
                  <a:srgbClr val="00B050"/>
                </a:solidFill>
              </a:rPr>
              <a:t>variable specified, regardless if is a value</a:t>
            </a:r>
          </a:p>
          <a:p>
            <a:r>
              <a:rPr lang="en-US" sz="1000" dirty="0">
                <a:solidFill>
                  <a:srgbClr val="00B050"/>
                </a:solidFill>
              </a:rPr>
              <a:t>or another reference to variable.</a:t>
            </a:r>
          </a:p>
        </p:txBody>
      </p:sp>
      <p:sp>
        <p:nvSpPr>
          <p:cNvPr id="48" name="Rechteck 47">
            <a:extLst>
              <a:ext uri="{FF2B5EF4-FFF2-40B4-BE49-F238E27FC236}">
                <a16:creationId xmlns:a16="http://schemas.microsoft.com/office/drawing/2014/main" id="{79CD10B2-E39F-4CEF-A806-EE5FF8FE98BC}"/>
              </a:ext>
            </a:extLst>
          </p:cNvPr>
          <p:cNvSpPr/>
          <p:nvPr/>
        </p:nvSpPr>
        <p:spPr>
          <a:xfrm>
            <a:off x="1548128" y="55890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49" name="Rechteck 48">
            <a:extLst>
              <a:ext uri="{FF2B5EF4-FFF2-40B4-BE49-F238E27FC236}">
                <a16:creationId xmlns:a16="http://schemas.microsoft.com/office/drawing/2014/main" id="{978FBD53-5080-406D-A6D2-4190804C8EC5}"/>
              </a:ext>
            </a:extLst>
          </p:cNvPr>
          <p:cNvSpPr/>
          <p:nvPr/>
        </p:nvSpPr>
        <p:spPr>
          <a:xfrm>
            <a:off x="1548128" y="58050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50" name="Rechteck 49">
            <a:extLst>
              <a:ext uri="{FF2B5EF4-FFF2-40B4-BE49-F238E27FC236}">
                <a16:creationId xmlns:a16="http://schemas.microsoft.com/office/drawing/2014/main" id="{C7762BC6-E0C1-4D05-B94C-374044BF2E8F}"/>
              </a:ext>
            </a:extLst>
          </p:cNvPr>
          <p:cNvSpPr/>
          <p:nvPr/>
        </p:nvSpPr>
        <p:spPr>
          <a:xfrm>
            <a:off x="1548128" y="5373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51" name="Rechteck 50">
            <a:extLst>
              <a:ext uri="{FF2B5EF4-FFF2-40B4-BE49-F238E27FC236}">
                <a16:creationId xmlns:a16="http://schemas.microsoft.com/office/drawing/2014/main" id="{9D6BD2A5-0647-495D-B3FE-729C4449BDB9}"/>
              </a:ext>
            </a:extLst>
          </p:cNvPr>
          <p:cNvSpPr/>
          <p:nvPr/>
        </p:nvSpPr>
        <p:spPr>
          <a:xfrm>
            <a:off x="2196200" y="5373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ref3    ( ref3[ ] )</a:t>
            </a:r>
          </a:p>
        </p:txBody>
      </p:sp>
      <p:sp>
        <p:nvSpPr>
          <p:cNvPr id="64" name="Rechteck 63">
            <a:extLst>
              <a:ext uri="{FF2B5EF4-FFF2-40B4-BE49-F238E27FC236}">
                <a16:creationId xmlns:a16="http://schemas.microsoft.com/office/drawing/2014/main" id="{BF52D8C8-236F-45F5-9D3A-DD5511F4E2E0}"/>
              </a:ext>
            </a:extLst>
          </p:cNvPr>
          <p:cNvSpPr/>
          <p:nvPr/>
        </p:nvSpPr>
        <p:spPr>
          <a:xfrm>
            <a:off x="1548128" y="60210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67" name="Rechteck 66">
            <a:extLst>
              <a:ext uri="{FF2B5EF4-FFF2-40B4-BE49-F238E27FC236}">
                <a16:creationId xmlns:a16="http://schemas.microsoft.com/office/drawing/2014/main" id="{3D7DF59A-94DA-4D36-A270-E69AE893FF31}"/>
              </a:ext>
            </a:extLst>
          </p:cNvPr>
          <p:cNvSpPr/>
          <p:nvPr/>
        </p:nvSpPr>
        <p:spPr>
          <a:xfrm>
            <a:off x="2196200" y="5589000"/>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78" name="Rechteck 77">
            <a:extLst>
              <a:ext uri="{FF2B5EF4-FFF2-40B4-BE49-F238E27FC236}">
                <a16:creationId xmlns:a16="http://schemas.microsoft.com/office/drawing/2014/main" id="{CED26115-453C-48DA-8E71-34FCBD2CEC9A}"/>
              </a:ext>
            </a:extLst>
          </p:cNvPr>
          <p:cNvSpPr/>
          <p:nvPr/>
        </p:nvSpPr>
        <p:spPr>
          <a:xfrm>
            <a:off x="396000" y="5805072"/>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accent5"/>
                </a:solidFill>
              </a:rPr>
              <a:t>ref4</a:t>
            </a:r>
            <a:r>
              <a:rPr lang="en-US" sz="1000" dirty="0">
                <a:solidFill>
                  <a:schemeClr val="accent5"/>
                </a:solidFill>
              </a:rPr>
              <a:t>[ ] = ^</a:t>
            </a:r>
            <a:r>
              <a:rPr lang="en-US" sz="1000" dirty="0" err="1">
                <a:solidFill>
                  <a:schemeClr val="accent5"/>
                </a:solidFill>
              </a:rPr>
              <a:t>ref3</a:t>
            </a:r>
            <a:r>
              <a:rPr lang="en-US" sz="1000" dirty="0">
                <a:solidFill>
                  <a:schemeClr val="accent5"/>
                </a:solidFill>
              </a:rPr>
              <a:t>[ ];</a:t>
            </a:r>
          </a:p>
        </p:txBody>
      </p:sp>
      <p:sp>
        <p:nvSpPr>
          <p:cNvPr id="3" name="Rechteck 2">
            <a:extLst>
              <a:ext uri="{FF2B5EF4-FFF2-40B4-BE49-F238E27FC236}">
                <a16:creationId xmlns:a16="http://schemas.microsoft.com/office/drawing/2014/main" id="{E5461C98-46CD-475A-A783-027B8C77165A}"/>
              </a:ext>
            </a:extLst>
          </p:cNvPr>
          <p:cNvSpPr/>
          <p:nvPr/>
        </p:nvSpPr>
        <p:spPr>
          <a:xfrm>
            <a:off x="4067928" y="227695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5" name="Rechteck 4">
            <a:extLst>
              <a:ext uri="{FF2B5EF4-FFF2-40B4-BE49-F238E27FC236}">
                <a16:creationId xmlns:a16="http://schemas.microsoft.com/office/drawing/2014/main" id="{83609F99-7551-439C-B033-ACE8F27D387E}"/>
              </a:ext>
            </a:extLst>
          </p:cNvPr>
          <p:cNvSpPr/>
          <p:nvPr/>
        </p:nvSpPr>
        <p:spPr>
          <a:xfrm>
            <a:off x="4067928" y="2492976"/>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6" name="Rechteck 5">
            <a:extLst>
              <a:ext uri="{FF2B5EF4-FFF2-40B4-BE49-F238E27FC236}">
                <a16:creationId xmlns:a16="http://schemas.microsoft.com/office/drawing/2014/main" id="{715AE8D3-1255-4BC1-AA8B-F97A399285FD}"/>
              </a:ext>
            </a:extLst>
          </p:cNvPr>
          <p:cNvSpPr/>
          <p:nvPr/>
        </p:nvSpPr>
        <p:spPr>
          <a:xfrm>
            <a:off x="4716000" y="2276952"/>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7" name="Rechteck 6">
            <a:extLst>
              <a:ext uri="{FF2B5EF4-FFF2-40B4-BE49-F238E27FC236}">
                <a16:creationId xmlns:a16="http://schemas.microsoft.com/office/drawing/2014/main" id="{E5462FD1-DF9D-4127-97F9-78B4AA9F23E3}"/>
              </a:ext>
            </a:extLst>
          </p:cNvPr>
          <p:cNvSpPr/>
          <p:nvPr/>
        </p:nvSpPr>
        <p:spPr>
          <a:xfrm>
            <a:off x="4716000" y="2492976"/>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Ho</a:t>
            </a:r>
          </a:p>
        </p:txBody>
      </p:sp>
      <p:sp>
        <p:nvSpPr>
          <p:cNvPr id="8" name="Rechteck 7">
            <a:extLst>
              <a:ext uri="{FF2B5EF4-FFF2-40B4-BE49-F238E27FC236}">
                <a16:creationId xmlns:a16="http://schemas.microsoft.com/office/drawing/2014/main" id="{E601C383-B88C-4CA0-9648-4F41A218BD4D}"/>
              </a:ext>
            </a:extLst>
          </p:cNvPr>
          <p:cNvSpPr/>
          <p:nvPr/>
        </p:nvSpPr>
        <p:spPr>
          <a:xfrm>
            <a:off x="4067928" y="2060928"/>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9" name="Rechteck 8">
            <a:extLst>
              <a:ext uri="{FF2B5EF4-FFF2-40B4-BE49-F238E27FC236}">
                <a16:creationId xmlns:a16="http://schemas.microsoft.com/office/drawing/2014/main" id="{82F28987-524A-4994-8B88-247C66A85814}"/>
              </a:ext>
            </a:extLst>
          </p:cNvPr>
          <p:cNvSpPr/>
          <p:nvPr/>
        </p:nvSpPr>
        <p:spPr>
          <a:xfrm>
            <a:off x="4716000" y="2060928"/>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    ( a[b] )</a:t>
            </a:r>
          </a:p>
        </p:txBody>
      </p:sp>
      <p:sp>
        <p:nvSpPr>
          <p:cNvPr id="10" name="Rechteck 9">
            <a:extLst>
              <a:ext uri="{FF2B5EF4-FFF2-40B4-BE49-F238E27FC236}">
                <a16:creationId xmlns:a16="http://schemas.microsoft.com/office/drawing/2014/main" id="{B244510A-8E32-4606-91F1-80A45BCB5161}"/>
              </a:ext>
            </a:extLst>
          </p:cNvPr>
          <p:cNvSpPr/>
          <p:nvPr/>
        </p:nvSpPr>
        <p:spPr>
          <a:xfrm>
            <a:off x="4067928" y="270900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1" name="Rechteck 10">
            <a:extLst>
              <a:ext uri="{FF2B5EF4-FFF2-40B4-BE49-F238E27FC236}">
                <a16:creationId xmlns:a16="http://schemas.microsoft.com/office/drawing/2014/main" id="{2556CE63-38C9-4CBD-8DF1-33D263443B3A}"/>
              </a:ext>
            </a:extLst>
          </p:cNvPr>
          <p:cNvSpPr/>
          <p:nvPr/>
        </p:nvSpPr>
        <p:spPr>
          <a:xfrm>
            <a:off x="4716000" y="270900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12" name="Freihandform 204">
            <a:extLst>
              <a:ext uri="{FF2B5EF4-FFF2-40B4-BE49-F238E27FC236}">
                <a16:creationId xmlns:a16="http://schemas.microsoft.com/office/drawing/2014/main" id="{E94A379D-ADD9-4E89-A1F9-686D04C9E4D9}"/>
              </a:ext>
            </a:extLst>
          </p:cNvPr>
          <p:cNvSpPr/>
          <p:nvPr/>
        </p:nvSpPr>
        <p:spPr>
          <a:xfrm flipV="1">
            <a:off x="3348000" y="1916928"/>
            <a:ext cx="720080" cy="432048"/>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6" name="Freihandform 105">
            <a:extLst>
              <a:ext uri="{FF2B5EF4-FFF2-40B4-BE49-F238E27FC236}">
                <a16:creationId xmlns:a16="http://schemas.microsoft.com/office/drawing/2014/main" id="{265DB1FE-B45F-4F43-92DE-A25688E479A6}"/>
              </a:ext>
            </a:extLst>
          </p:cNvPr>
          <p:cNvSpPr/>
          <p:nvPr/>
        </p:nvSpPr>
        <p:spPr>
          <a:xfrm>
            <a:off x="3348000" y="1701000"/>
            <a:ext cx="720080" cy="4104032"/>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 name="connsiteX0" fmla="*/ 0 w 692458"/>
              <a:gd name="connsiteY0" fmla="*/ 648070 h 648208"/>
              <a:gd name="connsiteX1" fmla="*/ 399495 w 692458"/>
              <a:gd name="connsiteY1" fmla="*/ 559293 h 648208"/>
              <a:gd name="connsiteX2" fmla="*/ 540254 w 692458"/>
              <a:gd name="connsiteY2" fmla="*/ 105116 h 648208"/>
              <a:gd name="connsiteX3" fmla="*/ 692458 w 692458"/>
              <a:gd name="connsiteY3" fmla="*/ 0 h 648208"/>
            </a:gdLst>
            <a:ahLst/>
            <a:cxnLst>
              <a:cxn ang="0">
                <a:pos x="connsiteX0" y="connsiteY0"/>
              </a:cxn>
              <a:cxn ang="0">
                <a:pos x="connsiteX1" y="connsiteY1"/>
              </a:cxn>
              <a:cxn ang="0">
                <a:pos x="connsiteX2" y="connsiteY2"/>
              </a:cxn>
              <a:cxn ang="0">
                <a:pos x="connsiteX3" y="connsiteY3"/>
              </a:cxn>
            </a:cxnLst>
            <a:rect l="l" t="t" r="r" b="b"/>
            <a:pathLst>
              <a:path w="692458" h="648208">
                <a:moveTo>
                  <a:pt x="0" y="648070"/>
                </a:moveTo>
                <a:cubicBezTo>
                  <a:pt x="158318" y="648809"/>
                  <a:pt x="309453" y="649785"/>
                  <a:pt x="399495" y="559293"/>
                </a:cubicBezTo>
                <a:cubicBezTo>
                  <a:pt x="489537" y="468801"/>
                  <a:pt x="491427" y="198331"/>
                  <a:pt x="540254" y="105116"/>
                </a:cubicBezTo>
                <a:cubicBezTo>
                  <a:pt x="589081" y="11900"/>
                  <a:pt x="619217" y="6658"/>
                  <a:pt x="692458" y="0"/>
                </a:cubicBezTo>
              </a:path>
            </a:pathLst>
          </a:custGeom>
          <a:ln>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Rechteck 96">
            <a:extLst>
              <a:ext uri="{FF2B5EF4-FFF2-40B4-BE49-F238E27FC236}">
                <a16:creationId xmlns:a16="http://schemas.microsoft.com/office/drawing/2014/main" id="{648DF8C9-08B5-4C38-A792-40D78E92A1E7}"/>
              </a:ext>
            </a:extLst>
          </p:cNvPr>
          <p:cNvSpPr/>
          <p:nvPr/>
        </p:nvSpPr>
        <p:spPr>
          <a:xfrm>
            <a:off x="3852000" y="5589000"/>
            <a:ext cx="2376096" cy="64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accent5"/>
                </a:solidFill>
              </a:rPr>
              <a:t>Defining a reference with single circumflex</a:t>
            </a:r>
          </a:p>
          <a:p>
            <a:r>
              <a:rPr lang="en-US" sz="1000" dirty="0">
                <a:solidFill>
                  <a:schemeClr val="accent5"/>
                </a:solidFill>
              </a:rPr>
              <a:t>symbol will always find its way to the final </a:t>
            </a:r>
          </a:p>
          <a:p>
            <a:r>
              <a:rPr lang="en-US" sz="1000" dirty="0">
                <a:solidFill>
                  <a:schemeClr val="accent5"/>
                </a:solidFill>
              </a:rPr>
              <a:t>target variable, regardless of the number of</a:t>
            </a:r>
          </a:p>
          <a:p>
            <a:r>
              <a:rPr lang="en-US" sz="1000" dirty="0">
                <a:solidFill>
                  <a:schemeClr val="accent5"/>
                </a:solidFill>
              </a:rPr>
              <a:t>intermediate references on its way.</a:t>
            </a:r>
          </a:p>
        </p:txBody>
      </p:sp>
      <p:sp>
        <p:nvSpPr>
          <p:cNvPr id="98" name="Freihandform 105">
            <a:extLst>
              <a:ext uri="{FF2B5EF4-FFF2-40B4-BE49-F238E27FC236}">
                <a16:creationId xmlns:a16="http://schemas.microsoft.com/office/drawing/2014/main" id="{0B8EA7B7-1111-4253-A059-D5F63F0D646C}"/>
              </a:ext>
            </a:extLst>
          </p:cNvPr>
          <p:cNvSpPr/>
          <p:nvPr/>
        </p:nvSpPr>
        <p:spPr>
          <a:xfrm>
            <a:off x="3348000" y="2781000"/>
            <a:ext cx="720080" cy="1143600"/>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1" name="Rechteck 110">
            <a:extLst>
              <a:ext uri="{FF2B5EF4-FFF2-40B4-BE49-F238E27FC236}">
                <a16:creationId xmlns:a16="http://schemas.microsoft.com/office/drawing/2014/main" id="{FF660B5C-1A68-4135-8174-3B110C16896C}"/>
              </a:ext>
            </a:extLst>
          </p:cNvPr>
          <p:cNvSpPr/>
          <p:nvPr/>
        </p:nvSpPr>
        <p:spPr>
          <a:xfrm>
            <a:off x="2916000" y="3213000"/>
            <a:ext cx="86409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00FF"/>
                </a:solidFill>
              </a:rPr>
              <a:t>ref2[ ] = ^a[c];</a:t>
            </a:r>
          </a:p>
        </p:txBody>
      </p:sp>
      <p:cxnSp>
        <p:nvCxnSpPr>
          <p:cNvPr id="14" name="Gerade Verbindung mit Pfeil 13">
            <a:extLst>
              <a:ext uri="{FF2B5EF4-FFF2-40B4-BE49-F238E27FC236}">
                <a16:creationId xmlns:a16="http://schemas.microsoft.com/office/drawing/2014/main" id="{648ACE09-9140-4C6A-9A0E-463AD9BA6E74}"/>
              </a:ext>
            </a:extLst>
          </p:cNvPr>
          <p:cNvCxnSpPr>
            <a:cxnSpLocks/>
          </p:cNvCxnSpPr>
          <p:nvPr/>
        </p:nvCxnSpPr>
        <p:spPr>
          <a:xfrm>
            <a:off x="3564000" y="3429000"/>
            <a:ext cx="0" cy="576000"/>
          </a:xfrm>
          <a:prstGeom prst="straightConnector1">
            <a:avLst/>
          </a:prstGeom>
          <a:ln>
            <a:solidFill>
              <a:srgbClr val="3366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797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References to Variables Members in Structures</a:t>
            </a:r>
          </a:p>
        </p:txBody>
      </p:sp>
      <p:sp>
        <p:nvSpPr>
          <p:cNvPr id="4" name="Textplatzhalter 3"/>
          <p:cNvSpPr>
            <a:spLocks noGrp="1"/>
          </p:cNvSpPr>
          <p:nvPr>
            <p:ph type="body" sz="quarter" idx="16"/>
          </p:nvPr>
        </p:nvSpPr>
        <p:spPr/>
        <p:txBody>
          <a:bodyPr/>
          <a:lstStyle/>
          <a:p>
            <a:endParaRPr lang="en-US"/>
          </a:p>
        </p:txBody>
      </p:sp>
      <p:sp>
        <p:nvSpPr>
          <p:cNvPr id="52" name="Rechteck 51"/>
          <p:cNvSpPr/>
          <p:nvPr/>
        </p:nvSpPr>
        <p:spPr>
          <a:xfrm>
            <a:off x="1548128" y="13409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53" name="Rechteck 52"/>
          <p:cNvSpPr/>
          <p:nvPr/>
        </p:nvSpPr>
        <p:spPr>
          <a:xfrm>
            <a:off x="1548128" y="15569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54" name="Rechteck 53"/>
          <p:cNvSpPr/>
          <p:nvPr/>
        </p:nvSpPr>
        <p:spPr>
          <a:xfrm>
            <a:off x="2196200" y="134092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55" name="Rechteck 54"/>
          <p:cNvSpPr/>
          <p:nvPr/>
        </p:nvSpPr>
        <p:spPr>
          <a:xfrm>
            <a:off x="2196200" y="155694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Ha</a:t>
            </a:r>
          </a:p>
        </p:txBody>
      </p:sp>
      <p:sp>
        <p:nvSpPr>
          <p:cNvPr id="56" name="Rechteck 55"/>
          <p:cNvSpPr/>
          <p:nvPr/>
        </p:nvSpPr>
        <p:spPr>
          <a:xfrm>
            <a:off x="1548128" y="11248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57" name="Rechteck 56"/>
          <p:cNvSpPr/>
          <p:nvPr/>
        </p:nvSpPr>
        <p:spPr>
          <a:xfrm>
            <a:off x="2196200" y="11248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 a[ ] )</a:t>
            </a:r>
          </a:p>
        </p:txBody>
      </p:sp>
      <p:sp>
        <p:nvSpPr>
          <p:cNvPr id="58" name="Rechteck 57"/>
          <p:cNvSpPr/>
          <p:nvPr/>
        </p:nvSpPr>
        <p:spPr>
          <a:xfrm>
            <a:off x="1548128" y="17729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59" name="Rechteck 58"/>
          <p:cNvSpPr/>
          <p:nvPr/>
        </p:nvSpPr>
        <p:spPr>
          <a:xfrm>
            <a:off x="2196200" y="177296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1 member</a:t>
            </a:r>
          </a:p>
        </p:txBody>
      </p:sp>
      <p:sp>
        <p:nvSpPr>
          <p:cNvPr id="69" name="Rechteck 68"/>
          <p:cNvSpPr/>
          <p:nvPr/>
        </p:nvSpPr>
        <p:spPr>
          <a:xfrm>
            <a:off x="4068080" y="13411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70" name="Rechteck 69"/>
          <p:cNvSpPr/>
          <p:nvPr/>
        </p:nvSpPr>
        <p:spPr>
          <a:xfrm>
            <a:off x="4068080" y="15571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71" name="Rechteck 70"/>
          <p:cNvSpPr/>
          <p:nvPr/>
        </p:nvSpPr>
        <p:spPr>
          <a:xfrm>
            <a:off x="4716152" y="134112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72" name="Rechteck 71"/>
          <p:cNvSpPr/>
          <p:nvPr/>
        </p:nvSpPr>
        <p:spPr>
          <a:xfrm>
            <a:off x="4716152" y="155714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sym typeface="Wingdings" panose="05000000000000000000" pitchFamily="2" charset="2"/>
              </a:rPr>
              <a:t>He</a:t>
            </a:r>
            <a:endParaRPr lang="en-US" sz="1000" dirty="0">
              <a:solidFill>
                <a:schemeClr val="tx1"/>
              </a:solidFill>
            </a:endParaRPr>
          </a:p>
        </p:txBody>
      </p:sp>
      <p:sp>
        <p:nvSpPr>
          <p:cNvPr id="73" name="Rechteck 72"/>
          <p:cNvSpPr/>
          <p:nvPr/>
        </p:nvSpPr>
        <p:spPr>
          <a:xfrm>
            <a:off x="4068080" y="11250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74" name="Rechteck 73"/>
          <p:cNvSpPr/>
          <p:nvPr/>
        </p:nvSpPr>
        <p:spPr>
          <a:xfrm>
            <a:off x="4716152" y="11250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 a[b] )</a:t>
            </a:r>
          </a:p>
        </p:txBody>
      </p:sp>
      <p:sp>
        <p:nvSpPr>
          <p:cNvPr id="75" name="Rechteck 74"/>
          <p:cNvSpPr/>
          <p:nvPr/>
        </p:nvSpPr>
        <p:spPr>
          <a:xfrm>
            <a:off x="4068080" y="17731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76" name="Rechteck 75"/>
          <p:cNvSpPr/>
          <p:nvPr/>
        </p:nvSpPr>
        <p:spPr>
          <a:xfrm>
            <a:off x="4716152" y="177316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77" name="Freihandform 76"/>
          <p:cNvSpPr/>
          <p:nvPr/>
        </p:nvSpPr>
        <p:spPr>
          <a:xfrm>
            <a:off x="3348000" y="1413128"/>
            <a:ext cx="720080" cy="432048"/>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Rechteck 30"/>
          <p:cNvSpPr/>
          <p:nvPr/>
        </p:nvSpPr>
        <p:spPr>
          <a:xfrm>
            <a:off x="395536" y="909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References in member variables</a:t>
            </a:r>
          </a:p>
        </p:txBody>
      </p:sp>
      <p:sp>
        <p:nvSpPr>
          <p:cNvPr id="105" name="Rechteck 104"/>
          <p:cNvSpPr/>
          <p:nvPr/>
        </p:nvSpPr>
        <p:spPr>
          <a:xfrm>
            <a:off x="1548000" y="342883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06" name="Rechteck 105"/>
          <p:cNvSpPr/>
          <p:nvPr/>
        </p:nvSpPr>
        <p:spPr>
          <a:xfrm>
            <a:off x="1548000" y="3644856"/>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07" name="Rechteck 106"/>
          <p:cNvSpPr/>
          <p:nvPr/>
        </p:nvSpPr>
        <p:spPr>
          <a:xfrm>
            <a:off x="2196072" y="3428832"/>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108" name="Rechteck 107"/>
          <p:cNvSpPr/>
          <p:nvPr/>
        </p:nvSpPr>
        <p:spPr>
          <a:xfrm>
            <a:off x="2196072" y="3644856"/>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Hi</a:t>
            </a:r>
          </a:p>
        </p:txBody>
      </p:sp>
      <p:sp>
        <p:nvSpPr>
          <p:cNvPr id="109" name="Rechteck 108"/>
          <p:cNvSpPr/>
          <p:nvPr/>
        </p:nvSpPr>
        <p:spPr>
          <a:xfrm>
            <a:off x="1548000" y="3212808"/>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11" name="Rechteck 110"/>
          <p:cNvSpPr/>
          <p:nvPr/>
        </p:nvSpPr>
        <p:spPr>
          <a:xfrm>
            <a:off x="1548000" y="386088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12" name="Rechteck 111"/>
          <p:cNvSpPr/>
          <p:nvPr/>
        </p:nvSpPr>
        <p:spPr>
          <a:xfrm>
            <a:off x="2196000" y="386100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1 member</a:t>
            </a:r>
          </a:p>
        </p:txBody>
      </p:sp>
      <p:sp>
        <p:nvSpPr>
          <p:cNvPr id="113" name="Rechteck 112"/>
          <p:cNvSpPr/>
          <p:nvPr/>
        </p:nvSpPr>
        <p:spPr>
          <a:xfrm>
            <a:off x="4067952" y="3429032"/>
            <a:ext cx="648072" cy="216024"/>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14" name="Rechteck 113"/>
          <p:cNvSpPr/>
          <p:nvPr/>
        </p:nvSpPr>
        <p:spPr>
          <a:xfrm>
            <a:off x="4067952" y="3645056"/>
            <a:ext cx="648072" cy="216024"/>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17" name="Rechteck 116"/>
          <p:cNvSpPr/>
          <p:nvPr/>
        </p:nvSpPr>
        <p:spPr>
          <a:xfrm>
            <a:off x="4067952" y="3213008"/>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18" name="Rechteck 117"/>
          <p:cNvSpPr/>
          <p:nvPr/>
        </p:nvSpPr>
        <p:spPr>
          <a:xfrm>
            <a:off x="4716024" y="3213008"/>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    ( c[d] )</a:t>
            </a:r>
          </a:p>
        </p:txBody>
      </p:sp>
      <p:sp>
        <p:nvSpPr>
          <p:cNvPr id="119" name="Rechteck 118"/>
          <p:cNvSpPr/>
          <p:nvPr/>
        </p:nvSpPr>
        <p:spPr>
          <a:xfrm>
            <a:off x="4067952" y="3861080"/>
            <a:ext cx="648072" cy="216024"/>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21" name="Freihandform 120"/>
          <p:cNvSpPr/>
          <p:nvPr/>
        </p:nvSpPr>
        <p:spPr>
          <a:xfrm>
            <a:off x="3347872" y="3501040"/>
            <a:ext cx="720080" cy="432048"/>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2" name="Rechteck 121"/>
          <p:cNvSpPr/>
          <p:nvPr/>
        </p:nvSpPr>
        <p:spPr>
          <a:xfrm>
            <a:off x="4716000" y="3428904"/>
            <a:ext cx="1224136" cy="648096"/>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123" name="Freihandform 122"/>
          <p:cNvSpPr/>
          <p:nvPr/>
        </p:nvSpPr>
        <p:spPr>
          <a:xfrm>
            <a:off x="862605" y="1413000"/>
            <a:ext cx="5442782" cy="2192775"/>
          </a:xfrm>
          <a:custGeom>
            <a:avLst/>
            <a:gdLst>
              <a:gd name="connsiteX0" fmla="*/ 2437644 w 2954578"/>
              <a:gd name="connsiteY0" fmla="*/ 1291158 h 1291158"/>
              <a:gd name="connsiteX1" fmla="*/ 2799594 w 2954578"/>
              <a:gd name="connsiteY1" fmla="*/ 1043508 h 1291158"/>
              <a:gd name="connsiteX2" fmla="*/ 208794 w 2954578"/>
              <a:gd name="connsiteY2" fmla="*/ 691083 h 1291158"/>
              <a:gd name="connsiteX3" fmla="*/ 208794 w 2954578"/>
              <a:gd name="connsiteY3" fmla="*/ 100533 h 1291158"/>
              <a:gd name="connsiteX4" fmla="*/ 637419 w 2954578"/>
              <a:gd name="connsiteY4" fmla="*/ 5283 h 1291158"/>
              <a:gd name="connsiteX0" fmla="*/ 2455279 w 2972213"/>
              <a:gd name="connsiteY0" fmla="*/ 1291158 h 1291158"/>
              <a:gd name="connsiteX1" fmla="*/ 2817229 w 2972213"/>
              <a:gd name="connsiteY1" fmla="*/ 1043508 h 1291158"/>
              <a:gd name="connsiteX2" fmla="*/ 226429 w 2972213"/>
              <a:gd name="connsiteY2" fmla="*/ 691083 h 1291158"/>
              <a:gd name="connsiteX3" fmla="*/ 226429 w 2972213"/>
              <a:gd name="connsiteY3" fmla="*/ 100533 h 1291158"/>
              <a:gd name="connsiteX4" fmla="*/ 655054 w 2972213"/>
              <a:gd name="connsiteY4" fmla="*/ 5283 h 1291158"/>
              <a:gd name="connsiteX0" fmla="*/ 2580568 w 3110778"/>
              <a:gd name="connsiteY0" fmla="*/ 1287370 h 1287370"/>
              <a:gd name="connsiteX1" fmla="*/ 2942518 w 3110778"/>
              <a:gd name="connsiteY1" fmla="*/ 1039720 h 1287370"/>
              <a:gd name="connsiteX2" fmla="*/ 170743 w 3110778"/>
              <a:gd name="connsiteY2" fmla="*/ 411070 h 1287370"/>
              <a:gd name="connsiteX3" fmla="*/ 351718 w 3110778"/>
              <a:gd name="connsiteY3" fmla="*/ 96745 h 1287370"/>
              <a:gd name="connsiteX4" fmla="*/ 780343 w 3110778"/>
              <a:gd name="connsiteY4" fmla="*/ 1495 h 1287370"/>
              <a:gd name="connsiteX0" fmla="*/ 2446084 w 2976294"/>
              <a:gd name="connsiteY0" fmla="*/ 1287370 h 1287370"/>
              <a:gd name="connsiteX1" fmla="*/ 2808034 w 2976294"/>
              <a:gd name="connsiteY1" fmla="*/ 1039720 h 1287370"/>
              <a:gd name="connsiteX2" fmla="*/ 36259 w 2976294"/>
              <a:gd name="connsiteY2" fmla="*/ 411070 h 1287370"/>
              <a:gd name="connsiteX3" fmla="*/ 217234 w 2976294"/>
              <a:gd name="connsiteY3" fmla="*/ 96745 h 1287370"/>
              <a:gd name="connsiteX4" fmla="*/ 645859 w 2976294"/>
              <a:gd name="connsiteY4" fmla="*/ 1495 h 1287370"/>
              <a:gd name="connsiteX0" fmla="*/ 2498749 w 3028959"/>
              <a:gd name="connsiteY0" fmla="*/ 1285875 h 1285875"/>
              <a:gd name="connsiteX1" fmla="*/ 2860699 w 3028959"/>
              <a:gd name="connsiteY1" fmla="*/ 1038225 h 1285875"/>
              <a:gd name="connsiteX2" fmla="*/ 88924 w 3028959"/>
              <a:gd name="connsiteY2" fmla="*/ 409575 h 1285875"/>
              <a:gd name="connsiteX3" fmla="*/ 698524 w 3028959"/>
              <a:gd name="connsiteY3" fmla="*/ 0 h 1285875"/>
              <a:gd name="connsiteX0" fmla="*/ 2513471 w 3043681"/>
              <a:gd name="connsiteY0" fmla="*/ 1285875 h 1285875"/>
              <a:gd name="connsiteX1" fmla="*/ 2875421 w 3043681"/>
              <a:gd name="connsiteY1" fmla="*/ 1038225 h 1285875"/>
              <a:gd name="connsiteX2" fmla="*/ 103646 w 3043681"/>
              <a:gd name="connsiteY2" fmla="*/ 409575 h 1285875"/>
              <a:gd name="connsiteX3" fmla="*/ 713246 w 3043681"/>
              <a:gd name="connsiteY3" fmla="*/ 0 h 1285875"/>
              <a:gd name="connsiteX0" fmla="*/ 2521991 w 3052901"/>
              <a:gd name="connsiteY0" fmla="*/ 1285875 h 1285875"/>
              <a:gd name="connsiteX1" fmla="*/ 2883941 w 3052901"/>
              <a:gd name="connsiteY1" fmla="*/ 1038225 h 1285875"/>
              <a:gd name="connsiteX2" fmla="*/ 102641 w 3052901"/>
              <a:gd name="connsiteY2" fmla="*/ 533400 h 1285875"/>
              <a:gd name="connsiteX3" fmla="*/ 721766 w 3052901"/>
              <a:gd name="connsiteY3" fmla="*/ 0 h 1285875"/>
              <a:gd name="connsiteX0" fmla="*/ 2521992 w 3052902"/>
              <a:gd name="connsiteY0" fmla="*/ 1285875 h 1285875"/>
              <a:gd name="connsiteX1" fmla="*/ 2883942 w 3052902"/>
              <a:gd name="connsiteY1" fmla="*/ 981075 h 1285875"/>
              <a:gd name="connsiteX2" fmla="*/ 102642 w 3052902"/>
              <a:gd name="connsiteY2" fmla="*/ 533400 h 1285875"/>
              <a:gd name="connsiteX3" fmla="*/ 721767 w 3052902"/>
              <a:gd name="connsiteY3" fmla="*/ 0 h 1285875"/>
              <a:gd name="connsiteX0" fmla="*/ 5093742 w 5143703"/>
              <a:gd name="connsiteY0" fmla="*/ 1266825 h 1266825"/>
              <a:gd name="connsiteX1" fmla="*/ 2883942 w 5143703"/>
              <a:gd name="connsiteY1" fmla="*/ 981075 h 1266825"/>
              <a:gd name="connsiteX2" fmla="*/ 102642 w 5143703"/>
              <a:gd name="connsiteY2" fmla="*/ 533400 h 1266825"/>
              <a:gd name="connsiteX3" fmla="*/ 721767 w 5143703"/>
              <a:gd name="connsiteY3" fmla="*/ 0 h 1266825"/>
              <a:gd name="connsiteX0" fmla="*/ 5093742 w 5634130"/>
              <a:gd name="connsiteY0" fmla="*/ 1266825 h 1266825"/>
              <a:gd name="connsiteX1" fmla="*/ 5208042 w 5634130"/>
              <a:gd name="connsiteY1" fmla="*/ 847725 h 1266825"/>
              <a:gd name="connsiteX2" fmla="*/ 102642 w 5634130"/>
              <a:gd name="connsiteY2" fmla="*/ 533400 h 1266825"/>
              <a:gd name="connsiteX3" fmla="*/ 721767 w 5634130"/>
              <a:gd name="connsiteY3" fmla="*/ 0 h 1266825"/>
              <a:gd name="connsiteX0" fmla="*/ 5093742 w 5563206"/>
              <a:gd name="connsiteY0" fmla="*/ 1266825 h 1266825"/>
              <a:gd name="connsiteX1" fmla="*/ 5208042 w 5563206"/>
              <a:gd name="connsiteY1" fmla="*/ 847725 h 1266825"/>
              <a:gd name="connsiteX2" fmla="*/ 102642 w 5563206"/>
              <a:gd name="connsiteY2" fmla="*/ 533400 h 1266825"/>
              <a:gd name="connsiteX3" fmla="*/ 721767 w 5563206"/>
              <a:gd name="connsiteY3" fmla="*/ 0 h 1266825"/>
              <a:gd name="connsiteX0" fmla="*/ 4919606 w 5445359"/>
              <a:gd name="connsiteY0" fmla="*/ 1266825 h 1266825"/>
              <a:gd name="connsiteX1" fmla="*/ 5033906 w 5445359"/>
              <a:gd name="connsiteY1" fmla="*/ 847725 h 1266825"/>
              <a:gd name="connsiteX2" fmla="*/ 128531 w 5445359"/>
              <a:gd name="connsiteY2" fmla="*/ 657225 h 1266825"/>
              <a:gd name="connsiteX3" fmla="*/ 547631 w 5445359"/>
              <a:gd name="connsiteY3" fmla="*/ 0 h 1266825"/>
              <a:gd name="connsiteX0" fmla="*/ 4891576 w 5417329"/>
              <a:gd name="connsiteY0" fmla="*/ 1266825 h 1266825"/>
              <a:gd name="connsiteX1" fmla="*/ 5005876 w 5417329"/>
              <a:gd name="connsiteY1" fmla="*/ 847725 h 1266825"/>
              <a:gd name="connsiteX2" fmla="*/ 100501 w 5417329"/>
              <a:gd name="connsiteY2" fmla="*/ 657225 h 1266825"/>
              <a:gd name="connsiteX3" fmla="*/ 519601 w 5417329"/>
              <a:gd name="connsiteY3" fmla="*/ 0 h 1266825"/>
              <a:gd name="connsiteX0" fmla="*/ 4993746 w 5519499"/>
              <a:gd name="connsiteY0" fmla="*/ 1266825 h 1266825"/>
              <a:gd name="connsiteX1" fmla="*/ 5108046 w 5519499"/>
              <a:gd name="connsiteY1" fmla="*/ 847725 h 1266825"/>
              <a:gd name="connsiteX2" fmla="*/ 202671 w 5519499"/>
              <a:gd name="connsiteY2" fmla="*/ 657225 h 1266825"/>
              <a:gd name="connsiteX3" fmla="*/ 621771 w 5519499"/>
              <a:gd name="connsiteY3" fmla="*/ 0 h 1266825"/>
              <a:gd name="connsiteX0" fmla="*/ 4933468 w 5459221"/>
              <a:gd name="connsiteY0" fmla="*/ 1266825 h 1266825"/>
              <a:gd name="connsiteX1" fmla="*/ 5047768 w 5459221"/>
              <a:gd name="connsiteY1" fmla="*/ 847725 h 1266825"/>
              <a:gd name="connsiteX2" fmla="*/ 142393 w 5459221"/>
              <a:gd name="connsiteY2" fmla="*/ 657225 h 1266825"/>
              <a:gd name="connsiteX3" fmla="*/ 561493 w 5459221"/>
              <a:gd name="connsiteY3" fmla="*/ 0 h 1266825"/>
              <a:gd name="connsiteX0" fmla="*/ 4837871 w 5363624"/>
              <a:gd name="connsiteY0" fmla="*/ 1266825 h 1266825"/>
              <a:gd name="connsiteX1" fmla="*/ 4952171 w 5363624"/>
              <a:gd name="connsiteY1" fmla="*/ 847725 h 1266825"/>
              <a:gd name="connsiteX2" fmla="*/ 46796 w 5363624"/>
              <a:gd name="connsiteY2" fmla="*/ 657225 h 1266825"/>
              <a:gd name="connsiteX3" fmla="*/ 465896 w 5363624"/>
              <a:gd name="connsiteY3" fmla="*/ 0 h 1266825"/>
              <a:gd name="connsiteX0" fmla="*/ 4986045 w 5523644"/>
              <a:gd name="connsiteY0" fmla="*/ 1266825 h 1266825"/>
              <a:gd name="connsiteX1" fmla="*/ 5100345 w 5523644"/>
              <a:gd name="connsiteY1" fmla="*/ 847725 h 1266825"/>
              <a:gd name="connsiteX2" fmla="*/ 33045 w 5523644"/>
              <a:gd name="connsiteY2" fmla="*/ 447675 h 1266825"/>
              <a:gd name="connsiteX3" fmla="*/ 614070 w 5523644"/>
              <a:gd name="connsiteY3" fmla="*/ 0 h 1266825"/>
              <a:gd name="connsiteX0" fmla="*/ 4986045 w 5523644"/>
              <a:gd name="connsiteY0" fmla="*/ 1266825 h 1266825"/>
              <a:gd name="connsiteX1" fmla="*/ 5100345 w 5523644"/>
              <a:gd name="connsiteY1" fmla="*/ 847725 h 1266825"/>
              <a:gd name="connsiteX2" fmla="*/ 33045 w 5523644"/>
              <a:gd name="connsiteY2" fmla="*/ 447675 h 1266825"/>
              <a:gd name="connsiteX3" fmla="*/ 614070 w 5523644"/>
              <a:gd name="connsiteY3" fmla="*/ 0 h 1266825"/>
              <a:gd name="connsiteX0" fmla="*/ 4986045 w 5497983"/>
              <a:gd name="connsiteY0" fmla="*/ 1266825 h 1266825"/>
              <a:gd name="connsiteX1" fmla="*/ 5062245 w 5497983"/>
              <a:gd name="connsiteY1" fmla="*/ 974862 h 1266825"/>
              <a:gd name="connsiteX2" fmla="*/ 33045 w 5497983"/>
              <a:gd name="connsiteY2" fmla="*/ 447675 h 1266825"/>
              <a:gd name="connsiteX3" fmla="*/ 614070 w 5497983"/>
              <a:gd name="connsiteY3" fmla="*/ 0 h 1266825"/>
              <a:gd name="connsiteX0" fmla="*/ 4690312 w 5177368"/>
              <a:gd name="connsiteY0" fmla="*/ 1266825 h 1266825"/>
              <a:gd name="connsiteX1" fmla="*/ 4766512 w 5177368"/>
              <a:gd name="connsiteY1" fmla="*/ 974862 h 1266825"/>
              <a:gd name="connsiteX2" fmla="*/ 80212 w 5177368"/>
              <a:gd name="connsiteY2" fmla="*/ 609487 h 1266825"/>
              <a:gd name="connsiteX3" fmla="*/ 318337 w 5177368"/>
              <a:gd name="connsiteY3" fmla="*/ 0 h 1266825"/>
              <a:gd name="connsiteX0" fmla="*/ 4783383 w 5270439"/>
              <a:gd name="connsiteY0" fmla="*/ 1266825 h 1266825"/>
              <a:gd name="connsiteX1" fmla="*/ 4859583 w 5270439"/>
              <a:gd name="connsiteY1" fmla="*/ 974862 h 1266825"/>
              <a:gd name="connsiteX2" fmla="*/ 173283 w 5270439"/>
              <a:gd name="connsiteY2" fmla="*/ 609487 h 1266825"/>
              <a:gd name="connsiteX3" fmla="*/ 411408 w 5270439"/>
              <a:gd name="connsiteY3" fmla="*/ 0 h 1266825"/>
              <a:gd name="connsiteX0" fmla="*/ 4783383 w 5270439"/>
              <a:gd name="connsiteY0" fmla="*/ 1266825 h 1266825"/>
              <a:gd name="connsiteX1" fmla="*/ 4859583 w 5270439"/>
              <a:gd name="connsiteY1" fmla="*/ 974862 h 1266825"/>
              <a:gd name="connsiteX2" fmla="*/ 173283 w 5270439"/>
              <a:gd name="connsiteY2" fmla="*/ 609487 h 1266825"/>
              <a:gd name="connsiteX3" fmla="*/ 411408 w 5270439"/>
              <a:gd name="connsiteY3" fmla="*/ 0 h 1266825"/>
              <a:gd name="connsiteX0" fmla="*/ 4770688 w 5257744"/>
              <a:gd name="connsiteY0" fmla="*/ 1266825 h 1266825"/>
              <a:gd name="connsiteX1" fmla="*/ 4846888 w 5257744"/>
              <a:gd name="connsiteY1" fmla="*/ 974862 h 1266825"/>
              <a:gd name="connsiteX2" fmla="*/ 160588 w 5257744"/>
              <a:gd name="connsiteY2" fmla="*/ 609487 h 1266825"/>
              <a:gd name="connsiteX3" fmla="*/ 398713 w 5257744"/>
              <a:gd name="connsiteY3" fmla="*/ 0 h 1266825"/>
              <a:gd name="connsiteX0" fmla="*/ 4770688 w 5197191"/>
              <a:gd name="connsiteY0" fmla="*/ 1266825 h 1266825"/>
              <a:gd name="connsiteX1" fmla="*/ 4751638 w 5197191"/>
              <a:gd name="connsiteY1" fmla="*/ 1067326 h 1266825"/>
              <a:gd name="connsiteX2" fmla="*/ 160588 w 5197191"/>
              <a:gd name="connsiteY2" fmla="*/ 609487 h 1266825"/>
              <a:gd name="connsiteX3" fmla="*/ 398713 w 5197191"/>
              <a:gd name="connsiteY3" fmla="*/ 0 h 1266825"/>
              <a:gd name="connsiteX0" fmla="*/ 4770688 w 5197191"/>
              <a:gd name="connsiteY0" fmla="*/ 1266825 h 1266825"/>
              <a:gd name="connsiteX1" fmla="*/ 4751638 w 5197191"/>
              <a:gd name="connsiteY1" fmla="*/ 1067326 h 1266825"/>
              <a:gd name="connsiteX2" fmla="*/ 160588 w 5197191"/>
              <a:gd name="connsiteY2" fmla="*/ 609487 h 1266825"/>
              <a:gd name="connsiteX3" fmla="*/ 398713 w 5197191"/>
              <a:gd name="connsiteY3" fmla="*/ 0 h 1266825"/>
              <a:gd name="connsiteX0" fmla="*/ 4804543 w 5231046"/>
              <a:gd name="connsiteY0" fmla="*/ 1266825 h 1266825"/>
              <a:gd name="connsiteX1" fmla="*/ 4785493 w 5231046"/>
              <a:gd name="connsiteY1" fmla="*/ 1067326 h 1266825"/>
              <a:gd name="connsiteX2" fmla="*/ 194443 w 5231046"/>
              <a:gd name="connsiteY2" fmla="*/ 609487 h 1266825"/>
              <a:gd name="connsiteX3" fmla="*/ 432568 w 5231046"/>
              <a:gd name="connsiteY3" fmla="*/ 0 h 1266825"/>
              <a:gd name="connsiteX0" fmla="*/ 4984592 w 5411095"/>
              <a:gd name="connsiteY0" fmla="*/ 1266825 h 1266825"/>
              <a:gd name="connsiteX1" fmla="*/ 4965542 w 5411095"/>
              <a:gd name="connsiteY1" fmla="*/ 1067326 h 1266825"/>
              <a:gd name="connsiteX2" fmla="*/ 374492 w 5411095"/>
              <a:gd name="connsiteY2" fmla="*/ 609487 h 1266825"/>
              <a:gd name="connsiteX3" fmla="*/ 612617 w 5411095"/>
              <a:gd name="connsiteY3" fmla="*/ 0 h 1266825"/>
              <a:gd name="connsiteX0" fmla="*/ 5053973 w 5480476"/>
              <a:gd name="connsiteY0" fmla="*/ 1266825 h 1266825"/>
              <a:gd name="connsiteX1" fmla="*/ 5034923 w 5480476"/>
              <a:gd name="connsiteY1" fmla="*/ 1067326 h 1266825"/>
              <a:gd name="connsiteX2" fmla="*/ 443873 w 5480476"/>
              <a:gd name="connsiteY2" fmla="*/ 609487 h 1266825"/>
              <a:gd name="connsiteX3" fmla="*/ 681998 w 5480476"/>
              <a:gd name="connsiteY3" fmla="*/ 0 h 1266825"/>
              <a:gd name="connsiteX0" fmla="*/ 5053973 w 5480476"/>
              <a:gd name="connsiteY0" fmla="*/ 1266825 h 1266825"/>
              <a:gd name="connsiteX1" fmla="*/ 5034923 w 5480476"/>
              <a:gd name="connsiteY1" fmla="*/ 1067326 h 1266825"/>
              <a:gd name="connsiteX2" fmla="*/ 443873 w 5480476"/>
              <a:gd name="connsiteY2" fmla="*/ 609487 h 1266825"/>
              <a:gd name="connsiteX3" fmla="*/ 681998 w 5480476"/>
              <a:gd name="connsiteY3" fmla="*/ 0 h 1266825"/>
              <a:gd name="connsiteX0" fmla="*/ 4996823 w 5455007"/>
              <a:gd name="connsiteY0" fmla="*/ 1330394 h 1330394"/>
              <a:gd name="connsiteX1" fmla="*/ 5034923 w 5455007"/>
              <a:gd name="connsiteY1" fmla="*/ 1067326 h 1330394"/>
              <a:gd name="connsiteX2" fmla="*/ 443873 w 5455007"/>
              <a:gd name="connsiteY2" fmla="*/ 609487 h 1330394"/>
              <a:gd name="connsiteX3" fmla="*/ 681998 w 5455007"/>
              <a:gd name="connsiteY3" fmla="*/ 0 h 1330394"/>
              <a:gd name="connsiteX0" fmla="*/ 4996823 w 5436943"/>
              <a:gd name="connsiteY0" fmla="*/ 1330394 h 1330394"/>
              <a:gd name="connsiteX1" fmla="*/ 5006348 w 5436943"/>
              <a:gd name="connsiteY1" fmla="*/ 1136674 h 1330394"/>
              <a:gd name="connsiteX2" fmla="*/ 443873 w 5436943"/>
              <a:gd name="connsiteY2" fmla="*/ 609487 h 1330394"/>
              <a:gd name="connsiteX3" fmla="*/ 681998 w 5436943"/>
              <a:gd name="connsiteY3" fmla="*/ 0 h 1330394"/>
              <a:gd name="connsiteX0" fmla="*/ 5001986 w 5442782"/>
              <a:gd name="connsiteY0" fmla="*/ 1330394 h 1330394"/>
              <a:gd name="connsiteX1" fmla="*/ 5011511 w 5442782"/>
              <a:gd name="connsiteY1" fmla="*/ 1136674 h 1330394"/>
              <a:gd name="connsiteX2" fmla="*/ 439511 w 5442782"/>
              <a:gd name="connsiteY2" fmla="*/ 782856 h 1330394"/>
              <a:gd name="connsiteX3" fmla="*/ 687161 w 5442782"/>
              <a:gd name="connsiteY3" fmla="*/ 0 h 1330394"/>
            </a:gdLst>
            <a:ahLst/>
            <a:cxnLst>
              <a:cxn ang="0">
                <a:pos x="connsiteX0" y="connsiteY0"/>
              </a:cxn>
              <a:cxn ang="0">
                <a:pos x="connsiteX1" y="connsiteY1"/>
              </a:cxn>
              <a:cxn ang="0">
                <a:pos x="connsiteX2" y="connsiteY2"/>
              </a:cxn>
              <a:cxn ang="0">
                <a:pos x="connsiteX3" y="connsiteY3"/>
              </a:cxn>
            </a:cxnLst>
            <a:rect l="l" t="t" r="r" b="b"/>
            <a:pathLst>
              <a:path w="5442782" h="1330394">
                <a:moveTo>
                  <a:pt x="5001986" y="1330394"/>
                </a:moveTo>
                <a:cubicBezTo>
                  <a:pt x="5368698" y="1256575"/>
                  <a:pt x="5771924" y="1227930"/>
                  <a:pt x="5011511" y="1136674"/>
                </a:cubicBezTo>
                <a:cubicBezTo>
                  <a:pt x="4251098" y="1045418"/>
                  <a:pt x="1314224" y="998607"/>
                  <a:pt x="439511" y="782856"/>
                </a:cubicBezTo>
                <a:cubicBezTo>
                  <a:pt x="-149452" y="628868"/>
                  <a:pt x="-220889" y="90034"/>
                  <a:pt x="687161" y="0"/>
                </a:cubicBezTo>
              </a:path>
            </a:pathLst>
          </a:custGeom>
          <a:ln>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124" name="Rechteck 123"/>
          <p:cNvSpPr/>
          <p:nvPr/>
        </p:nvSpPr>
        <p:spPr>
          <a:xfrm>
            <a:off x="4068000" y="4292832"/>
            <a:ext cx="648072" cy="216024"/>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25" name="Rechteck 124"/>
          <p:cNvSpPr/>
          <p:nvPr/>
        </p:nvSpPr>
        <p:spPr>
          <a:xfrm>
            <a:off x="4068000" y="4508856"/>
            <a:ext cx="648072" cy="216024"/>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26" name="Rechteck 125"/>
          <p:cNvSpPr/>
          <p:nvPr/>
        </p:nvSpPr>
        <p:spPr>
          <a:xfrm>
            <a:off x="4068000" y="4076808"/>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27" name="Rechteck 126"/>
          <p:cNvSpPr/>
          <p:nvPr/>
        </p:nvSpPr>
        <p:spPr>
          <a:xfrm>
            <a:off x="4716072" y="4076808"/>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    ( c[e] )</a:t>
            </a:r>
          </a:p>
        </p:txBody>
      </p:sp>
      <p:sp>
        <p:nvSpPr>
          <p:cNvPr id="128" name="Rechteck 127"/>
          <p:cNvSpPr/>
          <p:nvPr/>
        </p:nvSpPr>
        <p:spPr>
          <a:xfrm>
            <a:off x="4068000" y="4724880"/>
            <a:ext cx="648072" cy="216024"/>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29" name="Rechteck 128"/>
          <p:cNvSpPr/>
          <p:nvPr/>
        </p:nvSpPr>
        <p:spPr>
          <a:xfrm>
            <a:off x="4716048" y="4292608"/>
            <a:ext cx="1224136" cy="648096"/>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132" name="Rechteck 131"/>
          <p:cNvSpPr/>
          <p:nvPr/>
        </p:nvSpPr>
        <p:spPr>
          <a:xfrm>
            <a:off x="4068000" y="5156928"/>
            <a:ext cx="648072" cy="216024"/>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33" name="Rechteck 132"/>
          <p:cNvSpPr/>
          <p:nvPr/>
        </p:nvSpPr>
        <p:spPr>
          <a:xfrm>
            <a:off x="4068000" y="5372952"/>
            <a:ext cx="648072" cy="216024"/>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34" name="Rechteck 133"/>
          <p:cNvSpPr/>
          <p:nvPr/>
        </p:nvSpPr>
        <p:spPr>
          <a:xfrm>
            <a:off x="4068000" y="4940904"/>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35" name="Rechteck 134"/>
          <p:cNvSpPr/>
          <p:nvPr/>
        </p:nvSpPr>
        <p:spPr>
          <a:xfrm>
            <a:off x="4716072" y="4940904"/>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    ( c[f] )</a:t>
            </a:r>
          </a:p>
        </p:txBody>
      </p:sp>
      <p:sp>
        <p:nvSpPr>
          <p:cNvPr id="136" name="Rechteck 135"/>
          <p:cNvSpPr/>
          <p:nvPr/>
        </p:nvSpPr>
        <p:spPr>
          <a:xfrm>
            <a:off x="4068000" y="5588976"/>
            <a:ext cx="648072" cy="216024"/>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37" name="Rechteck 136"/>
          <p:cNvSpPr/>
          <p:nvPr/>
        </p:nvSpPr>
        <p:spPr>
          <a:xfrm>
            <a:off x="4716048" y="5156704"/>
            <a:ext cx="1224136" cy="648096"/>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139" name="Rechteck 138"/>
          <p:cNvSpPr/>
          <p:nvPr/>
        </p:nvSpPr>
        <p:spPr>
          <a:xfrm>
            <a:off x="2196000" y="3212808"/>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    ( c[ ] )</a:t>
            </a:r>
          </a:p>
        </p:txBody>
      </p:sp>
      <p:sp>
        <p:nvSpPr>
          <p:cNvPr id="140" name="Freihandform 139"/>
          <p:cNvSpPr/>
          <p:nvPr/>
        </p:nvSpPr>
        <p:spPr>
          <a:xfrm flipV="1">
            <a:off x="3348000" y="3932856"/>
            <a:ext cx="720080" cy="503952"/>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1" name="Freihandform 140"/>
          <p:cNvSpPr/>
          <p:nvPr/>
        </p:nvSpPr>
        <p:spPr>
          <a:xfrm flipV="1">
            <a:off x="3348128" y="3932808"/>
            <a:ext cx="720080" cy="1368000"/>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2" name="Rechteck 141"/>
          <p:cNvSpPr/>
          <p:nvPr/>
        </p:nvSpPr>
        <p:spPr>
          <a:xfrm>
            <a:off x="4067792" y="2205024"/>
            <a:ext cx="648072" cy="216024"/>
          </a:xfrm>
          <a:prstGeom prst="rect">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143" name="Rechteck 142"/>
          <p:cNvSpPr/>
          <p:nvPr/>
        </p:nvSpPr>
        <p:spPr>
          <a:xfrm>
            <a:off x="4067792" y="2421048"/>
            <a:ext cx="648072" cy="216024"/>
          </a:xfrm>
          <a:prstGeom prst="rect">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146" name="Rechteck 145"/>
          <p:cNvSpPr/>
          <p:nvPr/>
        </p:nvSpPr>
        <p:spPr>
          <a:xfrm>
            <a:off x="4067792" y="1989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147" name="Rechteck 146"/>
          <p:cNvSpPr/>
          <p:nvPr/>
        </p:nvSpPr>
        <p:spPr>
          <a:xfrm>
            <a:off x="4715864" y="1989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g    ( a[g] )</a:t>
            </a:r>
          </a:p>
        </p:txBody>
      </p:sp>
      <p:sp>
        <p:nvSpPr>
          <p:cNvPr id="148" name="Rechteck 147"/>
          <p:cNvSpPr/>
          <p:nvPr/>
        </p:nvSpPr>
        <p:spPr>
          <a:xfrm>
            <a:off x="4067792" y="2637072"/>
            <a:ext cx="648072" cy="216024"/>
          </a:xfrm>
          <a:prstGeom prst="rect">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150" name="Rechteck 149"/>
          <p:cNvSpPr/>
          <p:nvPr/>
        </p:nvSpPr>
        <p:spPr>
          <a:xfrm>
            <a:off x="4716000" y="2205000"/>
            <a:ext cx="1224136" cy="648096"/>
          </a:xfrm>
          <a:prstGeom prst="rect">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151" name="Freihandform 150"/>
          <p:cNvSpPr/>
          <p:nvPr/>
        </p:nvSpPr>
        <p:spPr>
          <a:xfrm flipV="1">
            <a:off x="3348000" y="1845000"/>
            <a:ext cx="720080" cy="503952"/>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Freihandform 7"/>
          <p:cNvSpPr/>
          <p:nvPr/>
        </p:nvSpPr>
        <p:spPr>
          <a:xfrm>
            <a:off x="3538018" y="1895475"/>
            <a:ext cx="3005242" cy="2533650"/>
          </a:xfrm>
          <a:custGeom>
            <a:avLst/>
            <a:gdLst>
              <a:gd name="connsiteX0" fmla="*/ 2197209 w 2821709"/>
              <a:gd name="connsiteY0" fmla="*/ 1828800 h 1828800"/>
              <a:gd name="connsiteX1" fmla="*/ 2711559 w 2821709"/>
              <a:gd name="connsiteY1" fmla="*/ 1657350 h 1828800"/>
              <a:gd name="connsiteX2" fmla="*/ 2806809 w 2821709"/>
              <a:gd name="connsiteY2" fmla="*/ 1009650 h 1828800"/>
              <a:gd name="connsiteX3" fmla="*/ 2492484 w 2821709"/>
              <a:gd name="connsiteY3" fmla="*/ 590550 h 1828800"/>
              <a:gd name="connsiteX4" fmla="*/ 158859 w 2821709"/>
              <a:gd name="connsiteY4" fmla="*/ 333375 h 1828800"/>
              <a:gd name="connsiteX5" fmla="*/ 396984 w 2821709"/>
              <a:gd name="connsiteY5" fmla="*/ 0 h 1828800"/>
              <a:gd name="connsiteX0" fmla="*/ 2197209 w 2873068"/>
              <a:gd name="connsiteY0" fmla="*/ 1828800 h 1828800"/>
              <a:gd name="connsiteX1" fmla="*/ 2711559 w 2873068"/>
              <a:gd name="connsiteY1" fmla="*/ 1657350 h 1828800"/>
              <a:gd name="connsiteX2" fmla="*/ 2863959 w 2873068"/>
              <a:gd name="connsiteY2" fmla="*/ 1009650 h 1828800"/>
              <a:gd name="connsiteX3" fmla="*/ 2492484 w 2873068"/>
              <a:gd name="connsiteY3" fmla="*/ 590550 h 1828800"/>
              <a:gd name="connsiteX4" fmla="*/ 158859 w 2873068"/>
              <a:gd name="connsiteY4" fmla="*/ 333375 h 1828800"/>
              <a:gd name="connsiteX5" fmla="*/ 396984 w 2873068"/>
              <a:gd name="connsiteY5" fmla="*/ 0 h 1828800"/>
              <a:gd name="connsiteX0" fmla="*/ 2197209 w 2873068"/>
              <a:gd name="connsiteY0" fmla="*/ 1828800 h 1828800"/>
              <a:gd name="connsiteX1" fmla="*/ 2711559 w 2873068"/>
              <a:gd name="connsiteY1" fmla="*/ 1657350 h 1828800"/>
              <a:gd name="connsiteX2" fmla="*/ 2863959 w 2873068"/>
              <a:gd name="connsiteY2" fmla="*/ 1009650 h 1828800"/>
              <a:gd name="connsiteX3" fmla="*/ 2492484 w 2873068"/>
              <a:gd name="connsiteY3" fmla="*/ 590550 h 1828800"/>
              <a:gd name="connsiteX4" fmla="*/ 158859 w 2873068"/>
              <a:gd name="connsiteY4" fmla="*/ 333375 h 1828800"/>
              <a:gd name="connsiteX5" fmla="*/ 396984 w 2873068"/>
              <a:gd name="connsiteY5" fmla="*/ 0 h 1828800"/>
              <a:gd name="connsiteX0" fmla="*/ 2200299 w 2876158"/>
              <a:gd name="connsiteY0" fmla="*/ 2533650 h 2533650"/>
              <a:gd name="connsiteX1" fmla="*/ 2714649 w 2876158"/>
              <a:gd name="connsiteY1" fmla="*/ 2362200 h 2533650"/>
              <a:gd name="connsiteX2" fmla="*/ 2867049 w 2876158"/>
              <a:gd name="connsiteY2" fmla="*/ 1714500 h 2533650"/>
              <a:gd name="connsiteX3" fmla="*/ 2495574 w 2876158"/>
              <a:gd name="connsiteY3" fmla="*/ 1295400 h 2533650"/>
              <a:gd name="connsiteX4" fmla="*/ 161949 w 2876158"/>
              <a:gd name="connsiteY4" fmla="*/ 1038225 h 2533650"/>
              <a:gd name="connsiteX5" fmla="*/ 390549 w 2876158"/>
              <a:gd name="connsiteY5" fmla="*/ 0 h 2533650"/>
              <a:gd name="connsiteX0" fmla="*/ 2312949 w 2988808"/>
              <a:gd name="connsiteY0" fmla="*/ 2533650 h 2533650"/>
              <a:gd name="connsiteX1" fmla="*/ 2827299 w 2988808"/>
              <a:gd name="connsiteY1" fmla="*/ 2362200 h 2533650"/>
              <a:gd name="connsiteX2" fmla="*/ 2979699 w 2988808"/>
              <a:gd name="connsiteY2" fmla="*/ 1714500 h 2533650"/>
              <a:gd name="connsiteX3" fmla="*/ 2608224 w 2988808"/>
              <a:gd name="connsiteY3" fmla="*/ 1295400 h 2533650"/>
              <a:gd name="connsiteX4" fmla="*/ 131724 w 2988808"/>
              <a:gd name="connsiteY4" fmla="*/ 914400 h 2533650"/>
              <a:gd name="connsiteX5" fmla="*/ 503199 w 2988808"/>
              <a:gd name="connsiteY5" fmla="*/ 0 h 2533650"/>
              <a:gd name="connsiteX0" fmla="*/ 2329383 w 3005242"/>
              <a:gd name="connsiteY0" fmla="*/ 2533650 h 2533650"/>
              <a:gd name="connsiteX1" fmla="*/ 2843733 w 3005242"/>
              <a:gd name="connsiteY1" fmla="*/ 2362200 h 2533650"/>
              <a:gd name="connsiteX2" fmla="*/ 2996133 w 3005242"/>
              <a:gd name="connsiteY2" fmla="*/ 1714500 h 2533650"/>
              <a:gd name="connsiteX3" fmla="*/ 2624658 w 3005242"/>
              <a:gd name="connsiteY3" fmla="*/ 1295400 h 2533650"/>
              <a:gd name="connsiteX4" fmla="*/ 148158 w 3005242"/>
              <a:gd name="connsiteY4" fmla="*/ 914400 h 2533650"/>
              <a:gd name="connsiteX5" fmla="*/ 519633 w 3005242"/>
              <a:gd name="connsiteY5" fmla="*/ 0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5242" h="2533650">
                <a:moveTo>
                  <a:pt x="2329383" y="2533650"/>
                </a:moveTo>
                <a:cubicBezTo>
                  <a:pt x="2535758" y="2516187"/>
                  <a:pt x="2732608" y="2498725"/>
                  <a:pt x="2843733" y="2362200"/>
                </a:cubicBezTo>
                <a:cubicBezTo>
                  <a:pt x="2954858" y="2225675"/>
                  <a:pt x="3032646" y="1892300"/>
                  <a:pt x="2996133" y="1714500"/>
                </a:cubicBezTo>
                <a:cubicBezTo>
                  <a:pt x="2959620" y="1536700"/>
                  <a:pt x="3099321" y="1428750"/>
                  <a:pt x="2624658" y="1295400"/>
                </a:cubicBezTo>
                <a:cubicBezTo>
                  <a:pt x="2149995" y="1162050"/>
                  <a:pt x="537096" y="1225550"/>
                  <a:pt x="148158" y="914400"/>
                </a:cubicBezTo>
                <a:cubicBezTo>
                  <a:pt x="-240780" y="603250"/>
                  <a:pt x="225945" y="117475"/>
                  <a:pt x="519633" y="0"/>
                </a:cubicBezTo>
              </a:path>
            </a:pathLst>
          </a:custGeom>
          <a:ln>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solidFill>
                <a:schemeClr val="tx1"/>
              </a:solidFill>
            </a:endParaRPr>
          </a:p>
        </p:txBody>
      </p:sp>
      <p:sp>
        <p:nvSpPr>
          <p:cNvPr id="10" name="Freihandform 9"/>
          <p:cNvSpPr/>
          <p:nvPr/>
        </p:nvSpPr>
        <p:spPr>
          <a:xfrm>
            <a:off x="5857875" y="3771900"/>
            <a:ext cx="685800" cy="1533525"/>
          </a:xfrm>
          <a:custGeom>
            <a:avLst/>
            <a:gdLst>
              <a:gd name="connsiteX0" fmla="*/ 0 w 685800"/>
              <a:gd name="connsiteY0" fmla="*/ 1533525 h 1533525"/>
              <a:gd name="connsiteX1" fmla="*/ 514350 w 685800"/>
              <a:gd name="connsiteY1" fmla="*/ 1009650 h 1533525"/>
              <a:gd name="connsiteX2" fmla="*/ 685800 w 685800"/>
              <a:gd name="connsiteY2" fmla="*/ 0 h 1533525"/>
            </a:gdLst>
            <a:ahLst/>
            <a:cxnLst>
              <a:cxn ang="0">
                <a:pos x="connsiteX0" y="connsiteY0"/>
              </a:cxn>
              <a:cxn ang="0">
                <a:pos x="connsiteX1" y="connsiteY1"/>
              </a:cxn>
              <a:cxn ang="0">
                <a:pos x="connsiteX2" y="connsiteY2"/>
              </a:cxn>
            </a:cxnLst>
            <a:rect l="l" t="t" r="r" b="b"/>
            <a:pathLst>
              <a:path w="685800" h="1533525">
                <a:moveTo>
                  <a:pt x="0" y="1533525"/>
                </a:moveTo>
                <a:cubicBezTo>
                  <a:pt x="200025" y="1399381"/>
                  <a:pt x="400050" y="1265237"/>
                  <a:pt x="514350" y="1009650"/>
                </a:cubicBezTo>
                <a:cubicBezTo>
                  <a:pt x="628650" y="754062"/>
                  <a:pt x="657225" y="377031"/>
                  <a:pt x="685800" y="0"/>
                </a:cubicBezTo>
              </a:path>
            </a:pathLst>
          </a:cu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11" name="Freihandform 10"/>
          <p:cNvSpPr/>
          <p:nvPr/>
        </p:nvSpPr>
        <p:spPr>
          <a:xfrm>
            <a:off x="754389" y="2705100"/>
            <a:ext cx="5932730" cy="838200"/>
          </a:xfrm>
          <a:custGeom>
            <a:avLst/>
            <a:gdLst>
              <a:gd name="connsiteX0" fmla="*/ 5113011 w 5932730"/>
              <a:gd name="connsiteY0" fmla="*/ 0 h 838200"/>
              <a:gd name="connsiteX1" fmla="*/ 5560686 w 5932730"/>
              <a:gd name="connsiteY1" fmla="*/ 152400 h 838200"/>
              <a:gd name="connsiteX2" fmla="*/ 379086 w 5932730"/>
              <a:gd name="connsiteY2" fmla="*/ 476250 h 838200"/>
              <a:gd name="connsiteX3" fmla="*/ 798186 w 5932730"/>
              <a:gd name="connsiteY3" fmla="*/ 838200 h 838200"/>
            </a:gdLst>
            <a:ahLst/>
            <a:cxnLst>
              <a:cxn ang="0">
                <a:pos x="connsiteX0" y="connsiteY0"/>
              </a:cxn>
              <a:cxn ang="0">
                <a:pos x="connsiteX1" y="connsiteY1"/>
              </a:cxn>
              <a:cxn ang="0">
                <a:pos x="connsiteX2" y="connsiteY2"/>
              </a:cxn>
              <a:cxn ang="0">
                <a:pos x="connsiteX3" y="connsiteY3"/>
              </a:cxn>
            </a:cxnLst>
            <a:rect l="l" t="t" r="r" b="b"/>
            <a:pathLst>
              <a:path w="5932730" h="838200">
                <a:moveTo>
                  <a:pt x="5113011" y="0"/>
                </a:moveTo>
                <a:cubicBezTo>
                  <a:pt x="5731342" y="36512"/>
                  <a:pt x="6349673" y="73025"/>
                  <a:pt x="5560686" y="152400"/>
                </a:cubicBezTo>
                <a:cubicBezTo>
                  <a:pt x="4771699" y="231775"/>
                  <a:pt x="1172836" y="361950"/>
                  <a:pt x="379086" y="476250"/>
                </a:cubicBezTo>
                <a:cubicBezTo>
                  <a:pt x="-414664" y="590550"/>
                  <a:pt x="191761" y="714375"/>
                  <a:pt x="798186" y="838200"/>
                </a:cubicBezTo>
              </a:path>
            </a:pathLst>
          </a:custGeom>
          <a:ln>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solidFill>
                <a:schemeClr val="tx1"/>
              </a:solidFill>
            </a:endParaRPr>
          </a:p>
        </p:txBody>
      </p:sp>
      <p:sp>
        <p:nvSpPr>
          <p:cNvPr id="63" name="Rechteck 62"/>
          <p:cNvSpPr/>
          <p:nvPr/>
        </p:nvSpPr>
        <p:spPr>
          <a:xfrm>
            <a:off x="5148000" y="2637000"/>
            <a:ext cx="72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00FF"/>
                </a:solidFill>
              </a:rPr>
              <a:t>a[g] = ^c[ ];</a:t>
            </a:r>
          </a:p>
        </p:txBody>
      </p:sp>
      <p:sp>
        <p:nvSpPr>
          <p:cNvPr id="64" name="Rechteck 63"/>
          <p:cNvSpPr/>
          <p:nvPr/>
        </p:nvSpPr>
        <p:spPr>
          <a:xfrm>
            <a:off x="5220000" y="3861000"/>
            <a:ext cx="72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c[d] = ^a[ ];</a:t>
            </a:r>
          </a:p>
        </p:txBody>
      </p:sp>
      <p:sp>
        <p:nvSpPr>
          <p:cNvPr id="66" name="Rechteck 65"/>
          <p:cNvSpPr/>
          <p:nvPr/>
        </p:nvSpPr>
        <p:spPr>
          <a:xfrm>
            <a:off x="5220000" y="4725000"/>
            <a:ext cx="72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 = ^a[b];</a:t>
            </a:r>
          </a:p>
        </p:txBody>
      </p:sp>
      <p:sp>
        <p:nvSpPr>
          <p:cNvPr id="67" name="Rechteck 66"/>
          <p:cNvSpPr/>
          <p:nvPr/>
        </p:nvSpPr>
        <p:spPr>
          <a:xfrm>
            <a:off x="5220000" y="5589000"/>
            <a:ext cx="72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c[f] = ^c[e];</a:t>
            </a:r>
          </a:p>
        </p:txBody>
      </p:sp>
      <p:sp>
        <p:nvSpPr>
          <p:cNvPr id="68" name="Rechteck 67"/>
          <p:cNvSpPr/>
          <p:nvPr/>
        </p:nvSpPr>
        <p:spPr>
          <a:xfrm>
            <a:off x="5940000" y="5373000"/>
            <a:ext cx="108000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Will create direct</a:t>
            </a:r>
          </a:p>
          <a:p>
            <a:r>
              <a:rPr lang="en-US" sz="1000" dirty="0">
                <a:solidFill>
                  <a:schemeClr val="tx1"/>
                </a:solidFill>
              </a:rPr>
              <a:t>reference to a[b]</a:t>
            </a:r>
          </a:p>
        </p:txBody>
      </p:sp>
      <p:cxnSp>
        <p:nvCxnSpPr>
          <p:cNvPr id="5" name="Gerade Verbindung mit Pfeil 4"/>
          <p:cNvCxnSpPr/>
          <p:nvPr/>
        </p:nvCxnSpPr>
        <p:spPr>
          <a:xfrm flipV="1">
            <a:off x="5724000" y="5013000"/>
            <a:ext cx="0" cy="57600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666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References to Variables Members in Arrays</a:t>
            </a:r>
          </a:p>
        </p:txBody>
      </p:sp>
      <p:sp>
        <p:nvSpPr>
          <p:cNvPr id="4" name="Textplatzhalter 3"/>
          <p:cNvSpPr>
            <a:spLocks noGrp="1"/>
          </p:cNvSpPr>
          <p:nvPr>
            <p:ph type="body" sz="quarter" idx="16"/>
          </p:nvPr>
        </p:nvSpPr>
        <p:spPr/>
        <p:txBody>
          <a:bodyPr/>
          <a:lstStyle/>
          <a:p>
            <a:endParaRPr lang="en-US"/>
          </a:p>
        </p:txBody>
      </p:sp>
      <p:sp>
        <p:nvSpPr>
          <p:cNvPr id="52" name="Rechteck 51"/>
          <p:cNvSpPr/>
          <p:nvPr/>
        </p:nvSpPr>
        <p:spPr>
          <a:xfrm>
            <a:off x="1548128" y="13409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53" name="Rechteck 52"/>
          <p:cNvSpPr/>
          <p:nvPr/>
        </p:nvSpPr>
        <p:spPr>
          <a:xfrm>
            <a:off x="1548128" y="15569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54" name="Rechteck 53"/>
          <p:cNvSpPr/>
          <p:nvPr/>
        </p:nvSpPr>
        <p:spPr>
          <a:xfrm>
            <a:off x="2196200" y="1340920"/>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55" name="Rechteck 54"/>
          <p:cNvSpPr/>
          <p:nvPr/>
        </p:nvSpPr>
        <p:spPr>
          <a:xfrm>
            <a:off x="2196200" y="155694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Ha</a:t>
            </a:r>
          </a:p>
        </p:txBody>
      </p:sp>
      <p:sp>
        <p:nvSpPr>
          <p:cNvPr id="56" name="Rechteck 55"/>
          <p:cNvSpPr/>
          <p:nvPr/>
        </p:nvSpPr>
        <p:spPr>
          <a:xfrm>
            <a:off x="1548128" y="11248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Name</a:t>
            </a:r>
          </a:p>
        </p:txBody>
      </p:sp>
      <p:sp>
        <p:nvSpPr>
          <p:cNvPr id="57" name="Rechteck 56"/>
          <p:cNvSpPr/>
          <p:nvPr/>
        </p:nvSpPr>
        <p:spPr>
          <a:xfrm>
            <a:off x="2196200" y="11248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a:t>
            </a:r>
          </a:p>
        </p:txBody>
      </p:sp>
      <p:sp>
        <p:nvSpPr>
          <p:cNvPr id="58" name="Rechteck 57"/>
          <p:cNvSpPr/>
          <p:nvPr/>
        </p:nvSpPr>
        <p:spPr>
          <a:xfrm>
            <a:off x="1548128" y="17729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59" name="Rechteck 58"/>
          <p:cNvSpPr/>
          <p:nvPr/>
        </p:nvSpPr>
        <p:spPr>
          <a:xfrm>
            <a:off x="2196200" y="177296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1 member</a:t>
            </a:r>
          </a:p>
        </p:txBody>
      </p:sp>
      <p:sp>
        <p:nvSpPr>
          <p:cNvPr id="69" name="Rechteck 68"/>
          <p:cNvSpPr/>
          <p:nvPr/>
        </p:nvSpPr>
        <p:spPr>
          <a:xfrm>
            <a:off x="4068080" y="13411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70" name="Rechteck 69"/>
          <p:cNvSpPr/>
          <p:nvPr/>
        </p:nvSpPr>
        <p:spPr>
          <a:xfrm>
            <a:off x="4068080" y="15571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73" name="Rechteck 72"/>
          <p:cNvSpPr/>
          <p:nvPr/>
        </p:nvSpPr>
        <p:spPr>
          <a:xfrm>
            <a:off x="4068080" y="11250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Index</a:t>
            </a:r>
          </a:p>
        </p:txBody>
      </p:sp>
      <p:sp>
        <p:nvSpPr>
          <p:cNvPr id="74" name="Rechteck 73"/>
          <p:cNvSpPr/>
          <p:nvPr/>
        </p:nvSpPr>
        <p:spPr>
          <a:xfrm>
            <a:off x="4716152" y="11250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0    ( a[0] )</a:t>
            </a:r>
          </a:p>
        </p:txBody>
      </p:sp>
      <p:sp>
        <p:nvSpPr>
          <p:cNvPr id="75" name="Rechteck 74"/>
          <p:cNvSpPr/>
          <p:nvPr/>
        </p:nvSpPr>
        <p:spPr>
          <a:xfrm>
            <a:off x="4068080" y="17731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77" name="Freihandform 76"/>
          <p:cNvSpPr/>
          <p:nvPr/>
        </p:nvSpPr>
        <p:spPr>
          <a:xfrm>
            <a:off x="3348000" y="1413128"/>
            <a:ext cx="720080" cy="432048"/>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Rechteck 30"/>
          <p:cNvSpPr/>
          <p:nvPr/>
        </p:nvSpPr>
        <p:spPr>
          <a:xfrm>
            <a:off x="395536" y="909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References in member variables</a:t>
            </a:r>
          </a:p>
        </p:txBody>
      </p:sp>
      <p:sp>
        <p:nvSpPr>
          <p:cNvPr id="151" name="Freihandform 150"/>
          <p:cNvSpPr/>
          <p:nvPr/>
        </p:nvSpPr>
        <p:spPr>
          <a:xfrm flipV="1">
            <a:off x="3348000" y="1845000"/>
            <a:ext cx="720080" cy="648000"/>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Rechteck 62"/>
          <p:cNvSpPr/>
          <p:nvPr/>
        </p:nvSpPr>
        <p:spPr>
          <a:xfrm>
            <a:off x="4068000" y="2349120"/>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64" name="Rechteck 63"/>
          <p:cNvSpPr/>
          <p:nvPr/>
        </p:nvSpPr>
        <p:spPr>
          <a:xfrm>
            <a:off x="4068000" y="256514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67" name="Rechteck 66"/>
          <p:cNvSpPr/>
          <p:nvPr/>
        </p:nvSpPr>
        <p:spPr>
          <a:xfrm>
            <a:off x="4068000" y="2133096"/>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Index</a:t>
            </a:r>
          </a:p>
        </p:txBody>
      </p:sp>
      <p:sp>
        <p:nvSpPr>
          <p:cNvPr id="68" name="Rechteck 67"/>
          <p:cNvSpPr/>
          <p:nvPr/>
        </p:nvSpPr>
        <p:spPr>
          <a:xfrm>
            <a:off x="4716072" y="2133096"/>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1    ( a[1] )</a:t>
            </a:r>
          </a:p>
        </p:txBody>
      </p:sp>
      <p:sp>
        <p:nvSpPr>
          <p:cNvPr id="78" name="Rechteck 77"/>
          <p:cNvSpPr/>
          <p:nvPr/>
        </p:nvSpPr>
        <p:spPr>
          <a:xfrm>
            <a:off x="4068000" y="278116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80" name="Rechteck 79"/>
          <p:cNvSpPr/>
          <p:nvPr/>
        </p:nvSpPr>
        <p:spPr>
          <a:xfrm>
            <a:off x="4067920" y="3357024"/>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81" name="Rechteck 80"/>
          <p:cNvSpPr/>
          <p:nvPr/>
        </p:nvSpPr>
        <p:spPr>
          <a:xfrm>
            <a:off x="4067920" y="357304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82" name="Rechteck 81"/>
          <p:cNvSpPr/>
          <p:nvPr/>
        </p:nvSpPr>
        <p:spPr>
          <a:xfrm>
            <a:off x="4715992" y="3357024"/>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83" name="Rechteck 82"/>
          <p:cNvSpPr/>
          <p:nvPr/>
        </p:nvSpPr>
        <p:spPr>
          <a:xfrm>
            <a:off x="4715992" y="357304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sym typeface="Wingdings" panose="05000000000000000000" pitchFamily="2" charset="2"/>
              </a:rPr>
              <a:t>Hi</a:t>
            </a:r>
            <a:endParaRPr lang="en-US" sz="1000" dirty="0">
              <a:solidFill>
                <a:schemeClr val="tx1"/>
              </a:solidFill>
            </a:endParaRPr>
          </a:p>
        </p:txBody>
      </p:sp>
      <p:sp>
        <p:nvSpPr>
          <p:cNvPr id="84" name="Rechteck 83"/>
          <p:cNvSpPr/>
          <p:nvPr/>
        </p:nvSpPr>
        <p:spPr>
          <a:xfrm>
            <a:off x="4067920" y="3141000"/>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Index</a:t>
            </a:r>
          </a:p>
        </p:txBody>
      </p:sp>
      <p:sp>
        <p:nvSpPr>
          <p:cNvPr id="85" name="Rechteck 84"/>
          <p:cNvSpPr/>
          <p:nvPr/>
        </p:nvSpPr>
        <p:spPr>
          <a:xfrm>
            <a:off x="4715992" y="3141000"/>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2    ( a[2] )</a:t>
            </a:r>
          </a:p>
        </p:txBody>
      </p:sp>
      <p:sp>
        <p:nvSpPr>
          <p:cNvPr id="86" name="Rechteck 85"/>
          <p:cNvSpPr/>
          <p:nvPr/>
        </p:nvSpPr>
        <p:spPr>
          <a:xfrm>
            <a:off x="4067920" y="378907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87" name="Rechteck 86"/>
          <p:cNvSpPr/>
          <p:nvPr/>
        </p:nvSpPr>
        <p:spPr>
          <a:xfrm>
            <a:off x="4715992" y="3789072"/>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88" name="Rechteck 87"/>
          <p:cNvSpPr/>
          <p:nvPr/>
        </p:nvSpPr>
        <p:spPr>
          <a:xfrm>
            <a:off x="4067840" y="4364928"/>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Type</a:t>
            </a:r>
          </a:p>
        </p:txBody>
      </p:sp>
      <p:sp>
        <p:nvSpPr>
          <p:cNvPr id="89" name="Rechteck 88"/>
          <p:cNvSpPr/>
          <p:nvPr/>
        </p:nvSpPr>
        <p:spPr>
          <a:xfrm>
            <a:off x="4067840" y="4580952"/>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Value</a:t>
            </a:r>
          </a:p>
        </p:txBody>
      </p:sp>
      <p:sp>
        <p:nvSpPr>
          <p:cNvPr id="90" name="Rechteck 89"/>
          <p:cNvSpPr/>
          <p:nvPr/>
        </p:nvSpPr>
        <p:spPr>
          <a:xfrm>
            <a:off x="4715912" y="4364928"/>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Literal</a:t>
            </a:r>
          </a:p>
        </p:txBody>
      </p:sp>
      <p:sp>
        <p:nvSpPr>
          <p:cNvPr id="91" name="Rechteck 90"/>
          <p:cNvSpPr/>
          <p:nvPr/>
        </p:nvSpPr>
        <p:spPr>
          <a:xfrm>
            <a:off x="4715912" y="4580952"/>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sym typeface="Wingdings" panose="05000000000000000000" pitchFamily="2" charset="2"/>
              </a:rPr>
              <a:t>Ho</a:t>
            </a:r>
            <a:endParaRPr lang="en-US" sz="1000" dirty="0">
              <a:solidFill>
                <a:schemeClr val="tx1"/>
              </a:solidFill>
            </a:endParaRPr>
          </a:p>
        </p:txBody>
      </p:sp>
      <p:sp>
        <p:nvSpPr>
          <p:cNvPr id="92" name="Rechteck 91"/>
          <p:cNvSpPr/>
          <p:nvPr/>
        </p:nvSpPr>
        <p:spPr>
          <a:xfrm>
            <a:off x="4067840" y="4148904"/>
            <a:ext cx="648072"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Index</a:t>
            </a:r>
          </a:p>
        </p:txBody>
      </p:sp>
      <p:sp>
        <p:nvSpPr>
          <p:cNvPr id="93" name="Rechteck 92"/>
          <p:cNvSpPr/>
          <p:nvPr/>
        </p:nvSpPr>
        <p:spPr>
          <a:xfrm>
            <a:off x="4715912" y="4148904"/>
            <a:ext cx="1224136"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3    ( a[3] )</a:t>
            </a:r>
          </a:p>
        </p:txBody>
      </p:sp>
      <p:sp>
        <p:nvSpPr>
          <p:cNvPr id="94" name="Rechteck 93"/>
          <p:cNvSpPr/>
          <p:nvPr/>
        </p:nvSpPr>
        <p:spPr>
          <a:xfrm>
            <a:off x="4067840" y="4796976"/>
            <a:ext cx="648072"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Members</a:t>
            </a:r>
          </a:p>
        </p:txBody>
      </p:sp>
      <p:sp>
        <p:nvSpPr>
          <p:cNvPr id="95" name="Rechteck 94"/>
          <p:cNvSpPr/>
          <p:nvPr/>
        </p:nvSpPr>
        <p:spPr>
          <a:xfrm>
            <a:off x="4715912" y="4796976"/>
            <a:ext cx="1224136"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Ø</a:t>
            </a:r>
          </a:p>
        </p:txBody>
      </p:sp>
      <p:sp>
        <p:nvSpPr>
          <p:cNvPr id="96" name="Rechteck 95"/>
          <p:cNvSpPr/>
          <p:nvPr/>
        </p:nvSpPr>
        <p:spPr>
          <a:xfrm>
            <a:off x="4716000" y="1341000"/>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3" name="Freihandform 2"/>
          <p:cNvSpPr/>
          <p:nvPr/>
        </p:nvSpPr>
        <p:spPr>
          <a:xfrm>
            <a:off x="3165637" y="1864659"/>
            <a:ext cx="3201827" cy="2626659"/>
          </a:xfrm>
          <a:custGeom>
            <a:avLst/>
            <a:gdLst>
              <a:gd name="connsiteX0" fmla="*/ 2685366 w 3171984"/>
              <a:gd name="connsiteY0" fmla="*/ 0 h 2626659"/>
              <a:gd name="connsiteX1" fmla="*/ 3017060 w 3171984"/>
              <a:gd name="connsiteY1" fmla="*/ 143435 h 2626659"/>
              <a:gd name="connsiteX2" fmla="*/ 497978 w 3171984"/>
              <a:gd name="connsiteY2" fmla="*/ 349623 h 2626659"/>
              <a:gd name="connsiteX3" fmla="*/ 22848 w 3171984"/>
              <a:gd name="connsiteY3" fmla="*/ 1810870 h 2626659"/>
              <a:gd name="connsiteX4" fmla="*/ 874495 w 3171984"/>
              <a:gd name="connsiteY4" fmla="*/ 2626659 h 2626659"/>
              <a:gd name="connsiteX0" fmla="*/ 2715209 w 3201827"/>
              <a:gd name="connsiteY0" fmla="*/ 0 h 2626659"/>
              <a:gd name="connsiteX1" fmla="*/ 3046903 w 3201827"/>
              <a:gd name="connsiteY1" fmla="*/ 143435 h 2626659"/>
              <a:gd name="connsiteX2" fmla="*/ 527821 w 3201827"/>
              <a:gd name="connsiteY2" fmla="*/ 349623 h 2626659"/>
              <a:gd name="connsiteX3" fmla="*/ 52691 w 3201827"/>
              <a:gd name="connsiteY3" fmla="*/ 1810870 h 2626659"/>
              <a:gd name="connsiteX4" fmla="*/ 904338 w 3201827"/>
              <a:gd name="connsiteY4" fmla="*/ 2626659 h 2626659"/>
              <a:gd name="connsiteX0" fmla="*/ 2715209 w 3201827"/>
              <a:gd name="connsiteY0" fmla="*/ 0 h 2626659"/>
              <a:gd name="connsiteX1" fmla="*/ 3046903 w 3201827"/>
              <a:gd name="connsiteY1" fmla="*/ 143435 h 2626659"/>
              <a:gd name="connsiteX2" fmla="*/ 527821 w 3201827"/>
              <a:gd name="connsiteY2" fmla="*/ 349623 h 2626659"/>
              <a:gd name="connsiteX3" fmla="*/ 52691 w 3201827"/>
              <a:gd name="connsiteY3" fmla="*/ 1810870 h 2626659"/>
              <a:gd name="connsiteX4" fmla="*/ 904338 w 3201827"/>
              <a:gd name="connsiteY4" fmla="*/ 2626659 h 2626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1827" h="2626659">
                <a:moveTo>
                  <a:pt x="2715209" y="0"/>
                </a:moveTo>
                <a:cubicBezTo>
                  <a:pt x="3063338" y="42582"/>
                  <a:pt x="3411467" y="85165"/>
                  <a:pt x="3046903" y="143435"/>
                </a:cubicBezTo>
                <a:cubicBezTo>
                  <a:pt x="2682339" y="201705"/>
                  <a:pt x="1026856" y="71717"/>
                  <a:pt x="527821" y="349623"/>
                </a:cubicBezTo>
                <a:cubicBezTo>
                  <a:pt x="28786" y="627529"/>
                  <a:pt x="-81780" y="1198281"/>
                  <a:pt x="52691" y="1810870"/>
                </a:cubicBezTo>
                <a:cubicBezTo>
                  <a:pt x="187162" y="2423459"/>
                  <a:pt x="339562" y="2417482"/>
                  <a:pt x="904338" y="2626659"/>
                </a:cubicBezTo>
              </a:path>
            </a:pathLst>
          </a:custGeom>
          <a:ln>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solidFill>
                <a:schemeClr val="tx1"/>
              </a:solidFill>
            </a:endParaRPr>
          </a:p>
        </p:txBody>
      </p:sp>
      <p:sp>
        <p:nvSpPr>
          <p:cNvPr id="97" name="Freihandform 96"/>
          <p:cNvSpPr/>
          <p:nvPr/>
        </p:nvSpPr>
        <p:spPr>
          <a:xfrm>
            <a:off x="3872207" y="1817544"/>
            <a:ext cx="2558085" cy="674298"/>
          </a:xfrm>
          <a:custGeom>
            <a:avLst/>
            <a:gdLst>
              <a:gd name="connsiteX0" fmla="*/ 2437644 w 2954578"/>
              <a:gd name="connsiteY0" fmla="*/ 1291158 h 1291158"/>
              <a:gd name="connsiteX1" fmla="*/ 2799594 w 2954578"/>
              <a:gd name="connsiteY1" fmla="*/ 1043508 h 1291158"/>
              <a:gd name="connsiteX2" fmla="*/ 208794 w 2954578"/>
              <a:gd name="connsiteY2" fmla="*/ 691083 h 1291158"/>
              <a:gd name="connsiteX3" fmla="*/ 208794 w 2954578"/>
              <a:gd name="connsiteY3" fmla="*/ 100533 h 1291158"/>
              <a:gd name="connsiteX4" fmla="*/ 637419 w 2954578"/>
              <a:gd name="connsiteY4" fmla="*/ 5283 h 1291158"/>
              <a:gd name="connsiteX0" fmla="*/ 2455279 w 2972213"/>
              <a:gd name="connsiteY0" fmla="*/ 1291158 h 1291158"/>
              <a:gd name="connsiteX1" fmla="*/ 2817229 w 2972213"/>
              <a:gd name="connsiteY1" fmla="*/ 1043508 h 1291158"/>
              <a:gd name="connsiteX2" fmla="*/ 226429 w 2972213"/>
              <a:gd name="connsiteY2" fmla="*/ 691083 h 1291158"/>
              <a:gd name="connsiteX3" fmla="*/ 226429 w 2972213"/>
              <a:gd name="connsiteY3" fmla="*/ 100533 h 1291158"/>
              <a:gd name="connsiteX4" fmla="*/ 655054 w 2972213"/>
              <a:gd name="connsiteY4" fmla="*/ 5283 h 1291158"/>
              <a:gd name="connsiteX0" fmla="*/ 2580568 w 3110778"/>
              <a:gd name="connsiteY0" fmla="*/ 1287370 h 1287370"/>
              <a:gd name="connsiteX1" fmla="*/ 2942518 w 3110778"/>
              <a:gd name="connsiteY1" fmla="*/ 1039720 h 1287370"/>
              <a:gd name="connsiteX2" fmla="*/ 170743 w 3110778"/>
              <a:gd name="connsiteY2" fmla="*/ 411070 h 1287370"/>
              <a:gd name="connsiteX3" fmla="*/ 351718 w 3110778"/>
              <a:gd name="connsiteY3" fmla="*/ 96745 h 1287370"/>
              <a:gd name="connsiteX4" fmla="*/ 780343 w 3110778"/>
              <a:gd name="connsiteY4" fmla="*/ 1495 h 1287370"/>
              <a:gd name="connsiteX0" fmla="*/ 2446084 w 2976294"/>
              <a:gd name="connsiteY0" fmla="*/ 1287370 h 1287370"/>
              <a:gd name="connsiteX1" fmla="*/ 2808034 w 2976294"/>
              <a:gd name="connsiteY1" fmla="*/ 1039720 h 1287370"/>
              <a:gd name="connsiteX2" fmla="*/ 36259 w 2976294"/>
              <a:gd name="connsiteY2" fmla="*/ 411070 h 1287370"/>
              <a:gd name="connsiteX3" fmla="*/ 217234 w 2976294"/>
              <a:gd name="connsiteY3" fmla="*/ 96745 h 1287370"/>
              <a:gd name="connsiteX4" fmla="*/ 645859 w 2976294"/>
              <a:gd name="connsiteY4" fmla="*/ 1495 h 1287370"/>
              <a:gd name="connsiteX0" fmla="*/ 2498749 w 3028959"/>
              <a:gd name="connsiteY0" fmla="*/ 1285875 h 1285875"/>
              <a:gd name="connsiteX1" fmla="*/ 2860699 w 3028959"/>
              <a:gd name="connsiteY1" fmla="*/ 1038225 h 1285875"/>
              <a:gd name="connsiteX2" fmla="*/ 88924 w 3028959"/>
              <a:gd name="connsiteY2" fmla="*/ 409575 h 1285875"/>
              <a:gd name="connsiteX3" fmla="*/ 698524 w 3028959"/>
              <a:gd name="connsiteY3" fmla="*/ 0 h 1285875"/>
              <a:gd name="connsiteX0" fmla="*/ 2513471 w 3043681"/>
              <a:gd name="connsiteY0" fmla="*/ 1285875 h 1285875"/>
              <a:gd name="connsiteX1" fmla="*/ 2875421 w 3043681"/>
              <a:gd name="connsiteY1" fmla="*/ 1038225 h 1285875"/>
              <a:gd name="connsiteX2" fmla="*/ 103646 w 3043681"/>
              <a:gd name="connsiteY2" fmla="*/ 409575 h 1285875"/>
              <a:gd name="connsiteX3" fmla="*/ 713246 w 3043681"/>
              <a:gd name="connsiteY3" fmla="*/ 0 h 1285875"/>
              <a:gd name="connsiteX0" fmla="*/ 2521991 w 3052901"/>
              <a:gd name="connsiteY0" fmla="*/ 1285875 h 1285875"/>
              <a:gd name="connsiteX1" fmla="*/ 2883941 w 3052901"/>
              <a:gd name="connsiteY1" fmla="*/ 1038225 h 1285875"/>
              <a:gd name="connsiteX2" fmla="*/ 102641 w 3052901"/>
              <a:gd name="connsiteY2" fmla="*/ 533400 h 1285875"/>
              <a:gd name="connsiteX3" fmla="*/ 721766 w 3052901"/>
              <a:gd name="connsiteY3" fmla="*/ 0 h 1285875"/>
              <a:gd name="connsiteX0" fmla="*/ 2521992 w 3052902"/>
              <a:gd name="connsiteY0" fmla="*/ 1285875 h 1285875"/>
              <a:gd name="connsiteX1" fmla="*/ 2883942 w 3052902"/>
              <a:gd name="connsiteY1" fmla="*/ 981075 h 1285875"/>
              <a:gd name="connsiteX2" fmla="*/ 102642 w 3052902"/>
              <a:gd name="connsiteY2" fmla="*/ 533400 h 1285875"/>
              <a:gd name="connsiteX3" fmla="*/ 721767 w 3052902"/>
              <a:gd name="connsiteY3" fmla="*/ 0 h 1285875"/>
              <a:gd name="connsiteX0" fmla="*/ 2605937 w 3136847"/>
              <a:gd name="connsiteY0" fmla="*/ 1108953 h 1108953"/>
              <a:gd name="connsiteX1" fmla="*/ 2967887 w 3136847"/>
              <a:gd name="connsiteY1" fmla="*/ 804153 h 1108953"/>
              <a:gd name="connsiteX2" fmla="*/ 186587 w 3136847"/>
              <a:gd name="connsiteY2" fmla="*/ 356478 h 1108953"/>
              <a:gd name="connsiteX3" fmla="*/ 346249 w 3136847"/>
              <a:gd name="connsiteY3" fmla="*/ 0 h 1108953"/>
              <a:gd name="connsiteX0" fmla="*/ 2669676 w 3200586"/>
              <a:gd name="connsiteY0" fmla="*/ 1094209 h 1094209"/>
              <a:gd name="connsiteX1" fmla="*/ 3031626 w 3200586"/>
              <a:gd name="connsiteY1" fmla="*/ 789409 h 1094209"/>
              <a:gd name="connsiteX2" fmla="*/ 250326 w 3200586"/>
              <a:gd name="connsiteY2" fmla="*/ 341734 h 1094209"/>
              <a:gd name="connsiteX3" fmla="*/ 244499 w 3200586"/>
              <a:gd name="connsiteY3" fmla="*/ 0 h 1094209"/>
              <a:gd name="connsiteX0" fmla="*/ 2449026 w 3148149"/>
              <a:gd name="connsiteY0" fmla="*/ 1108953 h 1108953"/>
              <a:gd name="connsiteX1" fmla="*/ 3031626 w 3148149"/>
              <a:gd name="connsiteY1" fmla="*/ 789409 h 1108953"/>
              <a:gd name="connsiteX2" fmla="*/ 250326 w 3148149"/>
              <a:gd name="connsiteY2" fmla="*/ 341734 h 1108953"/>
              <a:gd name="connsiteX3" fmla="*/ 244499 w 3148149"/>
              <a:gd name="connsiteY3" fmla="*/ 0 h 1108953"/>
            </a:gdLst>
            <a:ahLst/>
            <a:cxnLst>
              <a:cxn ang="0">
                <a:pos x="connsiteX0" y="connsiteY0"/>
              </a:cxn>
              <a:cxn ang="0">
                <a:pos x="connsiteX1" y="connsiteY1"/>
              </a:cxn>
              <a:cxn ang="0">
                <a:pos x="connsiteX2" y="connsiteY2"/>
              </a:cxn>
              <a:cxn ang="0">
                <a:pos x="connsiteX3" y="connsiteY3"/>
              </a:cxn>
            </a:cxnLst>
            <a:rect l="l" t="t" r="r" b="b"/>
            <a:pathLst>
              <a:path w="3148149" h="1108953">
                <a:moveTo>
                  <a:pt x="2449026" y="1108953"/>
                </a:moveTo>
                <a:cubicBezTo>
                  <a:pt x="2815738" y="1035134"/>
                  <a:pt x="3398076" y="917279"/>
                  <a:pt x="3031626" y="789409"/>
                </a:cubicBezTo>
                <a:cubicBezTo>
                  <a:pt x="2665176" y="661539"/>
                  <a:pt x="610689" y="505247"/>
                  <a:pt x="250326" y="341734"/>
                </a:cubicBezTo>
                <a:cubicBezTo>
                  <a:pt x="-110037" y="178222"/>
                  <a:pt x="-53951" y="28178"/>
                  <a:pt x="244499" y="0"/>
                </a:cubicBezTo>
              </a:path>
            </a:pathLst>
          </a:custGeom>
          <a:ln>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98" name="Freihandform 97"/>
          <p:cNvSpPr/>
          <p:nvPr/>
        </p:nvSpPr>
        <p:spPr>
          <a:xfrm flipV="1">
            <a:off x="3348000" y="1845000"/>
            <a:ext cx="720080" cy="1728000"/>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9" name="Freihandform 98"/>
          <p:cNvSpPr/>
          <p:nvPr/>
        </p:nvSpPr>
        <p:spPr>
          <a:xfrm flipV="1">
            <a:off x="3348000" y="1845000"/>
            <a:ext cx="720080" cy="1728000"/>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0" name="Freihandform 99"/>
          <p:cNvSpPr/>
          <p:nvPr/>
        </p:nvSpPr>
        <p:spPr>
          <a:xfrm flipV="1">
            <a:off x="3348000" y="1845000"/>
            <a:ext cx="720080" cy="2592000"/>
          </a:xfrm>
          <a:custGeom>
            <a:avLst/>
            <a:gdLst>
              <a:gd name="connsiteX0" fmla="*/ 0 w 692458"/>
              <a:gd name="connsiteY0" fmla="*/ 648070 h 648203"/>
              <a:gd name="connsiteX1" fmla="*/ 399495 w 692458"/>
              <a:gd name="connsiteY1" fmla="*/ 559293 h 648203"/>
              <a:gd name="connsiteX2" fmla="*/ 497150 w 692458"/>
              <a:gd name="connsiteY2" fmla="*/ 106532 h 648203"/>
              <a:gd name="connsiteX3" fmla="*/ 692458 w 692458"/>
              <a:gd name="connsiteY3" fmla="*/ 0 h 648203"/>
            </a:gdLst>
            <a:ahLst/>
            <a:cxnLst>
              <a:cxn ang="0">
                <a:pos x="connsiteX0" y="connsiteY0"/>
              </a:cxn>
              <a:cxn ang="0">
                <a:pos x="connsiteX1" y="connsiteY1"/>
              </a:cxn>
              <a:cxn ang="0">
                <a:pos x="connsiteX2" y="connsiteY2"/>
              </a:cxn>
              <a:cxn ang="0">
                <a:pos x="connsiteX3" y="connsiteY3"/>
              </a:cxn>
            </a:cxnLst>
            <a:rect l="l" t="t" r="r" b="b"/>
            <a:pathLst>
              <a:path w="692458" h="648203">
                <a:moveTo>
                  <a:pt x="0" y="648070"/>
                </a:moveTo>
                <a:cubicBezTo>
                  <a:pt x="158318" y="648809"/>
                  <a:pt x="316637" y="649549"/>
                  <a:pt x="399495" y="559293"/>
                </a:cubicBezTo>
                <a:cubicBezTo>
                  <a:pt x="482353" y="469037"/>
                  <a:pt x="448323" y="199747"/>
                  <a:pt x="497150" y="106532"/>
                </a:cubicBezTo>
                <a:cubicBezTo>
                  <a:pt x="545977" y="13316"/>
                  <a:pt x="619217" y="6658"/>
                  <a:pt x="69245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Rechteck 100"/>
          <p:cNvSpPr/>
          <p:nvPr/>
        </p:nvSpPr>
        <p:spPr>
          <a:xfrm>
            <a:off x="4716000" y="2349000"/>
            <a:ext cx="1224136" cy="64809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to</a:t>
            </a:r>
          </a:p>
          <a:p>
            <a:r>
              <a:rPr lang="en-US" sz="1000" dirty="0">
                <a:solidFill>
                  <a:schemeClr val="tx1"/>
                </a:solidFill>
              </a:rPr>
              <a:t>Variable</a:t>
            </a:r>
          </a:p>
        </p:txBody>
      </p:sp>
      <p:sp>
        <p:nvSpPr>
          <p:cNvPr id="102" name="Rechteck 101"/>
          <p:cNvSpPr/>
          <p:nvPr/>
        </p:nvSpPr>
        <p:spPr>
          <a:xfrm>
            <a:off x="5940000" y="1341000"/>
            <a:ext cx="100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Contained “Ha”</a:t>
            </a:r>
          </a:p>
          <a:p>
            <a:r>
              <a:rPr lang="en-US" sz="1000" dirty="0">
                <a:solidFill>
                  <a:schemeClr val="tx1"/>
                </a:solidFill>
              </a:rPr>
              <a:t>at initialization</a:t>
            </a:r>
          </a:p>
        </p:txBody>
      </p:sp>
      <p:sp>
        <p:nvSpPr>
          <p:cNvPr id="103" name="Rechteck 102"/>
          <p:cNvSpPr/>
          <p:nvPr/>
        </p:nvSpPr>
        <p:spPr>
          <a:xfrm>
            <a:off x="5940000" y="2637000"/>
            <a:ext cx="100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Contained “He”</a:t>
            </a:r>
          </a:p>
          <a:p>
            <a:r>
              <a:rPr lang="en-US" sz="1000" dirty="0">
                <a:solidFill>
                  <a:schemeClr val="tx1"/>
                </a:solidFill>
              </a:rPr>
              <a:t>at initialization</a:t>
            </a:r>
          </a:p>
        </p:txBody>
      </p:sp>
      <p:sp>
        <p:nvSpPr>
          <p:cNvPr id="5" name="Freihandform 4"/>
          <p:cNvSpPr/>
          <p:nvPr/>
        </p:nvSpPr>
        <p:spPr>
          <a:xfrm>
            <a:off x="3164541" y="3173506"/>
            <a:ext cx="896471" cy="537882"/>
          </a:xfrm>
          <a:custGeom>
            <a:avLst/>
            <a:gdLst>
              <a:gd name="connsiteX0" fmla="*/ 0 w 896471"/>
              <a:gd name="connsiteY0" fmla="*/ 0 h 537882"/>
              <a:gd name="connsiteX1" fmla="*/ 313765 w 896471"/>
              <a:gd name="connsiteY1" fmla="*/ 376518 h 537882"/>
              <a:gd name="connsiteX2" fmla="*/ 896471 w 896471"/>
              <a:gd name="connsiteY2" fmla="*/ 537882 h 537882"/>
            </a:gdLst>
            <a:ahLst/>
            <a:cxnLst>
              <a:cxn ang="0">
                <a:pos x="connsiteX0" y="connsiteY0"/>
              </a:cxn>
              <a:cxn ang="0">
                <a:pos x="connsiteX1" y="connsiteY1"/>
              </a:cxn>
              <a:cxn ang="0">
                <a:pos x="connsiteX2" y="connsiteY2"/>
              </a:cxn>
            </a:cxnLst>
            <a:rect l="l" t="t" r="r" b="b"/>
            <a:pathLst>
              <a:path w="896471" h="537882">
                <a:moveTo>
                  <a:pt x="0" y="0"/>
                </a:moveTo>
                <a:cubicBezTo>
                  <a:pt x="82176" y="143435"/>
                  <a:pt x="164353" y="286871"/>
                  <a:pt x="313765" y="376518"/>
                </a:cubicBezTo>
                <a:cubicBezTo>
                  <a:pt x="463177" y="466165"/>
                  <a:pt x="679824" y="502023"/>
                  <a:pt x="896471" y="537882"/>
                </a:cubicBezTo>
              </a:path>
            </a:pathLst>
          </a:custGeom>
          <a:ln>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solidFill>
                <a:schemeClr val="tx1"/>
              </a:solidFill>
            </a:endParaRPr>
          </a:p>
        </p:txBody>
      </p:sp>
      <p:sp>
        <p:nvSpPr>
          <p:cNvPr id="104" name="Rechteck 103"/>
          <p:cNvSpPr/>
          <p:nvPr/>
        </p:nvSpPr>
        <p:spPr>
          <a:xfrm>
            <a:off x="2988000" y="3429000"/>
            <a:ext cx="360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2000" dirty="0">
                <a:solidFill>
                  <a:srgbClr val="0000FF"/>
                </a:solidFill>
                <a:latin typeface="Wingdings" panose="05000000000000000000" pitchFamily="2" charset="2"/>
                <a:sym typeface="Wingdings" panose="05000000000000000000" pitchFamily="2" charset="2"/>
              </a:rPr>
              <a:t></a:t>
            </a:r>
            <a:endParaRPr lang="en-US" sz="2000" dirty="0">
              <a:solidFill>
                <a:srgbClr val="0000FF"/>
              </a:solidFill>
              <a:latin typeface="Wingdings" panose="05000000000000000000" pitchFamily="2" charset="2"/>
            </a:endParaRPr>
          </a:p>
        </p:txBody>
      </p:sp>
      <p:sp>
        <p:nvSpPr>
          <p:cNvPr id="115" name="Rechteck 114"/>
          <p:cNvSpPr/>
          <p:nvPr/>
        </p:nvSpPr>
        <p:spPr>
          <a:xfrm>
            <a:off x="2340000" y="314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00FF"/>
                </a:solidFill>
              </a:rPr>
              <a:t>a[0] =^ a[2];</a:t>
            </a:r>
          </a:p>
        </p:txBody>
      </p:sp>
      <p:sp>
        <p:nvSpPr>
          <p:cNvPr id="116" name="Rechteck 115"/>
          <p:cNvSpPr/>
          <p:nvPr/>
        </p:nvSpPr>
        <p:spPr>
          <a:xfrm>
            <a:off x="2484000" y="2421000"/>
            <a:ext cx="1008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B050"/>
                </a:solidFill>
              </a:rPr>
              <a:t>a[0] =^  a[3];</a:t>
            </a:r>
          </a:p>
        </p:txBody>
      </p:sp>
      <p:sp>
        <p:nvSpPr>
          <p:cNvPr id="120" name="Rechteck 119"/>
          <p:cNvSpPr/>
          <p:nvPr/>
        </p:nvSpPr>
        <p:spPr>
          <a:xfrm>
            <a:off x="6516000" y="1989000"/>
            <a:ext cx="864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B050"/>
                </a:solidFill>
              </a:rPr>
              <a:t>a[1] =^^ a[0];</a:t>
            </a:r>
          </a:p>
        </p:txBody>
      </p:sp>
      <p:sp>
        <p:nvSpPr>
          <p:cNvPr id="130" name="Rechteck 129"/>
          <p:cNvSpPr/>
          <p:nvPr/>
        </p:nvSpPr>
        <p:spPr>
          <a:xfrm>
            <a:off x="6516000" y="2205000"/>
            <a:ext cx="1368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00B050"/>
                </a:solidFill>
              </a:rPr>
              <a:t>Two “^^” forces </a:t>
            </a:r>
          </a:p>
          <a:p>
            <a:r>
              <a:rPr lang="en-US" sz="1000" dirty="0">
                <a:solidFill>
                  <a:srgbClr val="00B050"/>
                </a:solidFill>
              </a:rPr>
              <a:t>reference to reference</a:t>
            </a:r>
          </a:p>
        </p:txBody>
      </p:sp>
    </p:spTree>
    <p:extLst>
      <p:ext uri="{BB962C8B-B14F-4D97-AF65-F5344CB8AC3E}">
        <p14:creationId xmlns:p14="http://schemas.microsoft.com/office/powerpoint/2010/main" val="3710046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Transaction - Basics</a:t>
            </a:r>
          </a:p>
        </p:txBody>
      </p:sp>
      <p:sp>
        <p:nvSpPr>
          <p:cNvPr id="4" name="Textplatzhalter 3"/>
          <p:cNvSpPr>
            <a:spLocks noGrp="1"/>
          </p:cNvSpPr>
          <p:nvPr>
            <p:ph type="body" sz="quarter" idx="16"/>
          </p:nvPr>
        </p:nvSpPr>
        <p:spPr/>
        <p:txBody>
          <a:bodyPr/>
          <a:lstStyle/>
          <a:p>
            <a:endParaRPr lang="en-US"/>
          </a:p>
        </p:txBody>
      </p:sp>
      <p:sp>
        <p:nvSpPr>
          <p:cNvPr id="6" name="Rechteck 5">
            <a:extLst>
              <a:ext uri="{FF2B5EF4-FFF2-40B4-BE49-F238E27FC236}">
                <a16:creationId xmlns:a16="http://schemas.microsoft.com/office/drawing/2014/main" id="{93CAD094-A22E-4086-8603-3313AE723EA0}"/>
              </a:ext>
            </a:extLst>
          </p:cNvPr>
          <p:cNvSpPr/>
          <p:nvPr/>
        </p:nvSpPr>
        <p:spPr>
          <a:xfrm>
            <a:off x="4644000" y="112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a:t>
            </a:r>
          </a:p>
        </p:txBody>
      </p:sp>
      <p:sp>
        <p:nvSpPr>
          <p:cNvPr id="61" name="Rechteck 60">
            <a:extLst>
              <a:ext uri="{FF2B5EF4-FFF2-40B4-BE49-F238E27FC236}">
                <a16:creationId xmlns:a16="http://schemas.microsoft.com/office/drawing/2014/main" id="{87565FCA-6C7B-4980-A5E9-A40BA0147279}"/>
              </a:ext>
            </a:extLst>
          </p:cNvPr>
          <p:cNvSpPr/>
          <p:nvPr/>
        </p:nvSpPr>
        <p:spPr>
          <a:xfrm>
            <a:off x="4860000" y="134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62" name="Rechteck 61">
            <a:extLst>
              <a:ext uri="{FF2B5EF4-FFF2-40B4-BE49-F238E27FC236}">
                <a16:creationId xmlns:a16="http://schemas.microsoft.com/office/drawing/2014/main" id="{3F3E351A-377C-4CE0-897D-D118654BFBD3}"/>
              </a:ext>
            </a:extLst>
          </p:cNvPr>
          <p:cNvSpPr/>
          <p:nvPr/>
        </p:nvSpPr>
        <p:spPr>
          <a:xfrm>
            <a:off x="5076000" y="155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63" name="Rechteck 62">
            <a:extLst>
              <a:ext uri="{FF2B5EF4-FFF2-40B4-BE49-F238E27FC236}">
                <a16:creationId xmlns:a16="http://schemas.microsoft.com/office/drawing/2014/main" id="{C63ABD6D-8BCE-4769-8CC7-51537B7D0B24}"/>
              </a:ext>
            </a:extLst>
          </p:cNvPr>
          <p:cNvSpPr/>
          <p:nvPr/>
        </p:nvSpPr>
        <p:spPr>
          <a:xfrm>
            <a:off x="5076000" y="177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64" name="Rechteck 63">
            <a:extLst>
              <a:ext uri="{FF2B5EF4-FFF2-40B4-BE49-F238E27FC236}">
                <a16:creationId xmlns:a16="http://schemas.microsoft.com/office/drawing/2014/main" id="{51F77DF4-5DF0-48BB-AAAB-24E17ECE0569}"/>
              </a:ext>
            </a:extLst>
          </p:cNvPr>
          <p:cNvSpPr/>
          <p:nvPr/>
        </p:nvSpPr>
        <p:spPr>
          <a:xfrm>
            <a:off x="5076000" y="249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65" name="Rechteck 64">
            <a:extLst>
              <a:ext uri="{FF2B5EF4-FFF2-40B4-BE49-F238E27FC236}">
                <a16:creationId xmlns:a16="http://schemas.microsoft.com/office/drawing/2014/main" id="{F209951D-20DF-49C7-9E92-F9354D606C4E}"/>
              </a:ext>
            </a:extLst>
          </p:cNvPr>
          <p:cNvSpPr/>
          <p:nvPr/>
        </p:nvSpPr>
        <p:spPr>
          <a:xfrm>
            <a:off x="5508000" y="198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7" name="Rechteck 6">
            <a:extLst>
              <a:ext uri="{FF2B5EF4-FFF2-40B4-BE49-F238E27FC236}">
                <a16:creationId xmlns:a16="http://schemas.microsoft.com/office/drawing/2014/main" id="{38E6D5BE-988C-4765-951A-093FD9C21D35}"/>
              </a:ext>
            </a:extLst>
          </p:cNvPr>
          <p:cNvSpPr/>
          <p:nvPr/>
        </p:nvSpPr>
        <p:spPr>
          <a:xfrm>
            <a:off x="5076000" y="2277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68" name="Rechteck 67">
            <a:extLst>
              <a:ext uri="{FF2B5EF4-FFF2-40B4-BE49-F238E27FC236}">
                <a16:creationId xmlns:a16="http://schemas.microsoft.com/office/drawing/2014/main" id="{9FB37B0D-D03E-4E2F-9326-E972EACFC3FF}"/>
              </a:ext>
            </a:extLst>
          </p:cNvPr>
          <p:cNvSpPr/>
          <p:nvPr/>
        </p:nvSpPr>
        <p:spPr>
          <a:xfrm>
            <a:off x="4860000" y="270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69" name="Rechteck 68">
            <a:extLst>
              <a:ext uri="{FF2B5EF4-FFF2-40B4-BE49-F238E27FC236}">
                <a16:creationId xmlns:a16="http://schemas.microsoft.com/office/drawing/2014/main" id="{5CFEB6A3-7A22-4121-8A1A-347EA7A9F41E}"/>
              </a:ext>
            </a:extLst>
          </p:cNvPr>
          <p:cNvSpPr/>
          <p:nvPr/>
        </p:nvSpPr>
        <p:spPr>
          <a:xfrm>
            <a:off x="5076000" y="1988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70" name="Rechteck 69">
            <a:extLst>
              <a:ext uri="{FF2B5EF4-FFF2-40B4-BE49-F238E27FC236}">
                <a16:creationId xmlns:a16="http://schemas.microsoft.com/office/drawing/2014/main" id="{AF568BE4-B3DB-4FDB-B23D-3B62DC676356}"/>
              </a:ext>
            </a:extLst>
          </p:cNvPr>
          <p:cNvSpPr/>
          <p:nvPr/>
        </p:nvSpPr>
        <p:spPr>
          <a:xfrm>
            <a:off x="5076000" y="2133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72" name="Rechteck 71">
            <a:extLst>
              <a:ext uri="{FF2B5EF4-FFF2-40B4-BE49-F238E27FC236}">
                <a16:creationId xmlns:a16="http://schemas.microsoft.com/office/drawing/2014/main" id="{304F6299-4F11-49CE-9627-546D69366B71}"/>
              </a:ext>
            </a:extLst>
          </p:cNvPr>
          <p:cNvSpPr/>
          <p:nvPr/>
        </p:nvSpPr>
        <p:spPr>
          <a:xfrm>
            <a:off x="6444000" y="2709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82" name="Rechteck 81">
            <a:extLst>
              <a:ext uri="{FF2B5EF4-FFF2-40B4-BE49-F238E27FC236}">
                <a16:creationId xmlns:a16="http://schemas.microsoft.com/office/drawing/2014/main" id="{DCEC0B42-42AD-42A3-B013-D5843C5604BB}"/>
              </a:ext>
            </a:extLst>
          </p:cNvPr>
          <p:cNvSpPr/>
          <p:nvPr/>
        </p:nvSpPr>
        <p:spPr>
          <a:xfrm>
            <a:off x="5868000" y="112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83" name="Rechteck 82">
            <a:extLst>
              <a:ext uri="{FF2B5EF4-FFF2-40B4-BE49-F238E27FC236}">
                <a16:creationId xmlns:a16="http://schemas.microsoft.com/office/drawing/2014/main" id="{7B32EF11-2F65-4B0B-B6B3-D3A8F395CE02}"/>
              </a:ext>
            </a:extLst>
          </p:cNvPr>
          <p:cNvSpPr/>
          <p:nvPr/>
        </p:nvSpPr>
        <p:spPr>
          <a:xfrm>
            <a:off x="6660000" y="155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84" name="Rechteck 83">
            <a:extLst>
              <a:ext uri="{FF2B5EF4-FFF2-40B4-BE49-F238E27FC236}">
                <a16:creationId xmlns:a16="http://schemas.microsoft.com/office/drawing/2014/main" id="{3A380AF8-A379-4177-983E-8F690095E538}"/>
              </a:ext>
            </a:extLst>
          </p:cNvPr>
          <p:cNvSpPr/>
          <p:nvPr/>
        </p:nvSpPr>
        <p:spPr>
          <a:xfrm>
            <a:off x="6660000" y="177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85" name="Rechteck 84">
            <a:extLst>
              <a:ext uri="{FF2B5EF4-FFF2-40B4-BE49-F238E27FC236}">
                <a16:creationId xmlns:a16="http://schemas.microsoft.com/office/drawing/2014/main" id="{FA24BC34-F8D8-4A90-BAC6-BD5A4C7088CB}"/>
              </a:ext>
            </a:extLst>
          </p:cNvPr>
          <p:cNvSpPr/>
          <p:nvPr/>
        </p:nvSpPr>
        <p:spPr>
          <a:xfrm>
            <a:off x="6660000" y="249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88" name="Rechteck 87">
            <a:extLst>
              <a:ext uri="{FF2B5EF4-FFF2-40B4-BE49-F238E27FC236}">
                <a16:creationId xmlns:a16="http://schemas.microsoft.com/office/drawing/2014/main" id="{71B2FE66-51FB-4097-AD5D-45AAA79622E6}"/>
              </a:ext>
            </a:extLst>
          </p:cNvPr>
          <p:cNvSpPr/>
          <p:nvPr/>
        </p:nvSpPr>
        <p:spPr>
          <a:xfrm>
            <a:off x="7092000" y="198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99" name="Rechteck 98">
            <a:extLst>
              <a:ext uri="{FF2B5EF4-FFF2-40B4-BE49-F238E27FC236}">
                <a16:creationId xmlns:a16="http://schemas.microsoft.com/office/drawing/2014/main" id="{E24585C8-89D0-47CB-8284-E1E18136246D}"/>
              </a:ext>
            </a:extLst>
          </p:cNvPr>
          <p:cNvSpPr/>
          <p:nvPr/>
        </p:nvSpPr>
        <p:spPr>
          <a:xfrm>
            <a:off x="5508000" y="220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100" name="Rechteck 99">
            <a:extLst>
              <a:ext uri="{FF2B5EF4-FFF2-40B4-BE49-F238E27FC236}">
                <a16:creationId xmlns:a16="http://schemas.microsoft.com/office/drawing/2014/main" id="{F9747A63-1870-4C9F-B63D-408CF780EFE2}"/>
              </a:ext>
            </a:extLst>
          </p:cNvPr>
          <p:cNvSpPr/>
          <p:nvPr/>
        </p:nvSpPr>
        <p:spPr>
          <a:xfrm>
            <a:off x="7740000" y="220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102" name="Rechteck 101">
            <a:extLst>
              <a:ext uri="{FF2B5EF4-FFF2-40B4-BE49-F238E27FC236}">
                <a16:creationId xmlns:a16="http://schemas.microsoft.com/office/drawing/2014/main" id="{6D0EBA33-3B08-4196-85B3-81B9E3E05C6F}"/>
              </a:ext>
            </a:extLst>
          </p:cNvPr>
          <p:cNvSpPr/>
          <p:nvPr/>
        </p:nvSpPr>
        <p:spPr>
          <a:xfrm>
            <a:off x="2519316" y="5481232"/>
            <a:ext cx="936000"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Base Variable</a:t>
            </a:r>
          </a:p>
        </p:txBody>
      </p:sp>
      <p:sp>
        <p:nvSpPr>
          <p:cNvPr id="103" name="Rechteck 102">
            <a:extLst>
              <a:ext uri="{FF2B5EF4-FFF2-40B4-BE49-F238E27FC236}">
                <a16:creationId xmlns:a16="http://schemas.microsoft.com/office/drawing/2014/main" id="{1E081CB0-5712-455E-8337-58BDDCA9CD0E}"/>
              </a:ext>
            </a:extLst>
          </p:cNvPr>
          <p:cNvSpPr/>
          <p:nvPr/>
        </p:nvSpPr>
        <p:spPr>
          <a:xfrm>
            <a:off x="4463532" y="5481232"/>
            <a:ext cx="1080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Structure Member</a:t>
            </a:r>
          </a:p>
        </p:txBody>
      </p:sp>
      <p:sp>
        <p:nvSpPr>
          <p:cNvPr id="104" name="Rechteck 103">
            <a:extLst>
              <a:ext uri="{FF2B5EF4-FFF2-40B4-BE49-F238E27FC236}">
                <a16:creationId xmlns:a16="http://schemas.microsoft.com/office/drawing/2014/main" id="{749233A8-0EAB-49E8-8E5C-FC6501AB6199}"/>
              </a:ext>
            </a:extLst>
          </p:cNvPr>
          <p:cNvSpPr/>
          <p:nvPr/>
        </p:nvSpPr>
        <p:spPr>
          <a:xfrm>
            <a:off x="6803792" y="5481232"/>
            <a:ext cx="1080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Array Member</a:t>
            </a:r>
          </a:p>
        </p:txBody>
      </p:sp>
      <p:sp>
        <p:nvSpPr>
          <p:cNvPr id="105" name="Rechteck 104">
            <a:extLst>
              <a:ext uri="{FF2B5EF4-FFF2-40B4-BE49-F238E27FC236}">
                <a16:creationId xmlns:a16="http://schemas.microsoft.com/office/drawing/2014/main" id="{39DA3880-0524-4669-817C-E1C1E60F0CD5}"/>
              </a:ext>
            </a:extLst>
          </p:cNvPr>
          <p:cNvSpPr/>
          <p:nvPr/>
        </p:nvSpPr>
        <p:spPr>
          <a:xfrm>
            <a:off x="6084000" y="134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125" name="Rechteck 124">
            <a:extLst>
              <a:ext uri="{FF2B5EF4-FFF2-40B4-BE49-F238E27FC236}">
                <a16:creationId xmlns:a16="http://schemas.microsoft.com/office/drawing/2014/main" id="{283E9659-3008-4AEC-B883-DFEF84D6A56D}"/>
              </a:ext>
            </a:extLst>
          </p:cNvPr>
          <p:cNvSpPr/>
          <p:nvPr/>
        </p:nvSpPr>
        <p:spPr>
          <a:xfrm>
            <a:off x="395536" y="5481000"/>
            <a:ext cx="936000"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Simple variable</a:t>
            </a:r>
          </a:p>
        </p:txBody>
      </p:sp>
      <p:sp>
        <p:nvSpPr>
          <p:cNvPr id="126" name="Rechteck 125">
            <a:extLst>
              <a:ext uri="{FF2B5EF4-FFF2-40B4-BE49-F238E27FC236}">
                <a16:creationId xmlns:a16="http://schemas.microsoft.com/office/drawing/2014/main" id="{4A70054C-D2C3-4143-8C4E-0D9B0D692180}"/>
              </a:ext>
            </a:extLst>
          </p:cNvPr>
          <p:cNvSpPr/>
          <p:nvPr/>
        </p:nvSpPr>
        <p:spPr>
          <a:xfrm>
            <a:off x="1331184" y="5481000"/>
            <a:ext cx="1224000" cy="18025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has no members )</a:t>
            </a:r>
          </a:p>
        </p:txBody>
      </p:sp>
      <p:sp>
        <p:nvSpPr>
          <p:cNvPr id="127" name="Rechteck 126">
            <a:extLst>
              <a:ext uri="{FF2B5EF4-FFF2-40B4-BE49-F238E27FC236}">
                <a16:creationId xmlns:a16="http://schemas.microsoft.com/office/drawing/2014/main" id="{73A954EF-44B7-440A-A5BE-B37981DC3ED1}"/>
              </a:ext>
            </a:extLst>
          </p:cNvPr>
          <p:cNvSpPr/>
          <p:nvPr/>
        </p:nvSpPr>
        <p:spPr>
          <a:xfrm>
            <a:off x="3455420" y="5481232"/>
            <a:ext cx="1116124"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 0 members )</a:t>
            </a:r>
          </a:p>
        </p:txBody>
      </p:sp>
      <p:sp>
        <p:nvSpPr>
          <p:cNvPr id="132" name="Rechteck 131">
            <a:extLst>
              <a:ext uri="{FF2B5EF4-FFF2-40B4-BE49-F238E27FC236}">
                <a16:creationId xmlns:a16="http://schemas.microsoft.com/office/drawing/2014/main" id="{D7E287F8-E1AE-40DD-8D6E-67CF51146171}"/>
              </a:ext>
            </a:extLst>
          </p:cNvPr>
          <p:cNvSpPr/>
          <p:nvPr/>
        </p:nvSpPr>
        <p:spPr>
          <a:xfrm>
            <a:off x="5579656" y="5481232"/>
            <a:ext cx="1224136"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 structure )</a:t>
            </a:r>
          </a:p>
        </p:txBody>
      </p:sp>
      <p:sp>
        <p:nvSpPr>
          <p:cNvPr id="133" name="Rechteck 132">
            <a:extLst>
              <a:ext uri="{FF2B5EF4-FFF2-40B4-BE49-F238E27FC236}">
                <a16:creationId xmlns:a16="http://schemas.microsoft.com/office/drawing/2014/main" id="{9EC78425-718D-468C-86B1-2711FEB82AF4}"/>
              </a:ext>
            </a:extLst>
          </p:cNvPr>
          <p:cNvSpPr/>
          <p:nvPr/>
        </p:nvSpPr>
        <p:spPr>
          <a:xfrm>
            <a:off x="7883912" y="5481232"/>
            <a:ext cx="1079888"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an array)</a:t>
            </a:r>
          </a:p>
        </p:txBody>
      </p:sp>
      <p:sp>
        <p:nvSpPr>
          <p:cNvPr id="49" name="Rechteck 48">
            <a:extLst>
              <a:ext uri="{FF2B5EF4-FFF2-40B4-BE49-F238E27FC236}">
                <a16:creationId xmlns:a16="http://schemas.microsoft.com/office/drawing/2014/main" id="{455BA344-4969-49BA-AE97-74D3CF54219D}"/>
              </a:ext>
            </a:extLst>
          </p:cNvPr>
          <p:cNvSpPr/>
          <p:nvPr/>
        </p:nvSpPr>
        <p:spPr>
          <a:xfrm>
            <a:off x="396000" y="801000"/>
            <a:ext cx="8496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latin typeface="+mj-lt"/>
                <a:cs typeface="Courier New" panose="02070309020205020404" pitchFamily="49" charset="0"/>
              </a:rPr>
              <a:t>Assignment:</a:t>
            </a:r>
            <a:r>
              <a:rPr lang="en-US" sz="1200" b="1" dirty="0">
                <a:solidFill>
                  <a:schemeClr val="tx1"/>
                </a:solidFill>
                <a:latin typeface="Courier New" panose="02070309020205020404" pitchFamily="49" charset="0"/>
                <a:cs typeface="Courier New" panose="02070309020205020404" pitchFamily="49" charset="0"/>
              </a:rPr>
              <a:t>	football club[] = soccer club[];</a:t>
            </a:r>
          </a:p>
        </p:txBody>
      </p:sp>
      <p:sp>
        <p:nvSpPr>
          <p:cNvPr id="50" name="Rechteck 49">
            <a:extLst>
              <a:ext uri="{FF2B5EF4-FFF2-40B4-BE49-F238E27FC236}">
                <a16:creationId xmlns:a16="http://schemas.microsoft.com/office/drawing/2014/main" id="{398C8725-02FE-470D-89FA-441688B628B4}"/>
              </a:ext>
            </a:extLst>
          </p:cNvPr>
          <p:cNvSpPr/>
          <p:nvPr/>
        </p:nvSpPr>
        <p:spPr>
          <a:xfrm>
            <a:off x="396000" y="1125000"/>
            <a:ext cx="1224136"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51" name="Rechteck 50">
            <a:extLst>
              <a:ext uri="{FF2B5EF4-FFF2-40B4-BE49-F238E27FC236}">
                <a16:creationId xmlns:a16="http://schemas.microsoft.com/office/drawing/2014/main" id="{D19AD3EC-E761-4D40-AFFE-AD794A1EA568}"/>
              </a:ext>
            </a:extLst>
          </p:cNvPr>
          <p:cNvSpPr/>
          <p:nvPr/>
        </p:nvSpPr>
        <p:spPr>
          <a:xfrm>
            <a:off x="1620000" y="112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3" name="Pfeil: nach rechts 2">
            <a:extLst>
              <a:ext uri="{FF2B5EF4-FFF2-40B4-BE49-F238E27FC236}">
                <a16:creationId xmlns:a16="http://schemas.microsoft.com/office/drawing/2014/main" id="{D14AAC77-0E38-47F1-901C-880C122645D4}"/>
              </a:ext>
            </a:extLst>
          </p:cNvPr>
          <p:cNvSpPr/>
          <p:nvPr/>
        </p:nvSpPr>
        <p:spPr>
          <a:xfrm flipH="1">
            <a:off x="3852000" y="1053000"/>
            <a:ext cx="576000" cy="360000"/>
          </a:xfrm>
          <a:prstGeom prst="right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53" name="Rechteck 52">
            <a:extLst>
              <a:ext uri="{FF2B5EF4-FFF2-40B4-BE49-F238E27FC236}">
                <a16:creationId xmlns:a16="http://schemas.microsoft.com/office/drawing/2014/main" id="{0D41DE28-B7D9-4F7D-8C3A-274B2C2BAE0A}"/>
              </a:ext>
            </a:extLst>
          </p:cNvPr>
          <p:cNvSpPr/>
          <p:nvPr/>
        </p:nvSpPr>
        <p:spPr>
          <a:xfrm>
            <a:off x="396000" y="3069000"/>
            <a:ext cx="8496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latin typeface="+mj-lt"/>
                <a:cs typeface="Courier New" panose="02070309020205020404" pitchFamily="49" charset="0"/>
              </a:rPr>
              <a:t>Transaction:</a:t>
            </a:r>
            <a:r>
              <a:rPr lang="en-US" sz="1200" b="1" dirty="0">
                <a:solidFill>
                  <a:schemeClr val="tx1"/>
                </a:solidFill>
                <a:latin typeface="Courier New" panose="02070309020205020404" pitchFamily="49" charset="0"/>
                <a:cs typeface="Courier New" panose="02070309020205020404" pitchFamily="49" charset="0"/>
              </a:rPr>
              <a:t> 	football club[] </a:t>
            </a:r>
            <a:r>
              <a:rPr lang="en-US" sz="1200" b="1">
                <a:solidFill>
                  <a:schemeClr val="tx1"/>
                </a:solidFill>
                <a:latin typeface="Courier New" panose="02070309020205020404" pitchFamily="49" charset="0"/>
                <a:cs typeface="Courier New" panose="02070309020205020404" pitchFamily="49" charset="0"/>
              </a:rPr>
              <a:t>&lt;== soccer </a:t>
            </a:r>
            <a:r>
              <a:rPr lang="en-US" sz="1200" b="1" dirty="0">
                <a:solidFill>
                  <a:schemeClr val="tx1"/>
                </a:solidFill>
                <a:latin typeface="Courier New" panose="02070309020205020404" pitchFamily="49" charset="0"/>
                <a:cs typeface="Courier New" panose="02070309020205020404" pitchFamily="49" charset="0"/>
              </a:rPr>
              <a:t>club[];</a:t>
            </a:r>
          </a:p>
        </p:txBody>
      </p:sp>
      <p:sp>
        <p:nvSpPr>
          <p:cNvPr id="54" name="Rechteck 53">
            <a:extLst>
              <a:ext uri="{FF2B5EF4-FFF2-40B4-BE49-F238E27FC236}">
                <a16:creationId xmlns:a16="http://schemas.microsoft.com/office/drawing/2014/main" id="{9CB533E3-7FBA-4216-80AF-AD383B22834F}"/>
              </a:ext>
            </a:extLst>
          </p:cNvPr>
          <p:cNvSpPr/>
          <p:nvPr/>
        </p:nvSpPr>
        <p:spPr>
          <a:xfrm>
            <a:off x="4644000" y="3393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a:t>
            </a:r>
          </a:p>
        </p:txBody>
      </p:sp>
      <p:sp>
        <p:nvSpPr>
          <p:cNvPr id="55" name="Rechteck 54">
            <a:extLst>
              <a:ext uri="{FF2B5EF4-FFF2-40B4-BE49-F238E27FC236}">
                <a16:creationId xmlns:a16="http://schemas.microsoft.com/office/drawing/2014/main" id="{1CD96544-288A-4753-A15F-D843C6CBD989}"/>
              </a:ext>
            </a:extLst>
          </p:cNvPr>
          <p:cNvSpPr/>
          <p:nvPr/>
        </p:nvSpPr>
        <p:spPr>
          <a:xfrm>
            <a:off x="4860000" y="3609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56" name="Rechteck 55">
            <a:extLst>
              <a:ext uri="{FF2B5EF4-FFF2-40B4-BE49-F238E27FC236}">
                <a16:creationId xmlns:a16="http://schemas.microsoft.com/office/drawing/2014/main" id="{FED3E7C6-8926-4F89-8F9E-4F246E04AB73}"/>
              </a:ext>
            </a:extLst>
          </p:cNvPr>
          <p:cNvSpPr/>
          <p:nvPr/>
        </p:nvSpPr>
        <p:spPr>
          <a:xfrm>
            <a:off x="5076000" y="3825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57" name="Rechteck 56">
            <a:extLst>
              <a:ext uri="{FF2B5EF4-FFF2-40B4-BE49-F238E27FC236}">
                <a16:creationId xmlns:a16="http://schemas.microsoft.com/office/drawing/2014/main" id="{EB5EAD4B-0E7A-4B72-8A1E-305A0E63C825}"/>
              </a:ext>
            </a:extLst>
          </p:cNvPr>
          <p:cNvSpPr/>
          <p:nvPr/>
        </p:nvSpPr>
        <p:spPr>
          <a:xfrm>
            <a:off x="5076000" y="404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58" name="Rechteck 57">
            <a:extLst>
              <a:ext uri="{FF2B5EF4-FFF2-40B4-BE49-F238E27FC236}">
                <a16:creationId xmlns:a16="http://schemas.microsoft.com/office/drawing/2014/main" id="{F4063C95-342C-4445-B8EB-F57313571049}"/>
              </a:ext>
            </a:extLst>
          </p:cNvPr>
          <p:cNvSpPr/>
          <p:nvPr/>
        </p:nvSpPr>
        <p:spPr>
          <a:xfrm>
            <a:off x="5076000" y="476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59" name="Rechteck 58">
            <a:extLst>
              <a:ext uri="{FF2B5EF4-FFF2-40B4-BE49-F238E27FC236}">
                <a16:creationId xmlns:a16="http://schemas.microsoft.com/office/drawing/2014/main" id="{61EA03A7-A934-4E41-8F86-580956D90E5A}"/>
              </a:ext>
            </a:extLst>
          </p:cNvPr>
          <p:cNvSpPr/>
          <p:nvPr/>
        </p:nvSpPr>
        <p:spPr>
          <a:xfrm>
            <a:off x="5508000" y="425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60" name="Rechteck 59">
            <a:extLst>
              <a:ext uri="{FF2B5EF4-FFF2-40B4-BE49-F238E27FC236}">
                <a16:creationId xmlns:a16="http://schemas.microsoft.com/office/drawing/2014/main" id="{CDDDEA5B-1281-4F35-8401-7296128BF5C0}"/>
              </a:ext>
            </a:extLst>
          </p:cNvPr>
          <p:cNvSpPr/>
          <p:nvPr/>
        </p:nvSpPr>
        <p:spPr>
          <a:xfrm>
            <a:off x="5076000" y="4545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66" name="Rechteck 65">
            <a:extLst>
              <a:ext uri="{FF2B5EF4-FFF2-40B4-BE49-F238E27FC236}">
                <a16:creationId xmlns:a16="http://schemas.microsoft.com/office/drawing/2014/main" id="{510BBBC6-954A-4126-8037-622E0240D4DD}"/>
              </a:ext>
            </a:extLst>
          </p:cNvPr>
          <p:cNvSpPr/>
          <p:nvPr/>
        </p:nvSpPr>
        <p:spPr>
          <a:xfrm>
            <a:off x="4860000" y="497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67" name="Rechteck 66">
            <a:extLst>
              <a:ext uri="{FF2B5EF4-FFF2-40B4-BE49-F238E27FC236}">
                <a16:creationId xmlns:a16="http://schemas.microsoft.com/office/drawing/2014/main" id="{45D800E7-D712-454F-A55D-D4216D3BAAEF}"/>
              </a:ext>
            </a:extLst>
          </p:cNvPr>
          <p:cNvSpPr/>
          <p:nvPr/>
        </p:nvSpPr>
        <p:spPr>
          <a:xfrm>
            <a:off x="5076000" y="4256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73" name="Rechteck 72">
            <a:extLst>
              <a:ext uri="{FF2B5EF4-FFF2-40B4-BE49-F238E27FC236}">
                <a16:creationId xmlns:a16="http://schemas.microsoft.com/office/drawing/2014/main" id="{FB44AFD4-5846-4239-A996-75DEC7B0AB15}"/>
              </a:ext>
            </a:extLst>
          </p:cNvPr>
          <p:cNvSpPr/>
          <p:nvPr/>
        </p:nvSpPr>
        <p:spPr>
          <a:xfrm>
            <a:off x="5076000" y="4401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74" name="Rechteck 73">
            <a:extLst>
              <a:ext uri="{FF2B5EF4-FFF2-40B4-BE49-F238E27FC236}">
                <a16:creationId xmlns:a16="http://schemas.microsoft.com/office/drawing/2014/main" id="{DBEE5593-39D6-4B4E-B512-E8406FAF55F5}"/>
              </a:ext>
            </a:extLst>
          </p:cNvPr>
          <p:cNvSpPr/>
          <p:nvPr/>
        </p:nvSpPr>
        <p:spPr>
          <a:xfrm>
            <a:off x="6444000" y="4977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75" name="Rechteck 74">
            <a:extLst>
              <a:ext uri="{FF2B5EF4-FFF2-40B4-BE49-F238E27FC236}">
                <a16:creationId xmlns:a16="http://schemas.microsoft.com/office/drawing/2014/main" id="{BFFFEC49-6D7D-4F5A-AFBB-D71043C213EB}"/>
              </a:ext>
            </a:extLst>
          </p:cNvPr>
          <p:cNvSpPr/>
          <p:nvPr/>
        </p:nvSpPr>
        <p:spPr>
          <a:xfrm>
            <a:off x="5868000" y="3393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76" name="Rechteck 75">
            <a:extLst>
              <a:ext uri="{FF2B5EF4-FFF2-40B4-BE49-F238E27FC236}">
                <a16:creationId xmlns:a16="http://schemas.microsoft.com/office/drawing/2014/main" id="{6A0A8D66-E999-482B-85C5-8B8B047DCB0C}"/>
              </a:ext>
            </a:extLst>
          </p:cNvPr>
          <p:cNvSpPr/>
          <p:nvPr/>
        </p:nvSpPr>
        <p:spPr>
          <a:xfrm>
            <a:off x="6660000" y="3825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77" name="Rechteck 76">
            <a:extLst>
              <a:ext uri="{FF2B5EF4-FFF2-40B4-BE49-F238E27FC236}">
                <a16:creationId xmlns:a16="http://schemas.microsoft.com/office/drawing/2014/main" id="{97DF2E11-FF44-473E-AE7F-235904623869}"/>
              </a:ext>
            </a:extLst>
          </p:cNvPr>
          <p:cNvSpPr/>
          <p:nvPr/>
        </p:nvSpPr>
        <p:spPr>
          <a:xfrm>
            <a:off x="6660000" y="404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78" name="Rechteck 77">
            <a:extLst>
              <a:ext uri="{FF2B5EF4-FFF2-40B4-BE49-F238E27FC236}">
                <a16:creationId xmlns:a16="http://schemas.microsoft.com/office/drawing/2014/main" id="{12E66AF4-134E-4927-A611-83F0EBDD06CC}"/>
              </a:ext>
            </a:extLst>
          </p:cNvPr>
          <p:cNvSpPr/>
          <p:nvPr/>
        </p:nvSpPr>
        <p:spPr>
          <a:xfrm>
            <a:off x="6660000" y="476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79" name="Rechteck 78">
            <a:extLst>
              <a:ext uri="{FF2B5EF4-FFF2-40B4-BE49-F238E27FC236}">
                <a16:creationId xmlns:a16="http://schemas.microsoft.com/office/drawing/2014/main" id="{E8A3F915-1526-4FBF-BC33-3BE3FE32C3EC}"/>
              </a:ext>
            </a:extLst>
          </p:cNvPr>
          <p:cNvSpPr/>
          <p:nvPr/>
        </p:nvSpPr>
        <p:spPr>
          <a:xfrm>
            <a:off x="7092000" y="4257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80" name="Rechteck 79">
            <a:extLst>
              <a:ext uri="{FF2B5EF4-FFF2-40B4-BE49-F238E27FC236}">
                <a16:creationId xmlns:a16="http://schemas.microsoft.com/office/drawing/2014/main" id="{DA533854-3BAB-465A-981F-4C3D61B2A97E}"/>
              </a:ext>
            </a:extLst>
          </p:cNvPr>
          <p:cNvSpPr/>
          <p:nvPr/>
        </p:nvSpPr>
        <p:spPr>
          <a:xfrm>
            <a:off x="5508000" y="4473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81" name="Rechteck 80">
            <a:extLst>
              <a:ext uri="{FF2B5EF4-FFF2-40B4-BE49-F238E27FC236}">
                <a16:creationId xmlns:a16="http://schemas.microsoft.com/office/drawing/2014/main" id="{E89DB512-7FF5-4B3D-948A-291F46F927EC}"/>
              </a:ext>
            </a:extLst>
          </p:cNvPr>
          <p:cNvSpPr/>
          <p:nvPr/>
        </p:nvSpPr>
        <p:spPr>
          <a:xfrm>
            <a:off x="7740000" y="4473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87" name="Rechteck 86">
            <a:extLst>
              <a:ext uri="{FF2B5EF4-FFF2-40B4-BE49-F238E27FC236}">
                <a16:creationId xmlns:a16="http://schemas.microsoft.com/office/drawing/2014/main" id="{A2C78947-BD44-4906-8DF0-4598A6AA155C}"/>
              </a:ext>
            </a:extLst>
          </p:cNvPr>
          <p:cNvSpPr/>
          <p:nvPr/>
        </p:nvSpPr>
        <p:spPr>
          <a:xfrm>
            <a:off x="6084000" y="3609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89" name="Pfeil: nach rechts 88">
            <a:extLst>
              <a:ext uri="{FF2B5EF4-FFF2-40B4-BE49-F238E27FC236}">
                <a16:creationId xmlns:a16="http://schemas.microsoft.com/office/drawing/2014/main" id="{444617D2-245A-47BD-B7AA-E225C2D0C8B5}"/>
              </a:ext>
            </a:extLst>
          </p:cNvPr>
          <p:cNvSpPr/>
          <p:nvPr/>
        </p:nvSpPr>
        <p:spPr>
          <a:xfrm flipH="1">
            <a:off x="3852000" y="3321000"/>
            <a:ext cx="576000" cy="360000"/>
          </a:xfrm>
          <a:prstGeom prst="right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0" name="Rechteck 89">
            <a:extLst>
              <a:ext uri="{FF2B5EF4-FFF2-40B4-BE49-F238E27FC236}">
                <a16:creationId xmlns:a16="http://schemas.microsoft.com/office/drawing/2014/main" id="{586C3874-0594-4020-A983-6AE96996D3EB}"/>
              </a:ext>
            </a:extLst>
          </p:cNvPr>
          <p:cNvSpPr/>
          <p:nvPr/>
        </p:nvSpPr>
        <p:spPr>
          <a:xfrm>
            <a:off x="396000" y="3393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91" name="Rechteck 90">
            <a:extLst>
              <a:ext uri="{FF2B5EF4-FFF2-40B4-BE49-F238E27FC236}">
                <a16:creationId xmlns:a16="http://schemas.microsoft.com/office/drawing/2014/main" id="{75FA5758-ABAF-427F-B468-87795E8749A2}"/>
              </a:ext>
            </a:extLst>
          </p:cNvPr>
          <p:cNvSpPr/>
          <p:nvPr/>
        </p:nvSpPr>
        <p:spPr>
          <a:xfrm>
            <a:off x="1620000" y="3393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92" name="Rechteck 91">
            <a:extLst>
              <a:ext uri="{FF2B5EF4-FFF2-40B4-BE49-F238E27FC236}">
                <a16:creationId xmlns:a16="http://schemas.microsoft.com/office/drawing/2014/main" id="{D542C148-832D-4341-872F-F0CD520307E7}"/>
              </a:ext>
            </a:extLst>
          </p:cNvPr>
          <p:cNvSpPr/>
          <p:nvPr/>
        </p:nvSpPr>
        <p:spPr>
          <a:xfrm>
            <a:off x="612000" y="3609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93" name="Rechteck 92">
            <a:extLst>
              <a:ext uri="{FF2B5EF4-FFF2-40B4-BE49-F238E27FC236}">
                <a16:creationId xmlns:a16="http://schemas.microsoft.com/office/drawing/2014/main" id="{0D9699C6-0837-4E0F-9710-921F9919708E}"/>
              </a:ext>
            </a:extLst>
          </p:cNvPr>
          <p:cNvSpPr/>
          <p:nvPr/>
        </p:nvSpPr>
        <p:spPr>
          <a:xfrm>
            <a:off x="828000" y="3825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94" name="Rechteck 93">
            <a:extLst>
              <a:ext uri="{FF2B5EF4-FFF2-40B4-BE49-F238E27FC236}">
                <a16:creationId xmlns:a16="http://schemas.microsoft.com/office/drawing/2014/main" id="{07AE96CB-2523-4471-9951-7A30CE8652D3}"/>
              </a:ext>
            </a:extLst>
          </p:cNvPr>
          <p:cNvSpPr/>
          <p:nvPr/>
        </p:nvSpPr>
        <p:spPr>
          <a:xfrm>
            <a:off x="828000" y="404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95" name="Rechteck 94">
            <a:extLst>
              <a:ext uri="{FF2B5EF4-FFF2-40B4-BE49-F238E27FC236}">
                <a16:creationId xmlns:a16="http://schemas.microsoft.com/office/drawing/2014/main" id="{4C44CB02-0F5A-4D61-9F49-929502D375C1}"/>
              </a:ext>
            </a:extLst>
          </p:cNvPr>
          <p:cNvSpPr/>
          <p:nvPr/>
        </p:nvSpPr>
        <p:spPr>
          <a:xfrm>
            <a:off x="828000" y="4761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96" name="Rechteck 95">
            <a:extLst>
              <a:ext uri="{FF2B5EF4-FFF2-40B4-BE49-F238E27FC236}">
                <a16:creationId xmlns:a16="http://schemas.microsoft.com/office/drawing/2014/main" id="{D2AE1FC7-5835-407A-9172-9AF1229B64D8}"/>
              </a:ext>
            </a:extLst>
          </p:cNvPr>
          <p:cNvSpPr/>
          <p:nvPr/>
        </p:nvSpPr>
        <p:spPr>
          <a:xfrm>
            <a:off x="1260000" y="425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97" name="Rechteck 96">
            <a:extLst>
              <a:ext uri="{FF2B5EF4-FFF2-40B4-BE49-F238E27FC236}">
                <a16:creationId xmlns:a16="http://schemas.microsoft.com/office/drawing/2014/main" id="{0ABBF546-9AE8-4F42-BC4D-624121DDAA59}"/>
              </a:ext>
            </a:extLst>
          </p:cNvPr>
          <p:cNvSpPr/>
          <p:nvPr/>
        </p:nvSpPr>
        <p:spPr>
          <a:xfrm>
            <a:off x="828000" y="4545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98" name="Rechteck 97">
            <a:extLst>
              <a:ext uri="{FF2B5EF4-FFF2-40B4-BE49-F238E27FC236}">
                <a16:creationId xmlns:a16="http://schemas.microsoft.com/office/drawing/2014/main" id="{14D64BB6-AFD4-4939-B14F-2728E56227C7}"/>
              </a:ext>
            </a:extLst>
          </p:cNvPr>
          <p:cNvSpPr/>
          <p:nvPr/>
        </p:nvSpPr>
        <p:spPr>
          <a:xfrm>
            <a:off x="612000" y="497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101" name="Rechteck 100">
            <a:extLst>
              <a:ext uri="{FF2B5EF4-FFF2-40B4-BE49-F238E27FC236}">
                <a16:creationId xmlns:a16="http://schemas.microsoft.com/office/drawing/2014/main" id="{6DE24AE9-8C6E-4A45-BFF1-3A823C69989A}"/>
              </a:ext>
            </a:extLst>
          </p:cNvPr>
          <p:cNvSpPr/>
          <p:nvPr/>
        </p:nvSpPr>
        <p:spPr>
          <a:xfrm>
            <a:off x="828000" y="4256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107" name="Rechteck 106">
            <a:extLst>
              <a:ext uri="{FF2B5EF4-FFF2-40B4-BE49-F238E27FC236}">
                <a16:creationId xmlns:a16="http://schemas.microsoft.com/office/drawing/2014/main" id="{BE1C1EBC-39E2-43FF-90E1-7D5650BE4BC0}"/>
              </a:ext>
            </a:extLst>
          </p:cNvPr>
          <p:cNvSpPr/>
          <p:nvPr/>
        </p:nvSpPr>
        <p:spPr>
          <a:xfrm>
            <a:off x="828000" y="4401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108" name="Rechteck 107">
            <a:extLst>
              <a:ext uri="{FF2B5EF4-FFF2-40B4-BE49-F238E27FC236}">
                <a16:creationId xmlns:a16="http://schemas.microsoft.com/office/drawing/2014/main" id="{4B658B81-66E6-4A69-B9C7-3C25BF406019}"/>
              </a:ext>
            </a:extLst>
          </p:cNvPr>
          <p:cNvSpPr/>
          <p:nvPr/>
        </p:nvSpPr>
        <p:spPr>
          <a:xfrm>
            <a:off x="2196000" y="4977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109" name="Rechteck 108">
            <a:extLst>
              <a:ext uri="{FF2B5EF4-FFF2-40B4-BE49-F238E27FC236}">
                <a16:creationId xmlns:a16="http://schemas.microsoft.com/office/drawing/2014/main" id="{84384D1E-89C9-4E78-B6BF-6DD05528AE36}"/>
              </a:ext>
            </a:extLst>
          </p:cNvPr>
          <p:cNvSpPr/>
          <p:nvPr/>
        </p:nvSpPr>
        <p:spPr>
          <a:xfrm>
            <a:off x="2412000" y="3825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110" name="Rechteck 109">
            <a:extLst>
              <a:ext uri="{FF2B5EF4-FFF2-40B4-BE49-F238E27FC236}">
                <a16:creationId xmlns:a16="http://schemas.microsoft.com/office/drawing/2014/main" id="{5CEF34F7-0797-4780-A209-F94569DA0725}"/>
              </a:ext>
            </a:extLst>
          </p:cNvPr>
          <p:cNvSpPr/>
          <p:nvPr/>
        </p:nvSpPr>
        <p:spPr>
          <a:xfrm>
            <a:off x="2412000" y="404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111" name="Rechteck 110">
            <a:extLst>
              <a:ext uri="{FF2B5EF4-FFF2-40B4-BE49-F238E27FC236}">
                <a16:creationId xmlns:a16="http://schemas.microsoft.com/office/drawing/2014/main" id="{BF7743A7-181A-4CEC-9226-558DD1DB53A8}"/>
              </a:ext>
            </a:extLst>
          </p:cNvPr>
          <p:cNvSpPr/>
          <p:nvPr/>
        </p:nvSpPr>
        <p:spPr>
          <a:xfrm>
            <a:off x="2412000" y="4761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112" name="Rechteck 111">
            <a:extLst>
              <a:ext uri="{FF2B5EF4-FFF2-40B4-BE49-F238E27FC236}">
                <a16:creationId xmlns:a16="http://schemas.microsoft.com/office/drawing/2014/main" id="{7CB4304B-A753-4B12-9ABA-BC38B5760AC1}"/>
              </a:ext>
            </a:extLst>
          </p:cNvPr>
          <p:cNvSpPr/>
          <p:nvPr/>
        </p:nvSpPr>
        <p:spPr>
          <a:xfrm>
            <a:off x="2844000" y="4257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113" name="Rechteck 112">
            <a:extLst>
              <a:ext uri="{FF2B5EF4-FFF2-40B4-BE49-F238E27FC236}">
                <a16:creationId xmlns:a16="http://schemas.microsoft.com/office/drawing/2014/main" id="{E67876D3-533F-4692-990F-3C5E9A9B63B6}"/>
              </a:ext>
            </a:extLst>
          </p:cNvPr>
          <p:cNvSpPr/>
          <p:nvPr/>
        </p:nvSpPr>
        <p:spPr>
          <a:xfrm>
            <a:off x="1260000" y="4473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114" name="Rechteck 113">
            <a:extLst>
              <a:ext uri="{FF2B5EF4-FFF2-40B4-BE49-F238E27FC236}">
                <a16:creationId xmlns:a16="http://schemas.microsoft.com/office/drawing/2014/main" id="{3B55799A-45C4-43DC-9F43-A8911EA07B3C}"/>
              </a:ext>
            </a:extLst>
          </p:cNvPr>
          <p:cNvSpPr/>
          <p:nvPr/>
        </p:nvSpPr>
        <p:spPr>
          <a:xfrm>
            <a:off x="3492000" y="4473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115" name="Rechteck 114">
            <a:extLst>
              <a:ext uri="{FF2B5EF4-FFF2-40B4-BE49-F238E27FC236}">
                <a16:creationId xmlns:a16="http://schemas.microsoft.com/office/drawing/2014/main" id="{CED82CFB-9478-420A-919A-5662D5354198}"/>
              </a:ext>
            </a:extLst>
          </p:cNvPr>
          <p:cNvSpPr/>
          <p:nvPr/>
        </p:nvSpPr>
        <p:spPr>
          <a:xfrm>
            <a:off x="1836000" y="3609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Tree>
    <p:extLst>
      <p:ext uri="{BB962C8B-B14F-4D97-AF65-F5344CB8AC3E}">
        <p14:creationId xmlns:p14="http://schemas.microsoft.com/office/powerpoint/2010/main" val="3092039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Transaction - &amp; Operator</a:t>
            </a:r>
          </a:p>
        </p:txBody>
      </p:sp>
      <p:sp>
        <p:nvSpPr>
          <p:cNvPr id="4" name="Textplatzhalter 3"/>
          <p:cNvSpPr>
            <a:spLocks noGrp="1"/>
          </p:cNvSpPr>
          <p:nvPr>
            <p:ph type="body" sz="quarter" idx="16"/>
          </p:nvPr>
        </p:nvSpPr>
        <p:spPr/>
        <p:txBody>
          <a:bodyPr/>
          <a:lstStyle/>
          <a:p>
            <a:endParaRPr lang="en-US"/>
          </a:p>
        </p:txBody>
      </p:sp>
      <p:sp>
        <p:nvSpPr>
          <p:cNvPr id="6" name="Rechteck 5">
            <a:extLst>
              <a:ext uri="{FF2B5EF4-FFF2-40B4-BE49-F238E27FC236}">
                <a16:creationId xmlns:a16="http://schemas.microsoft.com/office/drawing/2014/main" id="{93CAD094-A22E-4086-8603-3313AE723EA0}"/>
              </a:ext>
            </a:extLst>
          </p:cNvPr>
          <p:cNvSpPr/>
          <p:nvPr/>
        </p:nvSpPr>
        <p:spPr>
          <a:xfrm>
            <a:off x="4644000" y="112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a:t>
            </a:r>
          </a:p>
        </p:txBody>
      </p:sp>
      <p:sp>
        <p:nvSpPr>
          <p:cNvPr id="61" name="Rechteck 60">
            <a:extLst>
              <a:ext uri="{FF2B5EF4-FFF2-40B4-BE49-F238E27FC236}">
                <a16:creationId xmlns:a16="http://schemas.microsoft.com/office/drawing/2014/main" id="{87565FCA-6C7B-4980-A5E9-A40BA0147279}"/>
              </a:ext>
            </a:extLst>
          </p:cNvPr>
          <p:cNvSpPr/>
          <p:nvPr/>
        </p:nvSpPr>
        <p:spPr>
          <a:xfrm>
            <a:off x="4860000" y="134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62" name="Rechteck 61">
            <a:extLst>
              <a:ext uri="{FF2B5EF4-FFF2-40B4-BE49-F238E27FC236}">
                <a16:creationId xmlns:a16="http://schemas.microsoft.com/office/drawing/2014/main" id="{3F3E351A-377C-4CE0-897D-D118654BFBD3}"/>
              </a:ext>
            </a:extLst>
          </p:cNvPr>
          <p:cNvSpPr/>
          <p:nvPr/>
        </p:nvSpPr>
        <p:spPr>
          <a:xfrm>
            <a:off x="5076000" y="155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65" name="Rechteck 64">
            <a:extLst>
              <a:ext uri="{FF2B5EF4-FFF2-40B4-BE49-F238E27FC236}">
                <a16:creationId xmlns:a16="http://schemas.microsoft.com/office/drawing/2014/main" id="{F209951D-20DF-49C7-9E92-F9354D606C4E}"/>
              </a:ext>
            </a:extLst>
          </p:cNvPr>
          <p:cNvSpPr/>
          <p:nvPr/>
        </p:nvSpPr>
        <p:spPr>
          <a:xfrm>
            <a:off x="5508000" y="1773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rgbClr val="FF0000"/>
                </a:solidFill>
              </a:rPr>
              <a:t>soccer </a:t>
            </a:r>
            <a:r>
              <a:rPr lang="en-US" sz="1000" dirty="0">
                <a:solidFill>
                  <a:srgbClr val="FF0000"/>
                </a:solidFill>
              </a:rPr>
              <a:t>club[ team, 1, role ]</a:t>
            </a:r>
          </a:p>
        </p:txBody>
      </p:sp>
      <p:sp>
        <p:nvSpPr>
          <p:cNvPr id="7" name="Rechteck 6">
            <a:extLst>
              <a:ext uri="{FF2B5EF4-FFF2-40B4-BE49-F238E27FC236}">
                <a16:creationId xmlns:a16="http://schemas.microsoft.com/office/drawing/2014/main" id="{38E6D5BE-988C-4765-951A-093FD9C21D35}"/>
              </a:ext>
            </a:extLst>
          </p:cNvPr>
          <p:cNvSpPr/>
          <p:nvPr/>
        </p:nvSpPr>
        <p:spPr>
          <a:xfrm>
            <a:off x="5076000" y="1989024"/>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68" name="Rechteck 67">
            <a:extLst>
              <a:ext uri="{FF2B5EF4-FFF2-40B4-BE49-F238E27FC236}">
                <a16:creationId xmlns:a16="http://schemas.microsoft.com/office/drawing/2014/main" id="{9FB37B0D-D03E-4E2F-9326-E972EACFC3FF}"/>
              </a:ext>
            </a:extLst>
          </p:cNvPr>
          <p:cNvSpPr/>
          <p:nvPr/>
        </p:nvSpPr>
        <p:spPr>
          <a:xfrm>
            <a:off x="4860000" y="2637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69" name="Rechteck 68">
            <a:extLst>
              <a:ext uri="{FF2B5EF4-FFF2-40B4-BE49-F238E27FC236}">
                <a16:creationId xmlns:a16="http://schemas.microsoft.com/office/drawing/2014/main" id="{5CFEB6A3-7A22-4121-8A1A-347EA7A9F41E}"/>
              </a:ext>
            </a:extLst>
          </p:cNvPr>
          <p:cNvSpPr/>
          <p:nvPr/>
        </p:nvSpPr>
        <p:spPr>
          <a:xfrm>
            <a:off x="5076000" y="1701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70" name="Rechteck 69">
            <a:extLst>
              <a:ext uri="{FF2B5EF4-FFF2-40B4-BE49-F238E27FC236}">
                <a16:creationId xmlns:a16="http://schemas.microsoft.com/office/drawing/2014/main" id="{AF568BE4-B3DB-4FDB-B23D-3B62DC676356}"/>
              </a:ext>
            </a:extLst>
          </p:cNvPr>
          <p:cNvSpPr/>
          <p:nvPr/>
        </p:nvSpPr>
        <p:spPr>
          <a:xfrm>
            <a:off x="5076000" y="1845024"/>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72" name="Rechteck 71">
            <a:extLst>
              <a:ext uri="{FF2B5EF4-FFF2-40B4-BE49-F238E27FC236}">
                <a16:creationId xmlns:a16="http://schemas.microsoft.com/office/drawing/2014/main" id="{304F6299-4F11-49CE-9627-546D69366B71}"/>
              </a:ext>
            </a:extLst>
          </p:cNvPr>
          <p:cNvSpPr/>
          <p:nvPr/>
        </p:nvSpPr>
        <p:spPr>
          <a:xfrm>
            <a:off x="6444000" y="2637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"Y. </a:t>
            </a:r>
            <a:r>
              <a:rPr lang="en-US" sz="1000" dirty="0" err="1">
                <a:solidFill>
                  <a:schemeClr val="tx1"/>
                </a:solidFill>
              </a:rPr>
              <a:t>Yvesson</a:t>
            </a:r>
            <a:r>
              <a:rPr lang="en-US" sz="1000" dirty="0">
                <a:solidFill>
                  <a:schemeClr val="tx1"/>
                </a:solidFill>
              </a:rPr>
              <a:t>"</a:t>
            </a:r>
          </a:p>
        </p:txBody>
      </p:sp>
      <p:sp>
        <p:nvSpPr>
          <p:cNvPr id="82" name="Rechteck 81">
            <a:extLst>
              <a:ext uri="{FF2B5EF4-FFF2-40B4-BE49-F238E27FC236}">
                <a16:creationId xmlns:a16="http://schemas.microsoft.com/office/drawing/2014/main" id="{DCEC0B42-42AD-42A3-B013-D5843C5604BB}"/>
              </a:ext>
            </a:extLst>
          </p:cNvPr>
          <p:cNvSpPr/>
          <p:nvPr/>
        </p:nvSpPr>
        <p:spPr>
          <a:xfrm>
            <a:off x="5868000" y="112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83" name="Rechteck 82">
            <a:extLst>
              <a:ext uri="{FF2B5EF4-FFF2-40B4-BE49-F238E27FC236}">
                <a16:creationId xmlns:a16="http://schemas.microsoft.com/office/drawing/2014/main" id="{7B32EF11-2F65-4B0B-B6B3-D3A8F395CE02}"/>
              </a:ext>
            </a:extLst>
          </p:cNvPr>
          <p:cNvSpPr/>
          <p:nvPr/>
        </p:nvSpPr>
        <p:spPr>
          <a:xfrm>
            <a:off x="6660000" y="155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"L. Larsson"</a:t>
            </a:r>
          </a:p>
        </p:txBody>
      </p:sp>
      <p:sp>
        <p:nvSpPr>
          <p:cNvPr id="88" name="Rechteck 87">
            <a:extLst>
              <a:ext uri="{FF2B5EF4-FFF2-40B4-BE49-F238E27FC236}">
                <a16:creationId xmlns:a16="http://schemas.microsoft.com/office/drawing/2014/main" id="{71B2FE66-51FB-4097-AD5D-45AAA79622E6}"/>
              </a:ext>
            </a:extLst>
          </p:cNvPr>
          <p:cNvSpPr/>
          <p:nvPr/>
        </p:nvSpPr>
        <p:spPr>
          <a:xfrm>
            <a:off x="7092000" y="1773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FF0000"/>
                </a:solidFill>
              </a:rPr>
              <a:t>"defense"</a:t>
            </a:r>
          </a:p>
        </p:txBody>
      </p:sp>
      <p:sp>
        <p:nvSpPr>
          <p:cNvPr id="99" name="Rechteck 98">
            <a:extLst>
              <a:ext uri="{FF2B5EF4-FFF2-40B4-BE49-F238E27FC236}">
                <a16:creationId xmlns:a16="http://schemas.microsoft.com/office/drawing/2014/main" id="{E24585C8-89D0-47CB-8284-E1E18136246D}"/>
              </a:ext>
            </a:extLst>
          </p:cNvPr>
          <p:cNvSpPr/>
          <p:nvPr/>
        </p:nvSpPr>
        <p:spPr>
          <a:xfrm>
            <a:off x="5508000" y="1989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rgbClr val="FF0000"/>
                </a:solidFill>
              </a:rPr>
              <a:t>soccer </a:t>
            </a:r>
            <a:r>
              <a:rPr lang="en-US" sz="1000" dirty="0">
                <a:solidFill>
                  <a:srgbClr val="FF0000"/>
                </a:solidFill>
              </a:rPr>
              <a:t>club[ team, 1, goals achieved ]</a:t>
            </a:r>
          </a:p>
        </p:txBody>
      </p:sp>
      <p:sp>
        <p:nvSpPr>
          <p:cNvPr id="100" name="Rechteck 99">
            <a:extLst>
              <a:ext uri="{FF2B5EF4-FFF2-40B4-BE49-F238E27FC236}">
                <a16:creationId xmlns:a16="http://schemas.microsoft.com/office/drawing/2014/main" id="{F9747A63-1870-4C9F-B63D-408CF780EFE2}"/>
              </a:ext>
            </a:extLst>
          </p:cNvPr>
          <p:cNvSpPr/>
          <p:nvPr/>
        </p:nvSpPr>
        <p:spPr>
          <a:xfrm>
            <a:off x="7740000" y="1989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rgbClr val="FF0000"/>
                </a:solidFill>
              </a:rPr>
              <a:t>0</a:t>
            </a:r>
          </a:p>
        </p:txBody>
      </p:sp>
      <p:sp>
        <p:nvSpPr>
          <p:cNvPr id="102" name="Rechteck 101">
            <a:extLst>
              <a:ext uri="{FF2B5EF4-FFF2-40B4-BE49-F238E27FC236}">
                <a16:creationId xmlns:a16="http://schemas.microsoft.com/office/drawing/2014/main" id="{6D0EBA33-3B08-4196-85B3-81B9E3E05C6F}"/>
              </a:ext>
            </a:extLst>
          </p:cNvPr>
          <p:cNvSpPr/>
          <p:nvPr/>
        </p:nvSpPr>
        <p:spPr>
          <a:xfrm>
            <a:off x="2519316" y="5481232"/>
            <a:ext cx="936000"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Base Variable</a:t>
            </a:r>
          </a:p>
        </p:txBody>
      </p:sp>
      <p:sp>
        <p:nvSpPr>
          <p:cNvPr id="103" name="Rechteck 102">
            <a:extLst>
              <a:ext uri="{FF2B5EF4-FFF2-40B4-BE49-F238E27FC236}">
                <a16:creationId xmlns:a16="http://schemas.microsoft.com/office/drawing/2014/main" id="{1E081CB0-5712-455E-8337-58BDDCA9CD0E}"/>
              </a:ext>
            </a:extLst>
          </p:cNvPr>
          <p:cNvSpPr/>
          <p:nvPr/>
        </p:nvSpPr>
        <p:spPr>
          <a:xfrm>
            <a:off x="4463532" y="5481232"/>
            <a:ext cx="1080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Structure Member</a:t>
            </a:r>
          </a:p>
        </p:txBody>
      </p:sp>
      <p:sp>
        <p:nvSpPr>
          <p:cNvPr id="104" name="Rechteck 103">
            <a:extLst>
              <a:ext uri="{FF2B5EF4-FFF2-40B4-BE49-F238E27FC236}">
                <a16:creationId xmlns:a16="http://schemas.microsoft.com/office/drawing/2014/main" id="{749233A8-0EAB-49E8-8E5C-FC6501AB6199}"/>
              </a:ext>
            </a:extLst>
          </p:cNvPr>
          <p:cNvSpPr/>
          <p:nvPr/>
        </p:nvSpPr>
        <p:spPr>
          <a:xfrm>
            <a:off x="6803792" y="5481232"/>
            <a:ext cx="1080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Array Member</a:t>
            </a:r>
          </a:p>
        </p:txBody>
      </p:sp>
      <p:sp>
        <p:nvSpPr>
          <p:cNvPr id="105" name="Rechteck 104">
            <a:extLst>
              <a:ext uri="{FF2B5EF4-FFF2-40B4-BE49-F238E27FC236}">
                <a16:creationId xmlns:a16="http://schemas.microsoft.com/office/drawing/2014/main" id="{39DA3880-0524-4669-817C-E1C1E60F0CD5}"/>
              </a:ext>
            </a:extLst>
          </p:cNvPr>
          <p:cNvSpPr/>
          <p:nvPr/>
        </p:nvSpPr>
        <p:spPr>
          <a:xfrm>
            <a:off x="6084000" y="134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winning team"</a:t>
            </a:r>
          </a:p>
        </p:txBody>
      </p:sp>
      <p:sp>
        <p:nvSpPr>
          <p:cNvPr id="125" name="Rechteck 124">
            <a:extLst>
              <a:ext uri="{FF2B5EF4-FFF2-40B4-BE49-F238E27FC236}">
                <a16:creationId xmlns:a16="http://schemas.microsoft.com/office/drawing/2014/main" id="{283E9659-3008-4AEC-B883-DFEF84D6A56D}"/>
              </a:ext>
            </a:extLst>
          </p:cNvPr>
          <p:cNvSpPr/>
          <p:nvPr/>
        </p:nvSpPr>
        <p:spPr>
          <a:xfrm>
            <a:off x="395536" y="5481000"/>
            <a:ext cx="936000"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Simple variable</a:t>
            </a:r>
          </a:p>
        </p:txBody>
      </p:sp>
      <p:sp>
        <p:nvSpPr>
          <p:cNvPr id="126" name="Rechteck 125">
            <a:extLst>
              <a:ext uri="{FF2B5EF4-FFF2-40B4-BE49-F238E27FC236}">
                <a16:creationId xmlns:a16="http://schemas.microsoft.com/office/drawing/2014/main" id="{4A70054C-D2C3-4143-8C4E-0D9B0D692180}"/>
              </a:ext>
            </a:extLst>
          </p:cNvPr>
          <p:cNvSpPr/>
          <p:nvPr/>
        </p:nvSpPr>
        <p:spPr>
          <a:xfrm>
            <a:off x="1331184" y="5481000"/>
            <a:ext cx="1224000" cy="18025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has no members )</a:t>
            </a:r>
          </a:p>
        </p:txBody>
      </p:sp>
      <p:sp>
        <p:nvSpPr>
          <p:cNvPr id="127" name="Rechteck 126">
            <a:extLst>
              <a:ext uri="{FF2B5EF4-FFF2-40B4-BE49-F238E27FC236}">
                <a16:creationId xmlns:a16="http://schemas.microsoft.com/office/drawing/2014/main" id="{73A954EF-44B7-440A-A5BE-B37981DC3ED1}"/>
              </a:ext>
            </a:extLst>
          </p:cNvPr>
          <p:cNvSpPr/>
          <p:nvPr/>
        </p:nvSpPr>
        <p:spPr>
          <a:xfrm>
            <a:off x="3455420" y="5481232"/>
            <a:ext cx="1116124"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 0 members )</a:t>
            </a:r>
          </a:p>
        </p:txBody>
      </p:sp>
      <p:sp>
        <p:nvSpPr>
          <p:cNvPr id="132" name="Rechteck 131">
            <a:extLst>
              <a:ext uri="{FF2B5EF4-FFF2-40B4-BE49-F238E27FC236}">
                <a16:creationId xmlns:a16="http://schemas.microsoft.com/office/drawing/2014/main" id="{D7E287F8-E1AE-40DD-8D6E-67CF51146171}"/>
              </a:ext>
            </a:extLst>
          </p:cNvPr>
          <p:cNvSpPr/>
          <p:nvPr/>
        </p:nvSpPr>
        <p:spPr>
          <a:xfrm>
            <a:off x="5579656" y="5481232"/>
            <a:ext cx="1224136"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 structure )</a:t>
            </a:r>
          </a:p>
        </p:txBody>
      </p:sp>
      <p:sp>
        <p:nvSpPr>
          <p:cNvPr id="133" name="Rechteck 132">
            <a:extLst>
              <a:ext uri="{FF2B5EF4-FFF2-40B4-BE49-F238E27FC236}">
                <a16:creationId xmlns:a16="http://schemas.microsoft.com/office/drawing/2014/main" id="{9EC78425-718D-468C-86B1-2711FEB82AF4}"/>
              </a:ext>
            </a:extLst>
          </p:cNvPr>
          <p:cNvSpPr/>
          <p:nvPr/>
        </p:nvSpPr>
        <p:spPr>
          <a:xfrm>
            <a:off x="7883912" y="5481232"/>
            <a:ext cx="1079888"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 part of an array)</a:t>
            </a:r>
          </a:p>
        </p:txBody>
      </p:sp>
      <p:sp>
        <p:nvSpPr>
          <p:cNvPr id="49" name="Rechteck 48">
            <a:extLst>
              <a:ext uri="{FF2B5EF4-FFF2-40B4-BE49-F238E27FC236}">
                <a16:creationId xmlns:a16="http://schemas.microsoft.com/office/drawing/2014/main" id="{455BA344-4969-49BA-AE97-74D3CF54219D}"/>
              </a:ext>
            </a:extLst>
          </p:cNvPr>
          <p:cNvSpPr/>
          <p:nvPr/>
        </p:nvSpPr>
        <p:spPr>
          <a:xfrm>
            <a:off x="396000" y="801000"/>
            <a:ext cx="8496000" cy="216000"/>
          </a:xfrm>
          <a:prstGeom prst="re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latin typeface="+mj-lt"/>
                <a:cs typeface="Courier New" panose="02070309020205020404" pitchFamily="49" charset="0"/>
              </a:rPr>
              <a:t>Assignment:</a:t>
            </a:r>
            <a:r>
              <a:rPr lang="en-US" sz="1200" b="1" dirty="0">
                <a:solidFill>
                  <a:schemeClr val="tx1"/>
                </a:solidFill>
                <a:latin typeface="Courier New" panose="02070309020205020404" pitchFamily="49" charset="0"/>
                <a:cs typeface="Courier New" panose="02070309020205020404" pitchFamily="49" charset="0"/>
              </a:rPr>
              <a:t>	football club[] &amp;&lt;&lt;=^ soccer club[];</a:t>
            </a:r>
          </a:p>
        </p:txBody>
      </p:sp>
      <p:sp>
        <p:nvSpPr>
          <p:cNvPr id="3" name="Pfeil: nach rechts 2">
            <a:extLst>
              <a:ext uri="{FF2B5EF4-FFF2-40B4-BE49-F238E27FC236}">
                <a16:creationId xmlns:a16="http://schemas.microsoft.com/office/drawing/2014/main" id="{D14AAC77-0E38-47F1-901C-880C122645D4}"/>
              </a:ext>
            </a:extLst>
          </p:cNvPr>
          <p:cNvSpPr/>
          <p:nvPr/>
        </p:nvSpPr>
        <p:spPr>
          <a:xfrm rot="16200000" flipH="1">
            <a:off x="4176000" y="2817000"/>
            <a:ext cx="396000" cy="756000"/>
          </a:xfrm>
          <a:prstGeom prst="right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86" name="Rechteck 85">
            <a:extLst>
              <a:ext uri="{FF2B5EF4-FFF2-40B4-BE49-F238E27FC236}">
                <a16:creationId xmlns:a16="http://schemas.microsoft.com/office/drawing/2014/main" id="{9636AC88-B41D-4AF4-A89B-EB47E18BE484}"/>
              </a:ext>
            </a:extLst>
          </p:cNvPr>
          <p:cNvSpPr/>
          <p:nvPr/>
        </p:nvSpPr>
        <p:spPr>
          <a:xfrm>
            <a:off x="396000" y="1125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06" name="Rechteck 105">
            <a:extLst>
              <a:ext uri="{FF2B5EF4-FFF2-40B4-BE49-F238E27FC236}">
                <a16:creationId xmlns:a16="http://schemas.microsoft.com/office/drawing/2014/main" id="{C3BEE3E9-C1C6-4FCD-9F08-FCD64C250AF6}"/>
              </a:ext>
            </a:extLst>
          </p:cNvPr>
          <p:cNvSpPr/>
          <p:nvPr/>
        </p:nvSpPr>
        <p:spPr>
          <a:xfrm>
            <a:off x="1620000" y="1125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"F.C. Beverly Hills Celebrity Kickers"</a:t>
            </a:r>
          </a:p>
        </p:txBody>
      </p:sp>
      <p:sp>
        <p:nvSpPr>
          <p:cNvPr id="116" name="Rechteck 115">
            <a:extLst>
              <a:ext uri="{FF2B5EF4-FFF2-40B4-BE49-F238E27FC236}">
                <a16:creationId xmlns:a16="http://schemas.microsoft.com/office/drawing/2014/main" id="{B35437F7-EBD0-4DFC-826B-1A2A1F6C9502}"/>
              </a:ext>
            </a:extLst>
          </p:cNvPr>
          <p:cNvSpPr/>
          <p:nvPr/>
        </p:nvSpPr>
        <p:spPr>
          <a:xfrm>
            <a:off x="612000" y="1341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117" name="Rechteck 116">
            <a:extLst>
              <a:ext uri="{FF2B5EF4-FFF2-40B4-BE49-F238E27FC236}">
                <a16:creationId xmlns:a16="http://schemas.microsoft.com/office/drawing/2014/main" id="{1527B550-F26C-4154-91A5-976C6A9FF3DB}"/>
              </a:ext>
            </a:extLst>
          </p:cNvPr>
          <p:cNvSpPr/>
          <p:nvPr/>
        </p:nvSpPr>
        <p:spPr>
          <a:xfrm>
            <a:off x="828000" y="1557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118" name="Rechteck 117">
            <a:extLst>
              <a:ext uri="{FF2B5EF4-FFF2-40B4-BE49-F238E27FC236}">
                <a16:creationId xmlns:a16="http://schemas.microsoft.com/office/drawing/2014/main" id="{4F55444C-46C8-46D3-8411-C0C3BB944B7A}"/>
              </a:ext>
            </a:extLst>
          </p:cNvPr>
          <p:cNvSpPr/>
          <p:nvPr/>
        </p:nvSpPr>
        <p:spPr>
          <a:xfrm>
            <a:off x="828000" y="177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119" name="Rechteck 118">
            <a:extLst>
              <a:ext uri="{FF2B5EF4-FFF2-40B4-BE49-F238E27FC236}">
                <a16:creationId xmlns:a16="http://schemas.microsoft.com/office/drawing/2014/main" id="{A4D70E83-B93A-4990-9FD4-07A117A7D6EF}"/>
              </a:ext>
            </a:extLst>
          </p:cNvPr>
          <p:cNvSpPr/>
          <p:nvPr/>
        </p:nvSpPr>
        <p:spPr>
          <a:xfrm>
            <a:off x="828000" y="249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120" name="Rechteck 119">
            <a:extLst>
              <a:ext uri="{FF2B5EF4-FFF2-40B4-BE49-F238E27FC236}">
                <a16:creationId xmlns:a16="http://schemas.microsoft.com/office/drawing/2014/main" id="{57DE26EE-56BF-4777-A37B-E4A864244CD9}"/>
              </a:ext>
            </a:extLst>
          </p:cNvPr>
          <p:cNvSpPr/>
          <p:nvPr/>
        </p:nvSpPr>
        <p:spPr>
          <a:xfrm>
            <a:off x="1260000" y="198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121" name="Rechteck 120">
            <a:extLst>
              <a:ext uri="{FF2B5EF4-FFF2-40B4-BE49-F238E27FC236}">
                <a16:creationId xmlns:a16="http://schemas.microsoft.com/office/drawing/2014/main" id="{0D4EC818-956F-49B2-B9B7-B326DDDEF711}"/>
              </a:ext>
            </a:extLst>
          </p:cNvPr>
          <p:cNvSpPr/>
          <p:nvPr/>
        </p:nvSpPr>
        <p:spPr>
          <a:xfrm>
            <a:off x="828000" y="2277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122" name="Rechteck 121">
            <a:extLst>
              <a:ext uri="{FF2B5EF4-FFF2-40B4-BE49-F238E27FC236}">
                <a16:creationId xmlns:a16="http://schemas.microsoft.com/office/drawing/2014/main" id="{E3DA4A77-3278-4085-87FA-9CCC948CC083}"/>
              </a:ext>
            </a:extLst>
          </p:cNvPr>
          <p:cNvSpPr/>
          <p:nvPr/>
        </p:nvSpPr>
        <p:spPr>
          <a:xfrm>
            <a:off x="612000" y="2709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123" name="Rechteck 122">
            <a:extLst>
              <a:ext uri="{FF2B5EF4-FFF2-40B4-BE49-F238E27FC236}">
                <a16:creationId xmlns:a16="http://schemas.microsoft.com/office/drawing/2014/main" id="{BFEA1657-F404-4E54-859D-39B87D0377D3}"/>
              </a:ext>
            </a:extLst>
          </p:cNvPr>
          <p:cNvSpPr/>
          <p:nvPr/>
        </p:nvSpPr>
        <p:spPr>
          <a:xfrm>
            <a:off x="828000" y="1988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124" name="Rechteck 123">
            <a:extLst>
              <a:ext uri="{FF2B5EF4-FFF2-40B4-BE49-F238E27FC236}">
                <a16:creationId xmlns:a16="http://schemas.microsoft.com/office/drawing/2014/main" id="{F2E6C491-4C62-4B49-BAC9-951E3A793743}"/>
              </a:ext>
            </a:extLst>
          </p:cNvPr>
          <p:cNvSpPr/>
          <p:nvPr/>
        </p:nvSpPr>
        <p:spPr>
          <a:xfrm>
            <a:off x="828000" y="2133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128" name="Rechteck 127">
            <a:extLst>
              <a:ext uri="{FF2B5EF4-FFF2-40B4-BE49-F238E27FC236}">
                <a16:creationId xmlns:a16="http://schemas.microsoft.com/office/drawing/2014/main" id="{90D78154-5511-4C6B-B4FA-27B380CF8672}"/>
              </a:ext>
            </a:extLst>
          </p:cNvPr>
          <p:cNvSpPr/>
          <p:nvPr/>
        </p:nvSpPr>
        <p:spPr>
          <a:xfrm>
            <a:off x="2196000" y="2709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"Z. </a:t>
            </a:r>
            <a:r>
              <a:rPr lang="en-US" sz="1000" dirty="0" err="1">
                <a:solidFill>
                  <a:schemeClr val="tx1"/>
                </a:solidFill>
              </a:rPr>
              <a:t>Zweifel</a:t>
            </a:r>
            <a:r>
              <a:rPr lang="en-US" sz="1000" dirty="0">
                <a:solidFill>
                  <a:schemeClr val="tx1"/>
                </a:solidFill>
              </a:rPr>
              <a:t>"</a:t>
            </a:r>
          </a:p>
        </p:txBody>
      </p:sp>
      <p:sp>
        <p:nvSpPr>
          <p:cNvPr id="129" name="Rechteck 128">
            <a:extLst>
              <a:ext uri="{FF2B5EF4-FFF2-40B4-BE49-F238E27FC236}">
                <a16:creationId xmlns:a16="http://schemas.microsoft.com/office/drawing/2014/main" id="{64856CDD-64D7-4965-92CD-2F58F8AE466D}"/>
              </a:ext>
            </a:extLst>
          </p:cNvPr>
          <p:cNvSpPr/>
          <p:nvPr/>
        </p:nvSpPr>
        <p:spPr>
          <a:xfrm>
            <a:off x="2412000" y="1557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 Adams"</a:t>
            </a:r>
          </a:p>
        </p:txBody>
      </p:sp>
      <p:sp>
        <p:nvSpPr>
          <p:cNvPr id="130" name="Rechteck 129">
            <a:extLst>
              <a:ext uri="{FF2B5EF4-FFF2-40B4-BE49-F238E27FC236}">
                <a16:creationId xmlns:a16="http://schemas.microsoft.com/office/drawing/2014/main" id="{955FEBFE-DAD7-44F2-8AAE-9523816F3F48}"/>
              </a:ext>
            </a:extLst>
          </p:cNvPr>
          <p:cNvSpPr/>
          <p:nvPr/>
        </p:nvSpPr>
        <p:spPr>
          <a:xfrm>
            <a:off x="2412000" y="177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131" name="Rechteck 130">
            <a:extLst>
              <a:ext uri="{FF2B5EF4-FFF2-40B4-BE49-F238E27FC236}">
                <a16:creationId xmlns:a16="http://schemas.microsoft.com/office/drawing/2014/main" id="{CA61558F-85E9-4702-B930-7CE64E5ADE76}"/>
              </a:ext>
            </a:extLst>
          </p:cNvPr>
          <p:cNvSpPr/>
          <p:nvPr/>
        </p:nvSpPr>
        <p:spPr>
          <a:xfrm>
            <a:off x="2412000" y="249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134" name="Rechteck 133">
            <a:extLst>
              <a:ext uri="{FF2B5EF4-FFF2-40B4-BE49-F238E27FC236}">
                <a16:creationId xmlns:a16="http://schemas.microsoft.com/office/drawing/2014/main" id="{FAA9ADFB-EDCE-48AE-AE3C-AD957E2CB554}"/>
              </a:ext>
            </a:extLst>
          </p:cNvPr>
          <p:cNvSpPr/>
          <p:nvPr/>
        </p:nvSpPr>
        <p:spPr>
          <a:xfrm>
            <a:off x="2844000" y="1989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135" name="Rechteck 134">
            <a:extLst>
              <a:ext uri="{FF2B5EF4-FFF2-40B4-BE49-F238E27FC236}">
                <a16:creationId xmlns:a16="http://schemas.microsoft.com/office/drawing/2014/main" id="{40A2974F-B60A-4512-875D-900CB9A60449}"/>
              </a:ext>
            </a:extLst>
          </p:cNvPr>
          <p:cNvSpPr/>
          <p:nvPr/>
        </p:nvSpPr>
        <p:spPr>
          <a:xfrm>
            <a:off x="1260000" y="2205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136" name="Rechteck 135">
            <a:extLst>
              <a:ext uri="{FF2B5EF4-FFF2-40B4-BE49-F238E27FC236}">
                <a16:creationId xmlns:a16="http://schemas.microsoft.com/office/drawing/2014/main" id="{DD136DBC-CE5C-4ECD-B255-22A627B2AB5E}"/>
              </a:ext>
            </a:extLst>
          </p:cNvPr>
          <p:cNvSpPr/>
          <p:nvPr/>
        </p:nvSpPr>
        <p:spPr>
          <a:xfrm>
            <a:off x="3492000" y="2205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4</a:t>
            </a:r>
          </a:p>
        </p:txBody>
      </p:sp>
      <p:sp>
        <p:nvSpPr>
          <p:cNvPr id="137" name="Rechteck 136">
            <a:extLst>
              <a:ext uri="{FF2B5EF4-FFF2-40B4-BE49-F238E27FC236}">
                <a16:creationId xmlns:a16="http://schemas.microsoft.com/office/drawing/2014/main" id="{C0A968BC-C966-4EF0-8D15-23F20F8EB9D6}"/>
              </a:ext>
            </a:extLst>
          </p:cNvPr>
          <p:cNvSpPr/>
          <p:nvPr/>
        </p:nvSpPr>
        <p:spPr>
          <a:xfrm>
            <a:off x="1836000" y="134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"The heroic eleven"</a:t>
            </a:r>
          </a:p>
        </p:txBody>
      </p:sp>
      <p:sp>
        <p:nvSpPr>
          <p:cNvPr id="138" name="Rechteck 137">
            <a:extLst>
              <a:ext uri="{FF2B5EF4-FFF2-40B4-BE49-F238E27FC236}">
                <a16:creationId xmlns:a16="http://schemas.microsoft.com/office/drawing/2014/main" id="{C4F71E87-D7C2-41AD-97FB-20B13BB70510}"/>
              </a:ext>
            </a:extLst>
          </p:cNvPr>
          <p:cNvSpPr/>
          <p:nvPr/>
        </p:nvSpPr>
        <p:spPr>
          <a:xfrm>
            <a:off x="5076000" y="2205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139" name="Rechteck 138">
            <a:extLst>
              <a:ext uri="{FF2B5EF4-FFF2-40B4-BE49-F238E27FC236}">
                <a16:creationId xmlns:a16="http://schemas.microsoft.com/office/drawing/2014/main" id="{F809A568-B835-4AFF-AA85-4F465F35C4BF}"/>
              </a:ext>
            </a:extLst>
          </p:cNvPr>
          <p:cNvSpPr/>
          <p:nvPr/>
        </p:nvSpPr>
        <p:spPr>
          <a:xfrm>
            <a:off x="6660000" y="2205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140" name="Rechteck 139">
            <a:extLst>
              <a:ext uri="{FF2B5EF4-FFF2-40B4-BE49-F238E27FC236}">
                <a16:creationId xmlns:a16="http://schemas.microsoft.com/office/drawing/2014/main" id="{CB848029-5354-4320-A4BC-DF5EF815179D}"/>
              </a:ext>
            </a:extLst>
          </p:cNvPr>
          <p:cNvSpPr/>
          <p:nvPr/>
        </p:nvSpPr>
        <p:spPr>
          <a:xfrm>
            <a:off x="5508000" y="2421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141" name="Rechteck 140">
            <a:extLst>
              <a:ext uri="{FF2B5EF4-FFF2-40B4-BE49-F238E27FC236}">
                <a16:creationId xmlns:a16="http://schemas.microsoft.com/office/drawing/2014/main" id="{D33AC347-73F3-40B8-9830-FD77C469B4AC}"/>
              </a:ext>
            </a:extLst>
          </p:cNvPr>
          <p:cNvSpPr/>
          <p:nvPr/>
        </p:nvSpPr>
        <p:spPr>
          <a:xfrm>
            <a:off x="7740000" y="2421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5</a:t>
            </a:r>
          </a:p>
        </p:txBody>
      </p:sp>
      <p:sp>
        <p:nvSpPr>
          <p:cNvPr id="142" name="Rechteck 141">
            <a:extLst>
              <a:ext uri="{FF2B5EF4-FFF2-40B4-BE49-F238E27FC236}">
                <a16:creationId xmlns:a16="http://schemas.microsoft.com/office/drawing/2014/main" id="{633CCC55-CFCF-44D4-9A42-797DAF2C9C4C}"/>
              </a:ext>
            </a:extLst>
          </p:cNvPr>
          <p:cNvSpPr/>
          <p:nvPr/>
        </p:nvSpPr>
        <p:spPr>
          <a:xfrm>
            <a:off x="612000" y="3501000"/>
            <a:ext cx="1224136" cy="180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football club[ ]</a:t>
            </a:r>
          </a:p>
        </p:txBody>
      </p:sp>
      <p:sp>
        <p:nvSpPr>
          <p:cNvPr id="143" name="Rechteck 142">
            <a:extLst>
              <a:ext uri="{FF2B5EF4-FFF2-40B4-BE49-F238E27FC236}">
                <a16:creationId xmlns:a16="http://schemas.microsoft.com/office/drawing/2014/main" id="{5480B0BD-B53F-4B0A-BC8D-805AAA293819}"/>
              </a:ext>
            </a:extLst>
          </p:cNvPr>
          <p:cNvSpPr/>
          <p:nvPr/>
        </p:nvSpPr>
        <p:spPr>
          <a:xfrm>
            <a:off x="1836000" y="350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"S.C. Beverly Hills Celebrity Kickers"</a:t>
            </a:r>
          </a:p>
        </p:txBody>
      </p:sp>
      <p:sp>
        <p:nvSpPr>
          <p:cNvPr id="144" name="Rechteck 143">
            <a:extLst>
              <a:ext uri="{FF2B5EF4-FFF2-40B4-BE49-F238E27FC236}">
                <a16:creationId xmlns:a16="http://schemas.microsoft.com/office/drawing/2014/main" id="{517C0060-52B8-4DF1-AAB9-1757DDEC36C5}"/>
              </a:ext>
            </a:extLst>
          </p:cNvPr>
          <p:cNvSpPr/>
          <p:nvPr/>
        </p:nvSpPr>
        <p:spPr>
          <a:xfrm>
            <a:off x="828000" y="3717000"/>
            <a:ext cx="1224136"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a:t>
            </a:r>
          </a:p>
        </p:txBody>
      </p:sp>
      <p:sp>
        <p:nvSpPr>
          <p:cNvPr id="145" name="Rechteck 144">
            <a:extLst>
              <a:ext uri="{FF2B5EF4-FFF2-40B4-BE49-F238E27FC236}">
                <a16:creationId xmlns:a16="http://schemas.microsoft.com/office/drawing/2014/main" id="{AA457F73-DFEE-400E-9680-5AB0092B5D32}"/>
              </a:ext>
            </a:extLst>
          </p:cNvPr>
          <p:cNvSpPr/>
          <p:nvPr/>
        </p:nvSpPr>
        <p:spPr>
          <a:xfrm>
            <a:off x="1044000" y="3933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0 ]</a:t>
            </a:r>
          </a:p>
        </p:txBody>
      </p:sp>
      <p:sp>
        <p:nvSpPr>
          <p:cNvPr id="146" name="Rechteck 145">
            <a:extLst>
              <a:ext uri="{FF2B5EF4-FFF2-40B4-BE49-F238E27FC236}">
                <a16:creationId xmlns:a16="http://schemas.microsoft.com/office/drawing/2014/main" id="{BF102042-0F41-492C-A5D6-C94B500C3E9A}"/>
              </a:ext>
            </a:extLst>
          </p:cNvPr>
          <p:cNvSpPr/>
          <p:nvPr/>
        </p:nvSpPr>
        <p:spPr>
          <a:xfrm>
            <a:off x="1044000" y="4149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a:t>
            </a:r>
          </a:p>
        </p:txBody>
      </p:sp>
      <p:sp>
        <p:nvSpPr>
          <p:cNvPr id="147" name="Rechteck 146">
            <a:extLst>
              <a:ext uri="{FF2B5EF4-FFF2-40B4-BE49-F238E27FC236}">
                <a16:creationId xmlns:a16="http://schemas.microsoft.com/office/drawing/2014/main" id="{7C9AF2DA-E797-48B3-AAF1-7395F478ABAC}"/>
              </a:ext>
            </a:extLst>
          </p:cNvPr>
          <p:cNvSpPr/>
          <p:nvPr/>
        </p:nvSpPr>
        <p:spPr>
          <a:xfrm>
            <a:off x="1044000" y="4869000"/>
            <a:ext cx="1584000" cy="18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10 ]</a:t>
            </a:r>
          </a:p>
        </p:txBody>
      </p:sp>
      <p:sp>
        <p:nvSpPr>
          <p:cNvPr id="148" name="Rechteck 147">
            <a:extLst>
              <a:ext uri="{FF2B5EF4-FFF2-40B4-BE49-F238E27FC236}">
                <a16:creationId xmlns:a16="http://schemas.microsoft.com/office/drawing/2014/main" id="{20E21B9A-DDB1-4A64-955D-9BABBFF0363C}"/>
              </a:ext>
            </a:extLst>
          </p:cNvPr>
          <p:cNvSpPr/>
          <p:nvPr/>
        </p:nvSpPr>
        <p:spPr>
          <a:xfrm>
            <a:off x="1476000" y="4365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role ]</a:t>
            </a:r>
          </a:p>
        </p:txBody>
      </p:sp>
      <p:sp>
        <p:nvSpPr>
          <p:cNvPr id="149" name="Rechteck 148">
            <a:extLst>
              <a:ext uri="{FF2B5EF4-FFF2-40B4-BE49-F238E27FC236}">
                <a16:creationId xmlns:a16="http://schemas.microsoft.com/office/drawing/2014/main" id="{7149EB0A-4271-4A16-A723-6440C61D9E65}"/>
              </a:ext>
            </a:extLst>
          </p:cNvPr>
          <p:cNvSpPr/>
          <p:nvPr/>
        </p:nvSpPr>
        <p:spPr>
          <a:xfrm>
            <a:off x="1044000" y="4653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150" name="Rechteck 149">
            <a:extLst>
              <a:ext uri="{FF2B5EF4-FFF2-40B4-BE49-F238E27FC236}">
                <a16:creationId xmlns:a16="http://schemas.microsoft.com/office/drawing/2014/main" id="{DCEA86C0-ABD6-4787-882B-7C1D62AC3C22}"/>
              </a:ext>
            </a:extLst>
          </p:cNvPr>
          <p:cNvSpPr/>
          <p:nvPr/>
        </p:nvSpPr>
        <p:spPr>
          <a:xfrm>
            <a:off x="828000" y="5085000"/>
            <a:ext cx="1584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trainer ]</a:t>
            </a:r>
          </a:p>
        </p:txBody>
      </p:sp>
      <p:sp>
        <p:nvSpPr>
          <p:cNvPr id="151" name="Rechteck 150">
            <a:extLst>
              <a:ext uri="{FF2B5EF4-FFF2-40B4-BE49-F238E27FC236}">
                <a16:creationId xmlns:a16="http://schemas.microsoft.com/office/drawing/2014/main" id="{59B0933C-981C-4795-8396-509229A33068}"/>
              </a:ext>
            </a:extLst>
          </p:cNvPr>
          <p:cNvSpPr/>
          <p:nvPr/>
        </p:nvSpPr>
        <p:spPr>
          <a:xfrm>
            <a:off x="1044000" y="4364976"/>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152" name="Rechteck 151">
            <a:extLst>
              <a:ext uri="{FF2B5EF4-FFF2-40B4-BE49-F238E27FC236}">
                <a16:creationId xmlns:a16="http://schemas.microsoft.com/office/drawing/2014/main" id="{BC583D5C-3668-47F2-AA64-F1123D427C03}"/>
              </a:ext>
            </a:extLst>
          </p:cNvPr>
          <p:cNvSpPr/>
          <p:nvPr/>
        </p:nvSpPr>
        <p:spPr>
          <a:xfrm>
            <a:off x="1044000" y="4509000"/>
            <a:ext cx="14400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t>
            </a:r>
          </a:p>
        </p:txBody>
      </p:sp>
      <p:sp>
        <p:nvSpPr>
          <p:cNvPr id="153" name="Rechteck 152">
            <a:extLst>
              <a:ext uri="{FF2B5EF4-FFF2-40B4-BE49-F238E27FC236}">
                <a16:creationId xmlns:a16="http://schemas.microsoft.com/office/drawing/2014/main" id="{F7AAC52D-B036-41C7-8A9B-3D995FE2DDFA}"/>
              </a:ext>
            </a:extLst>
          </p:cNvPr>
          <p:cNvSpPr/>
          <p:nvPr/>
        </p:nvSpPr>
        <p:spPr>
          <a:xfrm>
            <a:off x="2412000" y="5085000"/>
            <a:ext cx="1584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"Y. </a:t>
            </a:r>
            <a:r>
              <a:rPr lang="en-US" sz="1000" b="1" dirty="0" err="1">
                <a:solidFill>
                  <a:srgbClr val="0000FF"/>
                </a:solidFill>
              </a:rPr>
              <a:t>Yvesson</a:t>
            </a:r>
            <a:r>
              <a:rPr lang="en-US" sz="1000" b="1" dirty="0">
                <a:solidFill>
                  <a:srgbClr val="0000FF"/>
                </a:solidFill>
              </a:rPr>
              <a:t>"</a:t>
            </a:r>
          </a:p>
        </p:txBody>
      </p:sp>
      <p:sp>
        <p:nvSpPr>
          <p:cNvPr id="154" name="Rechteck 153">
            <a:extLst>
              <a:ext uri="{FF2B5EF4-FFF2-40B4-BE49-F238E27FC236}">
                <a16:creationId xmlns:a16="http://schemas.microsoft.com/office/drawing/2014/main" id="{96D27238-155E-4171-AE7B-FCEEB4B725A7}"/>
              </a:ext>
            </a:extLst>
          </p:cNvPr>
          <p:cNvSpPr/>
          <p:nvPr/>
        </p:nvSpPr>
        <p:spPr>
          <a:xfrm>
            <a:off x="2628000" y="3933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"L. Larsson"</a:t>
            </a:r>
          </a:p>
        </p:txBody>
      </p:sp>
      <p:sp>
        <p:nvSpPr>
          <p:cNvPr id="155" name="Rechteck 154">
            <a:extLst>
              <a:ext uri="{FF2B5EF4-FFF2-40B4-BE49-F238E27FC236}">
                <a16:creationId xmlns:a16="http://schemas.microsoft.com/office/drawing/2014/main" id="{8601BF0C-7F66-4C10-AFE9-27164DAE1D19}"/>
              </a:ext>
            </a:extLst>
          </p:cNvPr>
          <p:cNvSpPr/>
          <p:nvPr/>
        </p:nvSpPr>
        <p:spPr>
          <a:xfrm>
            <a:off x="2628000" y="4149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 Bell"</a:t>
            </a:r>
          </a:p>
        </p:txBody>
      </p:sp>
      <p:sp>
        <p:nvSpPr>
          <p:cNvPr id="156" name="Rechteck 155">
            <a:extLst>
              <a:ext uri="{FF2B5EF4-FFF2-40B4-BE49-F238E27FC236}">
                <a16:creationId xmlns:a16="http://schemas.microsoft.com/office/drawing/2014/main" id="{C8775603-3CE6-4EA3-9EF3-8E0CCAF94F58}"/>
              </a:ext>
            </a:extLst>
          </p:cNvPr>
          <p:cNvSpPr/>
          <p:nvPr/>
        </p:nvSpPr>
        <p:spPr>
          <a:xfrm>
            <a:off x="2628000" y="4869000"/>
            <a:ext cx="1152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"K. Koch"</a:t>
            </a:r>
          </a:p>
        </p:txBody>
      </p:sp>
      <p:sp>
        <p:nvSpPr>
          <p:cNvPr id="157" name="Rechteck 156">
            <a:extLst>
              <a:ext uri="{FF2B5EF4-FFF2-40B4-BE49-F238E27FC236}">
                <a16:creationId xmlns:a16="http://schemas.microsoft.com/office/drawing/2014/main" id="{0F40408D-2E0C-428A-9A69-79B5593F5311}"/>
              </a:ext>
            </a:extLst>
          </p:cNvPr>
          <p:cNvSpPr/>
          <p:nvPr/>
        </p:nvSpPr>
        <p:spPr>
          <a:xfrm>
            <a:off x="3060000" y="4365000"/>
            <a:ext cx="100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"center forward"</a:t>
            </a:r>
          </a:p>
        </p:txBody>
      </p:sp>
      <p:sp>
        <p:nvSpPr>
          <p:cNvPr id="158" name="Rechteck 157">
            <a:extLst>
              <a:ext uri="{FF2B5EF4-FFF2-40B4-BE49-F238E27FC236}">
                <a16:creationId xmlns:a16="http://schemas.microsoft.com/office/drawing/2014/main" id="{2300CB0D-8213-4F8C-B781-9640D939BCA2}"/>
              </a:ext>
            </a:extLst>
          </p:cNvPr>
          <p:cNvSpPr/>
          <p:nvPr/>
        </p:nvSpPr>
        <p:spPr>
          <a:xfrm>
            <a:off x="1476000" y="4581000"/>
            <a:ext cx="2232000" cy="1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team, 1, goals achieved ]</a:t>
            </a:r>
          </a:p>
        </p:txBody>
      </p:sp>
      <p:sp>
        <p:nvSpPr>
          <p:cNvPr id="159" name="Rechteck 158">
            <a:extLst>
              <a:ext uri="{FF2B5EF4-FFF2-40B4-BE49-F238E27FC236}">
                <a16:creationId xmlns:a16="http://schemas.microsoft.com/office/drawing/2014/main" id="{63853724-A095-48CB-A2BB-2EF1E4DB7E0A}"/>
              </a:ext>
            </a:extLst>
          </p:cNvPr>
          <p:cNvSpPr/>
          <p:nvPr/>
        </p:nvSpPr>
        <p:spPr>
          <a:xfrm>
            <a:off x="3708000" y="4581000"/>
            <a:ext cx="360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5</a:t>
            </a:r>
          </a:p>
        </p:txBody>
      </p:sp>
      <p:sp>
        <p:nvSpPr>
          <p:cNvPr id="160" name="Rechteck 159">
            <a:extLst>
              <a:ext uri="{FF2B5EF4-FFF2-40B4-BE49-F238E27FC236}">
                <a16:creationId xmlns:a16="http://schemas.microsoft.com/office/drawing/2014/main" id="{61A5D77F-187C-4478-81E0-86245C9B8BCF}"/>
              </a:ext>
            </a:extLst>
          </p:cNvPr>
          <p:cNvSpPr/>
          <p:nvPr/>
        </p:nvSpPr>
        <p:spPr>
          <a:xfrm>
            <a:off x="2052000" y="3717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0000FF"/>
                </a:solidFill>
              </a:rPr>
              <a:t>"The winning team"</a:t>
            </a:r>
          </a:p>
        </p:txBody>
      </p:sp>
      <p:sp>
        <p:nvSpPr>
          <p:cNvPr id="161" name="Rechteck 160">
            <a:extLst>
              <a:ext uri="{FF2B5EF4-FFF2-40B4-BE49-F238E27FC236}">
                <a16:creationId xmlns:a16="http://schemas.microsoft.com/office/drawing/2014/main" id="{D87A318D-91A0-4C27-A3DD-606FAA5E9B0E}"/>
              </a:ext>
            </a:extLst>
          </p:cNvPr>
          <p:cNvSpPr/>
          <p:nvPr/>
        </p:nvSpPr>
        <p:spPr>
          <a:xfrm>
            <a:off x="4644000" y="3501000"/>
            <a:ext cx="1224136" cy="18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soccer </a:t>
            </a:r>
            <a:r>
              <a:rPr lang="en-US" sz="1000" dirty="0">
                <a:solidFill>
                  <a:schemeClr val="tx1"/>
                </a:solidFill>
              </a:rPr>
              <a:t>club[ ]</a:t>
            </a:r>
          </a:p>
        </p:txBody>
      </p:sp>
      <p:sp>
        <p:nvSpPr>
          <p:cNvPr id="162" name="Rechteck 161">
            <a:extLst>
              <a:ext uri="{FF2B5EF4-FFF2-40B4-BE49-F238E27FC236}">
                <a16:creationId xmlns:a16="http://schemas.microsoft.com/office/drawing/2014/main" id="{52996E0F-C14D-41C2-8D5D-C65A8F230025}"/>
              </a:ext>
            </a:extLst>
          </p:cNvPr>
          <p:cNvSpPr/>
          <p:nvPr/>
        </p:nvSpPr>
        <p:spPr>
          <a:xfrm>
            <a:off x="5868000" y="3501000"/>
            <a:ext cx="2088000" cy="18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"S.C. Beverly Hills Celebrity Kickers"</a:t>
            </a:r>
          </a:p>
        </p:txBody>
      </p:sp>
      <p:sp>
        <p:nvSpPr>
          <p:cNvPr id="163" name="Rechteck 162">
            <a:extLst>
              <a:ext uri="{FF2B5EF4-FFF2-40B4-BE49-F238E27FC236}">
                <a16:creationId xmlns:a16="http://schemas.microsoft.com/office/drawing/2014/main" id="{5084810A-893E-45AC-B0C8-9842BDE374AD}"/>
              </a:ext>
            </a:extLst>
          </p:cNvPr>
          <p:cNvSpPr/>
          <p:nvPr/>
        </p:nvSpPr>
        <p:spPr>
          <a:xfrm>
            <a:off x="4644000" y="3789000"/>
            <a:ext cx="3744000" cy="50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Note that this transaction is a </a:t>
            </a:r>
            <a:r>
              <a:rPr lang="en-US" sz="1000" b="1" dirty="0">
                <a:solidFill>
                  <a:schemeClr val="tx1"/>
                </a:solidFill>
              </a:rPr>
              <a:t>move</a:t>
            </a:r>
            <a:r>
              <a:rPr lang="en-US" sz="1000" dirty="0">
                <a:solidFill>
                  <a:schemeClr val="tx1"/>
                </a:solidFill>
              </a:rPr>
              <a:t> transaction.</a:t>
            </a:r>
          </a:p>
          <a:p>
            <a:r>
              <a:rPr lang="en-US" sz="1000" dirty="0">
                <a:solidFill>
                  <a:schemeClr val="tx1"/>
                </a:solidFill>
              </a:rPr>
              <a:t>The "^" suffix behind the transaction symbol has preserved</a:t>
            </a:r>
          </a:p>
          <a:p>
            <a:r>
              <a:rPr lang="en-US" sz="1000" dirty="0">
                <a:solidFill>
                  <a:schemeClr val="tx1"/>
                </a:solidFill>
              </a:rPr>
              <a:t>the base variable.</a:t>
            </a:r>
          </a:p>
        </p:txBody>
      </p:sp>
      <p:sp>
        <p:nvSpPr>
          <p:cNvPr id="164" name="Rechteck 163">
            <a:extLst>
              <a:ext uri="{FF2B5EF4-FFF2-40B4-BE49-F238E27FC236}">
                <a16:creationId xmlns:a16="http://schemas.microsoft.com/office/drawing/2014/main" id="{A2E283CF-7C7A-45CF-87DC-82EB0FB026C3}"/>
              </a:ext>
            </a:extLst>
          </p:cNvPr>
          <p:cNvSpPr/>
          <p:nvPr/>
        </p:nvSpPr>
        <p:spPr>
          <a:xfrm>
            <a:off x="4644000" y="4437000"/>
            <a:ext cx="3744000" cy="50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u="sng" dirty="0">
                <a:solidFill>
                  <a:schemeClr val="tx1"/>
                </a:solidFill>
              </a:rPr>
              <a:t>Note:</a:t>
            </a:r>
          </a:p>
          <a:p>
            <a:r>
              <a:rPr lang="en-US" sz="1000" dirty="0">
                <a:solidFill>
                  <a:srgbClr val="FF0000"/>
                </a:solidFill>
              </a:rPr>
              <a:t>L. Larsson's functions and goals achieved </a:t>
            </a:r>
            <a:r>
              <a:rPr lang="en-US" sz="1000" dirty="0">
                <a:solidFill>
                  <a:schemeClr val="tx1"/>
                </a:solidFill>
              </a:rPr>
              <a:t>are not transferred</a:t>
            </a:r>
          </a:p>
          <a:p>
            <a:r>
              <a:rPr lang="en-US" sz="1000" dirty="0">
                <a:solidFill>
                  <a:schemeClr val="tx1"/>
                </a:solidFill>
              </a:rPr>
              <a:t>because the structure members are not existing in the destination</a:t>
            </a:r>
          </a:p>
          <a:p>
            <a:r>
              <a:rPr lang="en-US" sz="1000" dirty="0">
                <a:solidFill>
                  <a:schemeClr val="tx1"/>
                </a:solidFill>
              </a:rPr>
              <a:t>variable.  Use the | (OR) prefix instead to include them.</a:t>
            </a:r>
          </a:p>
        </p:txBody>
      </p:sp>
    </p:spTree>
    <p:extLst>
      <p:ext uri="{BB962C8B-B14F-4D97-AF65-F5344CB8AC3E}">
        <p14:creationId xmlns:p14="http://schemas.microsoft.com/office/powerpoint/2010/main" val="3535256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 name="Gruppieren 131"/>
          <p:cNvGrpSpPr/>
          <p:nvPr/>
        </p:nvGrpSpPr>
        <p:grpSpPr>
          <a:xfrm rot="10800000" flipV="1">
            <a:off x="3275857" y="2168860"/>
            <a:ext cx="216032" cy="2313995"/>
            <a:chOff x="5349789" y="2163976"/>
            <a:chExt cx="216032" cy="2313995"/>
          </a:xfrm>
        </p:grpSpPr>
        <p:cxnSp>
          <p:nvCxnSpPr>
            <p:cNvPr id="133" name="Gerade Verbindung mit Pfeil 132"/>
            <p:cNvCxnSpPr/>
            <p:nvPr/>
          </p:nvCxnSpPr>
          <p:spPr>
            <a:xfrm rot="3000000" flipH="1">
              <a:off x="4467821" y="3261976"/>
              <a:ext cx="2196000" cy="0"/>
            </a:xfrm>
            <a:prstGeom prst="straightConnector1">
              <a:avLst/>
            </a:prstGeom>
            <a:ln w="12700">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4" name="Gerade Verbindung mit Pfeil 133"/>
            <p:cNvCxnSpPr/>
            <p:nvPr/>
          </p:nvCxnSpPr>
          <p:spPr>
            <a:xfrm rot="13800000" flipH="1">
              <a:off x="4251789" y="3379971"/>
              <a:ext cx="2196000" cy="0"/>
            </a:xfrm>
            <a:prstGeom prst="straightConnector1">
              <a:avLst/>
            </a:prstGeom>
            <a:ln w="1270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grpSp>
        <p:nvGrpSpPr>
          <p:cNvPr id="26" name="Gruppieren 25"/>
          <p:cNvGrpSpPr/>
          <p:nvPr/>
        </p:nvGrpSpPr>
        <p:grpSpPr>
          <a:xfrm>
            <a:off x="5349789" y="2163976"/>
            <a:ext cx="216032" cy="2313995"/>
            <a:chOff x="5349789" y="2163976"/>
            <a:chExt cx="216032" cy="2313995"/>
          </a:xfrm>
        </p:grpSpPr>
        <p:cxnSp>
          <p:nvCxnSpPr>
            <p:cNvPr id="129" name="Gerade Verbindung mit Pfeil 128"/>
            <p:cNvCxnSpPr/>
            <p:nvPr/>
          </p:nvCxnSpPr>
          <p:spPr>
            <a:xfrm rot="3000000" flipH="1">
              <a:off x="4467821" y="3261976"/>
              <a:ext cx="2196000" cy="0"/>
            </a:xfrm>
            <a:prstGeom prst="straightConnector1">
              <a:avLst/>
            </a:prstGeom>
            <a:ln w="12700">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1" name="Gerade Verbindung mit Pfeil 130"/>
            <p:cNvCxnSpPr/>
            <p:nvPr/>
          </p:nvCxnSpPr>
          <p:spPr>
            <a:xfrm rot="13800000" flipH="1">
              <a:off x="4251789" y="3379971"/>
              <a:ext cx="2196000" cy="0"/>
            </a:xfrm>
            <a:prstGeom prst="straightConnector1">
              <a:avLst/>
            </a:prstGeom>
            <a:ln w="12700">
              <a:solidFill>
                <a:srgbClr val="00B05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sp>
        <p:nvSpPr>
          <p:cNvPr id="2" name="Titel 1"/>
          <p:cNvSpPr>
            <a:spLocks noGrp="1"/>
          </p:cNvSpPr>
          <p:nvPr>
            <p:ph type="title"/>
          </p:nvPr>
        </p:nvSpPr>
        <p:spPr/>
        <p:txBody>
          <a:bodyPr/>
          <a:lstStyle/>
          <a:p>
            <a:r>
              <a:rPr lang="en-US" dirty="0"/>
              <a:t>Transaction Model</a:t>
            </a:r>
          </a:p>
        </p:txBody>
      </p:sp>
      <p:sp>
        <p:nvSpPr>
          <p:cNvPr id="4" name="Textplatzhalter 3"/>
          <p:cNvSpPr>
            <a:spLocks noGrp="1"/>
          </p:cNvSpPr>
          <p:nvPr>
            <p:ph type="body" sz="quarter" idx="16"/>
          </p:nvPr>
        </p:nvSpPr>
        <p:spPr/>
        <p:txBody>
          <a:bodyPr/>
          <a:lstStyle/>
          <a:p>
            <a:endParaRPr lang="en-US"/>
          </a:p>
        </p:txBody>
      </p:sp>
      <p:cxnSp>
        <p:nvCxnSpPr>
          <p:cNvPr id="11" name="Gerade Verbindung mit Pfeil 10"/>
          <p:cNvCxnSpPr/>
          <p:nvPr/>
        </p:nvCxnSpPr>
        <p:spPr>
          <a:xfrm>
            <a:off x="2987620" y="4761148"/>
            <a:ext cx="2880710" cy="0"/>
          </a:xfrm>
          <a:prstGeom prst="straightConnector1">
            <a:avLst/>
          </a:prstGeom>
          <a:ln w="12700">
            <a:solidFill>
              <a:srgbClr val="00B05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11" name="Gerade Verbindung mit Pfeil 110"/>
          <p:cNvCxnSpPr/>
          <p:nvPr/>
        </p:nvCxnSpPr>
        <p:spPr>
          <a:xfrm flipH="1">
            <a:off x="2987780" y="4545124"/>
            <a:ext cx="2880710" cy="0"/>
          </a:xfrm>
          <a:prstGeom prst="straightConnector1">
            <a:avLst/>
          </a:prstGeom>
          <a:ln w="1270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14" name="Rechteck 113"/>
          <p:cNvSpPr/>
          <p:nvPr/>
        </p:nvSpPr>
        <p:spPr>
          <a:xfrm>
            <a:off x="3635896" y="4761148"/>
            <a:ext cx="1800250"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Transactions:</a:t>
            </a:r>
            <a:br>
              <a:rPr lang="en-US" sz="1000" dirty="0">
                <a:solidFill>
                  <a:schemeClr val="tx1"/>
                </a:solidFill>
              </a:rPr>
            </a:br>
            <a:r>
              <a:rPr lang="en-US" sz="1000" dirty="0" err="1">
                <a:solidFill>
                  <a:schemeClr val="tx1"/>
                </a:solidFill>
              </a:rPr>
              <a:t>var</a:t>
            </a:r>
            <a:r>
              <a:rPr lang="en-US" sz="1000" dirty="0">
                <a:solidFill>
                  <a:schemeClr val="tx1"/>
                </a:solidFill>
              </a:rPr>
              <a:t>[ ] &lt;== [tab:...]</a:t>
            </a:r>
          </a:p>
        </p:txBody>
      </p:sp>
      <p:sp>
        <p:nvSpPr>
          <p:cNvPr id="115" name="Rechteck 114"/>
          <p:cNvSpPr/>
          <p:nvPr/>
        </p:nvSpPr>
        <p:spPr>
          <a:xfrm>
            <a:off x="3635846" y="4149080"/>
            <a:ext cx="1800250"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Transactions:</a:t>
            </a:r>
          </a:p>
          <a:p>
            <a:r>
              <a:rPr lang="en-US" sz="1000" dirty="0">
                <a:solidFill>
                  <a:schemeClr val="tx1"/>
                </a:solidFill>
              </a:rPr>
              <a:t>[tab:…] &lt;== </a:t>
            </a:r>
            <a:r>
              <a:rPr lang="en-US" sz="1000" dirty="0" err="1">
                <a:solidFill>
                  <a:schemeClr val="tx1"/>
                </a:solidFill>
              </a:rPr>
              <a:t>var</a:t>
            </a:r>
            <a:r>
              <a:rPr lang="en-US" sz="1000" dirty="0">
                <a:solidFill>
                  <a:schemeClr val="tx1"/>
                </a:solidFill>
              </a:rPr>
              <a:t>[ ];</a:t>
            </a:r>
          </a:p>
        </p:txBody>
      </p:sp>
      <p:sp>
        <p:nvSpPr>
          <p:cNvPr id="14" name="Kreis 13"/>
          <p:cNvSpPr/>
          <p:nvPr/>
        </p:nvSpPr>
        <p:spPr>
          <a:xfrm>
            <a:off x="1475670" y="4797290"/>
            <a:ext cx="720000" cy="720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sp>
        <p:nvSpPr>
          <p:cNvPr id="116" name="Kreis 13"/>
          <p:cNvSpPr/>
          <p:nvPr/>
        </p:nvSpPr>
        <p:spPr>
          <a:xfrm flipH="1">
            <a:off x="6660390" y="4797290"/>
            <a:ext cx="720000" cy="720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sp>
        <p:nvSpPr>
          <p:cNvPr id="3" name="Ellipse 2"/>
          <p:cNvSpPr/>
          <p:nvPr/>
        </p:nvSpPr>
        <p:spPr>
          <a:xfrm>
            <a:off x="1835620" y="4077090"/>
            <a:ext cx="1152000" cy="11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600" b="1" dirty="0">
                <a:solidFill>
                  <a:schemeClr val="tx1"/>
                </a:solidFill>
              </a:rPr>
              <a:t>Tables</a:t>
            </a:r>
          </a:p>
        </p:txBody>
      </p:sp>
      <p:sp>
        <p:nvSpPr>
          <p:cNvPr id="87" name="Ellipse 86"/>
          <p:cNvSpPr/>
          <p:nvPr/>
        </p:nvSpPr>
        <p:spPr>
          <a:xfrm>
            <a:off x="5868330" y="4077090"/>
            <a:ext cx="1152000" cy="11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600" b="1" dirty="0">
                <a:solidFill>
                  <a:schemeClr val="tx1"/>
                </a:solidFill>
              </a:rPr>
              <a:t>Variables</a:t>
            </a:r>
          </a:p>
        </p:txBody>
      </p:sp>
      <p:sp>
        <p:nvSpPr>
          <p:cNvPr id="97" name="Ellipse 96"/>
          <p:cNvSpPr/>
          <p:nvPr/>
        </p:nvSpPr>
        <p:spPr>
          <a:xfrm>
            <a:off x="3851900" y="1484730"/>
            <a:ext cx="1152000" cy="11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600" b="1" dirty="0">
                <a:solidFill>
                  <a:schemeClr val="tx1"/>
                </a:solidFill>
              </a:rPr>
              <a:t>Parameter</a:t>
            </a:r>
            <a:br>
              <a:rPr lang="en-US" sz="1600" b="1" dirty="0">
                <a:solidFill>
                  <a:schemeClr val="tx1"/>
                </a:solidFill>
              </a:rPr>
            </a:br>
            <a:r>
              <a:rPr lang="en-US" sz="1600" b="1" dirty="0">
                <a:solidFill>
                  <a:schemeClr val="tx1"/>
                </a:solidFill>
              </a:rPr>
              <a:t>Sets</a:t>
            </a:r>
          </a:p>
        </p:txBody>
      </p:sp>
      <p:sp>
        <p:nvSpPr>
          <p:cNvPr id="117" name="Rechteck 116"/>
          <p:cNvSpPr/>
          <p:nvPr/>
        </p:nvSpPr>
        <p:spPr>
          <a:xfrm>
            <a:off x="467242" y="5373270"/>
            <a:ext cx="2376518"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Transaction</a:t>
            </a:r>
            <a:r>
              <a:rPr lang="en-US" sz="1000" dirty="0">
                <a:solidFill>
                  <a:schemeClr val="tx1"/>
                </a:solidFill>
              </a:rPr>
              <a:t>:</a:t>
            </a:r>
            <a:br>
              <a:rPr lang="en-US" sz="1000" dirty="0">
                <a:solidFill>
                  <a:schemeClr val="tx1"/>
                </a:solidFill>
              </a:rPr>
            </a:br>
            <a:r>
              <a:rPr lang="en-US" sz="1000" dirty="0">
                <a:solidFill>
                  <a:schemeClr val="tx1"/>
                </a:solidFill>
              </a:rPr>
              <a:t>[tab2:…] &lt;== [tab:…]</a:t>
            </a:r>
          </a:p>
          <a:p>
            <a:r>
              <a:rPr lang="en-US" sz="1000" dirty="0">
                <a:solidFill>
                  <a:schemeClr val="tx1"/>
                </a:solidFill>
              </a:rPr>
              <a:t>Example: [tab2:0,1] &lt;== [tab1:0,4];</a:t>
            </a:r>
          </a:p>
        </p:txBody>
      </p:sp>
      <p:sp>
        <p:nvSpPr>
          <p:cNvPr id="118" name="Rechteck 117"/>
          <p:cNvSpPr/>
          <p:nvPr/>
        </p:nvSpPr>
        <p:spPr>
          <a:xfrm>
            <a:off x="5796170" y="5589300"/>
            <a:ext cx="1800250" cy="21603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Transaction:</a:t>
            </a:r>
            <a:r>
              <a:rPr lang="en-US" sz="1000" dirty="0">
                <a:solidFill>
                  <a:schemeClr val="tx1"/>
                </a:solidFill>
              </a:rPr>
              <a:t> var2[ ] &lt;== </a:t>
            </a:r>
            <a:r>
              <a:rPr lang="en-US" sz="1000" dirty="0" err="1">
                <a:solidFill>
                  <a:schemeClr val="tx1"/>
                </a:solidFill>
              </a:rPr>
              <a:t>var</a:t>
            </a:r>
            <a:r>
              <a:rPr lang="en-US" sz="1000" dirty="0">
                <a:solidFill>
                  <a:schemeClr val="tx1"/>
                </a:solidFill>
              </a:rPr>
              <a:t>[ ]</a:t>
            </a:r>
          </a:p>
        </p:txBody>
      </p:sp>
      <p:sp>
        <p:nvSpPr>
          <p:cNvPr id="124" name="Rechteck 123"/>
          <p:cNvSpPr/>
          <p:nvPr/>
        </p:nvSpPr>
        <p:spPr>
          <a:xfrm rot="-3000000">
            <a:off x="2091378" y="3046229"/>
            <a:ext cx="180025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table read row( tab, … )</a:t>
            </a:r>
          </a:p>
          <a:p>
            <a:r>
              <a:rPr lang="en-US" sz="1000" dirty="0">
                <a:solidFill>
                  <a:schemeClr val="tx1"/>
                </a:solidFill>
              </a:rPr>
              <a:t>table read row aligned( tab, … )</a:t>
            </a:r>
          </a:p>
          <a:p>
            <a:r>
              <a:rPr lang="en-US" sz="1000" dirty="0">
                <a:solidFill>
                  <a:schemeClr val="tx1"/>
                </a:solidFill>
              </a:rPr>
              <a:t>Horizontal access </a:t>
            </a:r>
            <a:r>
              <a:rPr lang="en-US" sz="1000" dirty="0" err="1">
                <a:solidFill>
                  <a:schemeClr val="tx1"/>
                </a:solidFill>
              </a:rPr>
              <a:t>var</a:t>
            </a:r>
            <a:r>
              <a:rPr lang="en-US" sz="1000" dirty="0">
                <a:solidFill>
                  <a:schemeClr val="tx1"/>
                </a:solidFill>
              </a:rPr>
              <a:t>[ ] = [tab:…];</a:t>
            </a:r>
          </a:p>
        </p:txBody>
      </p:sp>
      <p:sp>
        <p:nvSpPr>
          <p:cNvPr id="125" name="Rechteck 124"/>
          <p:cNvSpPr/>
          <p:nvPr/>
        </p:nvSpPr>
        <p:spPr>
          <a:xfrm rot="-3000000">
            <a:off x="2768191" y="3334148"/>
            <a:ext cx="180025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table write row( tab, … )</a:t>
            </a:r>
          </a:p>
          <a:p>
            <a:r>
              <a:rPr lang="en-US" sz="1000" dirty="0">
                <a:solidFill>
                  <a:schemeClr val="tx1"/>
                </a:solidFill>
              </a:rPr>
              <a:t>table write row aligned( tab, … )</a:t>
            </a:r>
          </a:p>
          <a:p>
            <a:r>
              <a:rPr lang="en-US" sz="1000" dirty="0">
                <a:solidFill>
                  <a:schemeClr val="tx1"/>
                </a:solidFill>
              </a:rPr>
              <a:t>Horizontal access [tab,…] = </a:t>
            </a:r>
            <a:r>
              <a:rPr lang="en-US" sz="1000" dirty="0" err="1">
                <a:solidFill>
                  <a:schemeClr val="tx1"/>
                </a:solidFill>
              </a:rPr>
              <a:t>var</a:t>
            </a:r>
            <a:r>
              <a:rPr lang="en-US" sz="1000" dirty="0">
                <a:solidFill>
                  <a:schemeClr val="tx1"/>
                </a:solidFill>
              </a:rPr>
              <a:t>[ ];</a:t>
            </a:r>
          </a:p>
        </p:txBody>
      </p:sp>
      <p:sp>
        <p:nvSpPr>
          <p:cNvPr id="127" name="Rechteck 126"/>
          <p:cNvSpPr/>
          <p:nvPr/>
        </p:nvSpPr>
        <p:spPr>
          <a:xfrm rot="3000000">
            <a:off x="4948350" y="3161630"/>
            <a:ext cx="1800250" cy="31805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Function call:</a:t>
            </a:r>
            <a:br>
              <a:rPr lang="en-US" sz="1000" b="1" dirty="0">
                <a:solidFill>
                  <a:schemeClr val="tx1"/>
                </a:solidFill>
              </a:rPr>
            </a:br>
            <a:r>
              <a:rPr lang="en-US" sz="1000" dirty="0">
                <a:solidFill>
                  <a:schemeClr val="tx1"/>
                </a:solidFill>
              </a:rPr>
              <a:t>parameter to variable (…)</a:t>
            </a:r>
          </a:p>
        </p:txBody>
      </p:sp>
      <p:sp>
        <p:nvSpPr>
          <p:cNvPr id="128" name="Kreis 13"/>
          <p:cNvSpPr/>
          <p:nvPr/>
        </p:nvSpPr>
        <p:spPr>
          <a:xfrm rot="18900000" flipH="1">
            <a:off x="4865137" y="1705857"/>
            <a:ext cx="720000" cy="720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sp>
        <p:nvSpPr>
          <p:cNvPr id="135" name="Rechteck 134"/>
          <p:cNvSpPr/>
          <p:nvPr/>
        </p:nvSpPr>
        <p:spPr>
          <a:xfrm>
            <a:off x="5688124" y="1916832"/>
            <a:ext cx="1800250" cy="21603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Assignments:</a:t>
            </a:r>
            <a:r>
              <a:rPr lang="en-US" sz="1000" dirty="0">
                <a:solidFill>
                  <a:schemeClr val="tx1"/>
                </a:solidFill>
              </a:rPr>
              <a:t> n2[ ] = n[ ]; v2[ ] = v[ ];</a:t>
            </a:r>
          </a:p>
        </p:txBody>
      </p:sp>
      <p:graphicFrame>
        <p:nvGraphicFramePr>
          <p:cNvPr id="27" name="Tabelle 26"/>
          <p:cNvGraphicFramePr>
            <a:graphicFrameLocks noGrp="1"/>
          </p:cNvGraphicFramePr>
          <p:nvPr>
            <p:extLst>
              <p:ext uri="{D42A27DB-BD31-4B8C-83A1-F6EECF244321}">
                <p14:modId xmlns:p14="http://schemas.microsoft.com/office/powerpoint/2010/main" val="805361378"/>
              </p:ext>
            </p:extLst>
          </p:nvPr>
        </p:nvGraphicFramePr>
        <p:xfrm>
          <a:off x="395544" y="3140960"/>
          <a:ext cx="1872138" cy="897600"/>
        </p:xfrm>
        <a:graphic>
          <a:graphicData uri="http://schemas.openxmlformats.org/drawingml/2006/table">
            <a:tbl>
              <a:tblPr firstRow="1" bandRow="1">
                <a:tableStyleId>{5C22544A-7EE6-4342-B048-85BDC9FD1C3A}</a:tableStyleId>
              </a:tblPr>
              <a:tblGrid>
                <a:gridCol w="647966">
                  <a:extLst>
                    <a:ext uri="{9D8B030D-6E8A-4147-A177-3AD203B41FA5}">
                      <a16:colId xmlns:a16="http://schemas.microsoft.com/office/drawing/2014/main" val="20000"/>
                    </a:ext>
                  </a:extLst>
                </a:gridCol>
                <a:gridCol w="720100">
                  <a:extLst>
                    <a:ext uri="{9D8B030D-6E8A-4147-A177-3AD203B41FA5}">
                      <a16:colId xmlns:a16="http://schemas.microsoft.com/office/drawing/2014/main" val="20001"/>
                    </a:ext>
                  </a:extLst>
                </a:gridCol>
                <a:gridCol w="504072">
                  <a:extLst>
                    <a:ext uri="{9D8B030D-6E8A-4147-A177-3AD203B41FA5}">
                      <a16:colId xmlns:a16="http://schemas.microsoft.com/office/drawing/2014/main" val="20002"/>
                    </a:ext>
                  </a:extLst>
                </a:gridCol>
              </a:tblGrid>
              <a:tr h="0">
                <a:tc>
                  <a:txBody>
                    <a:bodyPr/>
                    <a:lstStyle/>
                    <a:p>
                      <a:r>
                        <a:rPr lang="en-US" sz="1000" dirty="0"/>
                        <a:t>Animal</a:t>
                      </a:r>
                    </a:p>
                  </a:txBody>
                  <a:tcPr marL="36000" marR="36000" marT="36000" marB="36000"/>
                </a:tc>
                <a:tc>
                  <a:txBody>
                    <a:bodyPr/>
                    <a:lstStyle/>
                    <a:p>
                      <a:r>
                        <a:rPr lang="en-US" sz="1000" dirty="0"/>
                        <a:t>Category</a:t>
                      </a:r>
                    </a:p>
                  </a:txBody>
                  <a:tcPr marL="36000" marR="36000" marT="36000" marB="36000"/>
                </a:tc>
                <a:tc>
                  <a:txBody>
                    <a:bodyPr/>
                    <a:lstStyle/>
                    <a:p>
                      <a:r>
                        <a:rPr lang="en-US" sz="1000" dirty="0"/>
                        <a:t># Legs</a:t>
                      </a:r>
                    </a:p>
                  </a:txBody>
                  <a:tcPr marL="36000" marR="36000" marT="36000" marB="36000"/>
                </a:tc>
                <a:extLst>
                  <a:ext uri="{0D108BD9-81ED-4DB2-BD59-A6C34878D82A}">
                    <a16:rowId xmlns:a16="http://schemas.microsoft.com/office/drawing/2014/main" val="10000"/>
                  </a:ext>
                </a:extLst>
              </a:tr>
              <a:tr h="0">
                <a:tc>
                  <a:txBody>
                    <a:bodyPr/>
                    <a:lstStyle/>
                    <a:p>
                      <a:r>
                        <a:rPr lang="en-US" sz="1000" dirty="0"/>
                        <a:t>dog</a:t>
                      </a:r>
                    </a:p>
                  </a:txBody>
                  <a:tcPr marL="36000" marR="36000" marT="36000" marB="36000"/>
                </a:tc>
                <a:tc>
                  <a:txBody>
                    <a:bodyPr/>
                    <a:lstStyle/>
                    <a:p>
                      <a:r>
                        <a:rPr lang="en-US" sz="1000" dirty="0"/>
                        <a:t>mammal</a:t>
                      </a:r>
                    </a:p>
                  </a:txBody>
                  <a:tcPr marL="36000" marR="36000" marT="36000" marB="36000"/>
                </a:tc>
                <a:tc>
                  <a:txBody>
                    <a:bodyPr/>
                    <a:lstStyle/>
                    <a:p>
                      <a:r>
                        <a:rPr lang="en-US" sz="1000" dirty="0"/>
                        <a:t>4</a:t>
                      </a:r>
                    </a:p>
                  </a:txBody>
                  <a:tcPr marL="36000" marR="36000" marT="36000" marB="36000"/>
                </a:tc>
                <a:extLst>
                  <a:ext uri="{0D108BD9-81ED-4DB2-BD59-A6C34878D82A}">
                    <a16:rowId xmlns:a16="http://schemas.microsoft.com/office/drawing/2014/main" val="10001"/>
                  </a:ext>
                </a:extLst>
              </a:tr>
              <a:tr h="0">
                <a:tc>
                  <a:txBody>
                    <a:bodyPr/>
                    <a:lstStyle/>
                    <a:p>
                      <a:r>
                        <a:rPr lang="en-US" sz="1000" dirty="0"/>
                        <a:t>house fly</a:t>
                      </a:r>
                    </a:p>
                  </a:txBody>
                  <a:tcPr marL="36000" marR="36000" marT="36000" marB="36000"/>
                </a:tc>
                <a:tc>
                  <a:txBody>
                    <a:bodyPr/>
                    <a:lstStyle/>
                    <a:p>
                      <a:r>
                        <a:rPr lang="en-US" sz="1000" dirty="0"/>
                        <a:t>insect</a:t>
                      </a:r>
                    </a:p>
                  </a:txBody>
                  <a:tcPr marL="36000" marR="36000" marT="36000" marB="36000"/>
                </a:tc>
                <a:tc>
                  <a:txBody>
                    <a:bodyPr/>
                    <a:lstStyle/>
                    <a:p>
                      <a:r>
                        <a:rPr lang="en-US" sz="1000" dirty="0"/>
                        <a:t>6</a:t>
                      </a:r>
                    </a:p>
                  </a:txBody>
                  <a:tcPr marL="36000" marR="36000" marT="36000" marB="36000"/>
                </a:tc>
                <a:extLst>
                  <a:ext uri="{0D108BD9-81ED-4DB2-BD59-A6C34878D82A}">
                    <a16:rowId xmlns:a16="http://schemas.microsoft.com/office/drawing/2014/main" val="10002"/>
                  </a:ext>
                </a:extLst>
              </a:tr>
              <a:tr h="0">
                <a:tc>
                  <a:txBody>
                    <a:bodyPr/>
                    <a:lstStyle/>
                    <a:p>
                      <a:r>
                        <a:rPr lang="en-US" sz="1000" dirty="0"/>
                        <a:t>lobster</a:t>
                      </a:r>
                    </a:p>
                  </a:txBody>
                  <a:tcPr marL="36000" marR="36000" marT="36000" marB="36000"/>
                </a:tc>
                <a:tc>
                  <a:txBody>
                    <a:bodyPr/>
                    <a:lstStyle/>
                    <a:p>
                      <a:r>
                        <a:rPr lang="en-US" sz="1000" dirty="0"/>
                        <a:t>crustacean</a:t>
                      </a:r>
                    </a:p>
                  </a:txBody>
                  <a:tcPr marL="36000" marR="36000" marT="36000" marB="36000"/>
                </a:tc>
                <a:tc>
                  <a:txBody>
                    <a:bodyPr/>
                    <a:lstStyle/>
                    <a:p>
                      <a:r>
                        <a:rPr lang="en-US" sz="1000" dirty="0"/>
                        <a:t>10</a:t>
                      </a:r>
                    </a:p>
                  </a:txBody>
                  <a:tcPr marL="36000" marR="36000" marT="36000" marB="36000"/>
                </a:tc>
                <a:extLst>
                  <a:ext uri="{0D108BD9-81ED-4DB2-BD59-A6C34878D82A}">
                    <a16:rowId xmlns:a16="http://schemas.microsoft.com/office/drawing/2014/main" val="10003"/>
                  </a:ext>
                </a:extLst>
              </a:tr>
            </a:tbl>
          </a:graphicData>
        </a:graphic>
      </p:graphicFrame>
      <p:sp>
        <p:nvSpPr>
          <p:cNvPr id="136" name="Rechteck 135"/>
          <p:cNvSpPr/>
          <p:nvPr/>
        </p:nvSpPr>
        <p:spPr>
          <a:xfrm>
            <a:off x="7092392" y="3789050"/>
            <a:ext cx="1512168" cy="72008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var</a:t>
            </a:r>
            <a:r>
              <a:rPr lang="en-US" sz="1000" dirty="0">
                <a:solidFill>
                  <a:schemeClr val="tx1"/>
                </a:solidFill>
              </a:rPr>
              <a:t>[ ] = void</a:t>
            </a:r>
          </a:p>
          <a:p>
            <a:r>
              <a:rPr lang="en-US" sz="1000" dirty="0" err="1">
                <a:solidFill>
                  <a:schemeClr val="tx1"/>
                </a:solidFill>
              </a:rPr>
              <a:t>var</a:t>
            </a:r>
            <a:r>
              <a:rPr lang="en-US" sz="1000" dirty="0">
                <a:solidFill>
                  <a:schemeClr val="tx1"/>
                </a:solidFill>
              </a:rPr>
              <a:t>[# Legs] = 4</a:t>
            </a:r>
          </a:p>
          <a:p>
            <a:r>
              <a:rPr lang="en-US" sz="1000" dirty="0" err="1">
                <a:solidFill>
                  <a:schemeClr val="tx1"/>
                </a:solidFill>
              </a:rPr>
              <a:t>var</a:t>
            </a:r>
            <a:r>
              <a:rPr lang="en-US" sz="1000" dirty="0">
                <a:solidFill>
                  <a:schemeClr val="tx1"/>
                </a:solidFill>
              </a:rPr>
              <a:t>[Animal] = dog</a:t>
            </a:r>
          </a:p>
          <a:p>
            <a:r>
              <a:rPr lang="en-US" sz="1000" dirty="0" err="1">
                <a:solidFill>
                  <a:schemeClr val="tx1"/>
                </a:solidFill>
              </a:rPr>
              <a:t>var</a:t>
            </a:r>
            <a:r>
              <a:rPr lang="en-US" sz="1000" dirty="0">
                <a:solidFill>
                  <a:schemeClr val="tx1"/>
                </a:solidFill>
              </a:rPr>
              <a:t>[Category] = mammal</a:t>
            </a:r>
          </a:p>
        </p:txBody>
      </p:sp>
      <p:sp>
        <p:nvSpPr>
          <p:cNvPr id="137" name="Rechteck 136"/>
          <p:cNvSpPr/>
          <p:nvPr/>
        </p:nvSpPr>
        <p:spPr>
          <a:xfrm>
            <a:off x="2556000" y="909000"/>
            <a:ext cx="2340260" cy="504056"/>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names[ ] = { Animal, Category, # Legs }</a:t>
            </a:r>
          </a:p>
          <a:p>
            <a:r>
              <a:rPr lang="en-US" sz="1000" dirty="0">
                <a:solidFill>
                  <a:schemeClr val="tx1"/>
                </a:solidFill>
              </a:rPr>
              <a:t>values[ ] = { dog, mammal, 4 }</a:t>
            </a:r>
          </a:p>
        </p:txBody>
      </p:sp>
      <p:sp>
        <p:nvSpPr>
          <p:cNvPr id="138" name="Rechteck 137"/>
          <p:cNvSpPr/>
          <p:nvPr/>
        </p:nvSpPr>
        <p:spPr>
          <a:xfrm>
            <a:off x="5724128" y="1448780"/>
            <a:ext cx="2340260" cy="504056"/>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names[ ] = { # Legs, Animal, Category }</a:t>
            </a:r>
          </a:p>
          <a:p>
            <a:r>
              <a:rPr lang="en-US" sz="1000" dirty="0">
                <a:solidFill>
                  <a:schemeClr val="tx1"/>
                </a:solidFill>
              </a:rPr>
              <a:t>values[ ] = { 4, dog, mammal }</a:t>
            </a:r>
          </a:p>
        </p:txBody>
      </p:sp>
      <p:sp>
        <p:nvSpPr>
          <p:cNvPr id="140" name="Rechteck 139"/>
          <p:cNvSpPr/>
          <p:nvPr/>
        </p:nvSpPr>
        <p:spPr>
          <a:xfrm>
            <a:off x="6012200" y="2420890"/>
            <a:ext cx="1800250" cy="360020"/>
          </a:xfrm>
          <a:prstGeom prst="rect">
            <a:avLst/>
          </a:prstGeom>
          <a:solidFill>
            <a:srgbClr val="CCE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parameter from variable</a:t>
            </a:r>
            <a:br>
              <a:rPr lang="en-US" sz="1000" b="1" dirty="0">
                <a:solidFill>
                  <a:schemeClr val="tx1"/>
                </a:solidFill>
              </a:rPr>
            </a:br>
            <a:r>
              <a:rPr lang="en-US" sz="1000" dirty="0">
                <a:solidFill>
                  <a:schemeClr val="tx1"/>
                </a:solidFill>
              </a:rPr>
              <a:t>( names[ ], values[ ], </a:t>
            </a:r>
            <a:r>
              <a:rPr lang="en-US" sz="1000" dirty="0" err="1">
                <a:solidFill>
                  <a:schemeClr val="tx1"/>
                </a:solidFill>
              </a:rPr>
              <a:t>var</a:t>
            </a:r>
            <a:r>
              <a:rPr lang="en-US" sz="1000" dirty="0">
                <a:solidFill>
                  <a:schemeClr val="tx1"/>
                </a:solidFill>
              </a:rPr>
              <a:t>[ ] );</a:t>
            </a:r>
          </a:p>
        </p:txBody>
      </p:sp>
      <p:sp>
        <p:nvSpPr>
          <p:cNvPr id="141" name="Rechteck 140"/>
          <p:cNvSpPr/>
          <p:nvPr/>
        </p:nvSpPr>
        <p:spPr>
          <a:xfrm>
            <a:off x="6012200" y="2852920"/>
            <a:ext cx="1800250" cy="36002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parameter to variable</a:t>
            </a:r>
            <a:br>
              <a:rPr lang="en-US" sz="1000" b="1" dirty="0">
                <a:solidFill>
                  <a:schemeClr val="tx1"/>
                </a:solidFill>
              </a:rPr>
            </a:br>
            <a:r>
              <a:rPr lang="en-US" sz="1000" dirty="0">
                <a:solidFill>
                  <a:schemeClr val="tx1"/>
                </a:solidFill>
              </a:rPr>
              <a:t>( names[ ], values[ ], </a:t>
            </a:r>
            <a:r>
              <a:rPr lang="en-US" sz="1000" dirty="0" err="1">
                <a:solidFill>
                  <a:schemeClr val="tx1"/>
                </a:solidFill>
              </a:rPr>
              <a:t>var</a:t>
            </a:r>
            <a:r>
              <a:rPr lang="en-US" sz="1000" dirty="0">
                <a:solidFill>
                  <a:schemeClr val="tx1"/>
                </a:solidFill>
              </a:rPr>
              <a:t>[ ] );</a:t>
            </a:r>
          </a:p>
        </p:txBody>
      </p:sp>
      <p:sp>
        <p:nvSpPr>
          <p:cNvPr id="142" name="Rechteck 141"/>
          <p:cNvSpPr/>
          <p:nvPr/>
        </p:nvSpPr>
        <p:spPr>
          <a:xfrm rot="3000000">
            <a:off x="4480298" y="3522332"/>
            <a:ext cx="1800250" cy="31805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Function call:</a:t>
            </a:r>
            <a:br>
              <a:rPr lang="en-US" sz="1000" b="1" dirty="0">
                <a:solidFill>
                  <a:schemeClr val="tx1"/>
                </a:solidFill>
              </a:rPr>
            </a:br>
            <a:r>
              <a:rPr lang="en-US" sz="1000" dirty="0">
                <a:solidFill>
                  <a:schemeClr val="tx1"/>
                </a:solidFill>
              </a:rPr>
              <a:t>parameter to variable (…)</a:t>
            </a:r>
          </a:p>
        </p:txBody>
      </p:sp>
      <p:sp>
        <p:nvSpPr>
          <p:cNvPr id="143" name="Rechteck 142"/>
          <p:cNvSpPr/>
          <p:nvPr/>
        </p:nvSpPr>
        <p:spPr>
          <a:xfrm>
            <a:off x="3599892" y="5589240"/>
            <a:ext cx="2016224" cy="360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var</a:t>
            </a:r>
            <a:r>
              <a:rPr lang="en-US" sz="1000" dirty="0">
                <a:solidFill>
                  <a:schemeClr val="tx1"/>
                </a:solidFill>
              </a:rPr>
              <a:t>[ ] &lt;== [tab:,1]; // Row 1</a:t>
            </a:r>
            <a:br>
              <a:rPr lang="en-US" sz="1000" dirty="0">
                <a:solidFill>
                  <a:schemeClr val="tx1"/>
                </a:solidFill>
              </a:rPr>
            </a:br>
            <a:r>
              <a:rPr lang="en-US" sz="1000" dirty="0" err="1">
                <a:solidFill>
                  <a:schemeClr val="tx1"/>
                </a:solidFill>
              </a:rPr>
              <a:t>var</a:t>
            </a:r>
            <a:r>
              <a:rPr lang="en-US" sz="1000" dirty="0">
                <a:solidFill>
                  <a:schemeClr val="tx1"/>
                </a:solidFill>
              </a:rPr>
              <a:t>[ ] </a:t>
            </a:r>
            <a:r>
              <a:rPr lang="en-US" sz="1000" dirty="0">
                <a:solidFill>
                  <a:schemeClr val="tx1"/>
                </a:solidFill>
                <a:sym typeface="Wingdings" panose="05000000000000000000" pitchFamily="2" charset="2"/>
              </a:rPr>
              <a:t>&lt;== [</a:t>
            </a:r>
            <a:r>
              <a:rPr lang="en-US" sz="1000" dirty="0" err="1">
                <a:solidFill>
                  <a:schemeClr val="tx1"/>
                </a:solidFill>
                <a:sym typeface="Wingdings" panose="05000000000000000000" pitchFamily="2" charset="2"/>
              </a:rPr>
              <a:t>tab:Category,mammal</a:t>
            </a:r>
            <a:r>
              <a:rPr lang="en-US" sz="1000" dirty="0">
                <a:solidFill>
                  <a:schemeClr val="tx1"/>
                </a:solidFill>
                <a:sym typeface="Wingdings" panose="05000000000000000000" pitchFamily="2" charset="2"/>
              </a:rPr>
              <a:t>];</a:t>
            </a:r>
            <a:endParaRPr lang="en-US" sz="1000" dirty="0">
              <a:solidFill>
                <a:schemeClr val="tx1"/>
              </a:solidFill>
            </a:endParaRPr>
          </a:p>
        </p:txBody>
      </p:sp>
      <p:sp>
        <p:nvSpPr>
          <p:cNvPr id="144" name="Rechteck 143"/>
          <p:cNvSpPr/>
          <p:nvPr/>
        </p:nvSpPr>
        <p:spPr>
          <a:xfrm>
            <a:off x="3599892" y="5157192"/>
            <a:ext cx="2016224" cy="360000"/>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[tab:,1] &lt;== </a:t>
            </a:r>
            <a:r>
              <a:rPr lang="en-US" sz="1000" dirty="0" err="1">
                <a:solidFill>
                  <a:schemeClr val="tx1"/>
                </a:solidFill>
              </a:rPr>
              <a:t>var</a:t>
            </a:r>
            <a:r>
              <a:rPr lang="en-US" sz="1000" dirty="0">
                <a:solidFill>
                  <a:schemeClr val="tx1"/>
                </a:solidFill>
              </a:rPr>
              <a:t>[ ]; // Row 1</a:t>
            </a:r>
            <a:br>
              <a:rPr lang="en-US" sz="1000" dirty="0">
                <a:solidFill>
                  <a:schemeClr val="tx1"/>
                </a:solidFill>
              </a:rPr>
            </a:br>
            <a:r>
              <a:rPr lang="en-US" sz="1000" dirty="0">
                <a:solidFill>
                  <a:schemeClr val="tx1"/>
                </a:solidFill>
                <a:sym typeface="Wingdings" panose="05000000000000000000" pitchFamily="2" charset="2"/>
              </a:rPr>
              <a:t>[</a:t>
            </a:r>
            <a:r>
              <a:rPr lang="en-US" sz="1000" dirty="0" err="1">
                <a:solidFill>
                  <a:schemeClr val="tx1"/>
                </a:solidFill>
                <a:sym typeface="Wingdings" panose="05000000000000000000" pitchFamily="2" charset="2"/>
              </a:rPr>
              <a:t>tab:Category,mammal</a:t>
            </a:r>
            <a:r>
              <a:rPr lang="en-US" sz="1000" dirty="0">
                <a:solidFill>
                  <a:schemeClr val="tx1"/>
                </a:solidFill>
                <a:sym typeface="Wingdings" panose="05000000000000000000" pitchFamily="2" charset="2"/>
              </a:rPr>
              <a:t>] &lt;==  </a:t>
            </a:r>
            <a:r>
              <a:rPr lang="en-US" sz="1000" dirty="0" err="1">
                <a:solidFill>
                  <a:schemeClr val="tx1"/>
                </a:solidFill>
              </a:rPr>
              <a:t>var</a:t>
            </a:r>
            <a:r>
              <a:rPr lang="en-US" sz="1000" dirty="0">
                <a:solidFill>
                  <a:schemeClr val="tx1"/>
                </a:solidFill>
              </a:rPr>
              <a:t>[ ]</a:t>
            </a:r>
            <a:r>
              <a:rPr lang="en-US" sz="1000" dirty="0">
                <a:solidFill>
                  <a:schemeClr val="tx1"/>
                </a:solidFill>
                <a:sym typeface="Wingdings" panose="05000000000000000000" pitchFamily="2" charset="2"/>
              </a:rPr>
              <a:t>;</a:t>
            </a:r>
            <a:endParaRPr lang="en-US" sz="1000" dirty="0">
              <a:solidFill>
                <a:schemeClr val="tx1"/>
              </a:solidFill>
            </a:endParaRPr>
          </a:p>
        </p:txBody>
      </p:sp>
      <p:sp>
        <p:nvSpPr>
          <p:cNvPr id="146" name="Rechteck 145"/>
          <p:cNvSpPr/>
          <p:nvPr/>
        </p:nvSpPr>
        <p:spPr>
          <a:xfrm>
            <a:off x="828000" y="2277000"/>
            <a:ext cx="2088494" cy="576000"/>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 tab:..,0 ] = names [ ]; // Headers</a:t>
            </a:r>
          </a:p>
          <a:p>
            <a:r>
              <a:rPr lang="en-US" sz="1000" dirty="0">
                <a:solidFill>
                  <a:schemeClr val="tx1"/>
                </a:solidFill>
              </a:rPr>
              <a:t>[ tab:..,1 ] = values[ ]; // or:</a:t>
            </a:r>
          </a:p>
          <a:p>
            <a:r>
              <a:rPr lang="en-US" sz="1000" dirty="0">
                <a:solidFill>
                  <a:schemeClr val="tx1"/>
                </a:solidFill>
              </a:rPr>
              <a:t>[ </a:t>
            </a:r>
            <a:r>
              <a:rPr lang="en-US" sz="1000" dirty="0" err="1">
                <a:solidFill>
                  <a:schemeClr val="tx1"/>
                </a:solidFill>
              </a:rPr>
              <a:t>tab:Animal.dog</a:t>
            </a:r>
            <a:r>
              <a:rPr lang="en-US" sz="1000" dirty="0">
                <a:solidFill>
                  <a:schemeClr val="tx1"/>
                </a:solidFill>
              </a:rPr>
              <a:t>,..] = values[ ];</a:t>
            </a:r>
          </a:p>
        </p:txBody>
      </p:sp>
      <p:sp>
        <p:nvSpPr>
          <p:cNvPr id="147" name="Rechteck 146"/>
          <p:cNvSpPr/>
          <p:nvPr/>
        </p:nvSpPr>
        <p:spPr>
          <a:xfrm>
            <a:off x="395420" y="2924930"/>
            <a:ext cx="1008140" cy="21603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Table “tab”:</a:t>
            </a:r>
            <a:endParaRPr lang="en-US" sz="1000" dirty="0">
              <a:solidFill>
                <a:schemeClr val="tx1"/>
              </a:solidFill>
            </a:endParaRPr>
          </a:p>
        </p:txBody>
      </p:sp>
      <p:sp>
        <p:nvSpPr>
          <p:cNvPr id="38" name="Rechteck 37"/>
          <p:cNvSpPr/>
          <p:nvPr/>
        </p:nvSpPr>
        <p:spPr>
          <a:xfrm>
            <a:off x="1476000" y="1557000"/>
            <a:ext cx="2016000" cy="576000"/>
          </a:xfrm>
          <a:prstGeom prst="rect">
            <a:avLst/>
          </a:prstGeom>
          <a:solidFill>
            <a:srgbClr val="CCE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names[ ] = [ tab:..,0 ]; // Headers</a:t>
            </a:r>
          </a:p>
          <a:p>
            <a:r>
              <a:rPr lang="en-US" sz="1000" dirty="0">
                <a:solidFill>
                  <a:schemeClr val="tx1"/>
                </a:solidFill>
              </a:rPr>
              <a:t>values[ ] = [ tab:..,1 ]; // or:</a:t>
            </a:r>
          </a:p>
          <a:p>
            <a:r>
              <a:rPr lang="en-US" sz="1000" dirty="0">
                <a:solidFill>
                  <a:schemeClr val="tx1"/>
                </a:solidFill>
              </a:rPr>
              <a:t>values[ ] = [ </a:t>
            </a:r>
            <a:r>
              <a:rPr lang="en-US" sz="1000" dirty="0" err="1">
                <a:solidFill>
                  <a:schemeClr val="tx1"/>
                </a:solidFill>
              </a:rPr>
              <a:t>tab:Animal.dog</a:t>
            </a:r>
            <a:r>
              <a:rPr lang="en-US" sz="1000" dirty="0">
                <a:solidFill>
                  <a:schemeClr val="tx1"/>
                </a:solidFill>
              </a:rPr>
              <a:t>,..]</a:t>
            </a:r>
          </a:p>
        </p:txBody>
      </p:sp>
    </p:spTree>
    <p:extLst>
      <p:ext uri="{BB962C8B-B14F-4D97-AF65-F5344CB8AC3E}">
        <p14:creationId xmlns:p14="http://schemas.microsoft.com/office/powerpoint/2010/main" val="2049601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 name="Gruppieren 131"/>
          <p:cNvGrpSpPr/>
          <p:nvPr/>
        </p:nvGrpSpPr>
        <p:grpSpPr>
          <a:xfrm rot="10800000" flipV="1">
            <a:off x="3275857" y="2168860"/>
            <a:ext cx="216032" cy="2313995"/>
            <a:chOff x="5349789" y="2163976"/>
            <a:chExt cx="216032" cy="2313995"/>
          </a:xfrm>
        </p:grpSpPr>
        <p:cxnSp>
          <p:nvCxnSpPr>
            <p:cNvPr id="133" name="Gerade Verbindung mit Pfeil 132"/>
            <p:cNvCxnSpPr/>
            <p:nvPr/>
          </p:nvCxnSpPr>
          <p:spPr>
            <a:xfrm rot="3000000" flipH="1">
              <a:off x="4467821" y="3261976"/>
              <a:ext cx="2196000" cy="0"/>
            </a:xfrm>
            <a:prstGeom prst="straightConnector1">
              <a:avLst/>
            </a:prstGeom>
            <a:ln w="12700">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4" name="Gerade Verbindung mit Pfeil 133"/>
            <p:cNvCxnSpPr/>
            <p:nvPr/>
          </p:nvCxnSpPr>
          <p:spPr>
            <a:xfrm rot="13800000" flipH="1">
              <a:off x="4251789" y="3379971"/>
              <a:ext cx="2196000" cy="0"/>
            </a:xfrm>
            <a:prstGeom prst="straightConnector1">
              <a:avLst/>
            </a:prstGeom>
            <a:ln w="1270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grpSp>
        <p:nvGrpSpPr>
          <p:cNvPr id="26" name="Gruppieren 25"/>
          <p:cNvGrpSpPr/>
          <p:nvPr/>
        </p:nvGrpSpPr>
        <p:grpSpPr>
          <a:xfrm>
            <a:off x="5349789" y="2163976"/>
            <a:ext cx="216032" cy="2313995"/>
            <a:chOff x="5349789" y="2163976"/>
            <a:chExt cx="216032" cy="2313995"/>
          </a:xfrm>
        </p:grpSpPr>
        <p:cxnSp>
          <p:nvCxnSpPr>
            <p:cNvPr id="129" name="Gerade Verbindung mit Pfeil 128"/>
            <p:cNvCxnSpPr/>
            <p:nvPr/>
          </p:nvCxnSpPr>
          <p:spPr>
            <a:xfrm rot="3000000" flipH="1">
              <a:off x="4467821" y="3261976"/>
              <a:ext cx="2196000" cy="0"/>
            </a:xfrm>
            <a:prstGeom prst="straightConnector1">
              <a:avLst/>
            </a:prstGeom>
            <a:ln w="12700">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1" name="Gerade Verbindung mit Pfeil 130"/>
            <p:cNvCxnSpPr/>
            <p:nvPr/>
          </p:nvCxnSpPr>
          <p:spPr>
            <a:xfrm rot="13800000" flipH="1">
              <a:off x="4251789" y="3379971"/>
              <a:ext cx="2196000" cy="0"/>
            </a:xfrm>
            <a:prstGeom prst="straightConnector1">
              <a:avLst/>
            </a:prstGeom>
            <a:ln w="12700">
              <a:solidFill>
                <a:srgbClr val="00B05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sp>
        <p:nvSpPr>
          <p:cNvPr id="2" name="Titel 1"/>
          <p:cNvSpPr>
            <a:spLocks noGrp="1"/>
          </p:cNvSpPr>
          <p:nvPr>
            <p:ph type="title"/>
          </p:nvPr>
        </p:nvSpPr>
        <p:spPr/>
        <p:txBody>
          <a:bodyPr/>
          <a:lstStyle/>
          <a:p>
            <a:r>
              <a:rPr lang="en-US" dirty="0"/>
              <a:t>Transaction Model</a:t>
            </a:r>
          </a:p>
        </p:txBody>
      </p:sp>
      <p:sp>
        <p:nvSpPr>
          <p:cNvPr id="4" name="Textplatzhalter 3"/>
          <p:cNvSpPr>
            <a:spLocks noGrp="1"/>
          </p:cNvSpPr>
          <p:nvPr>
            <p:ph type="body" sz="quarter" idx="16"/>
          </p:nvPr>
        </p:nvSpPr>
        <p:spPr/>
        <p:txBody>
          <a:bodyPr/>
          <a:lstStyle/>
          <a:p>
            <a:endParaRPr lang="en-US"/>
          </a:p>
        </p:txBody>
      </p:sp>
      <p:cxnSp>
        <p:nvCxnSpPr>
          <p:cNvPr id="11" name="Gerade Verbindung mit Pfeil 10"/>
          <p:cNvCxnSpPr/>
          <p:nvPr/>
        </p:nvCxnSpPr>
        <p:spPr>
          <a:xfrm>
            <a:off x="2987620" y="4761148"/>
            <a:ext cx="2880710" cy="0"/>
          </a:xfrm>
          <a:prstGeom prst="straightConnector1">
            <a:avLst/>
          </a:prstGeom>
          <a:ln w="12700">
            <a:solidFill>
              <a:srgbClr val="00B05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11" name="Gerade Verbindung mit Pfeil 110"/>
          <p:cNvCxnSpPr/>
          <p:nvPr/>
        </p:nvCxnSpPr>
        <p:spPr>
          <a:xfrm flipH="1">
            <a:off x="2987780" y="4545124"/>
            <a:ext cx="2880710" cy="0"/>
          </a:xfrm>
          <a:prstGeom prst="straightConnector1">
            <a:avLst/>
          </a:prstGeom>
          <a:ln w="1270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14" name="Rechteck 113"/>
          <p:cNvSpPr/>
          <p:nvPr/>
        </p:nvSpPr>
        <p:spPr>
          <a:xfrm>
            <a:off x="3635896" y="4761148"/>
            <a:ext cx="1800250"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Transactions:</a:t>
            </a:r>
            <a:br>
              <a:rPr lang="en-US" sz="1000" dirty="0">
                <a:solidFill>
                  <a:schemeClr val="tx1"/>
                </a:solidFill>
              </a:rPr>
            </a:br>
            <a:r>
              <a:rPr lang="en-US" sz="1000" dirty="0" err="1">
                <a:solidFill>
                  <a:schemeClr val="tx1"/>
                </a:solidFill>
              </a:rPr>
              <a:t>var</a:t>
            </a:r>
            <a:r>
              <a:rPr lang="en-US" sz="1000" dirty="0">
                <a:solidFill>
                  <a:schemeClr val="tx1"/>
                </a:solidFill>
              </a:rPr>
              <a:t>[ ] &lt;== [tab:...]</a:t>
            </a:r>
          </a:p>
        </p:txBody>
      </p:sp>
      <p:sp>
        <p:nvSpPr>
          <p:cNvPr id="115" name="Rechteck 114"/>
          <p:cNvSpPr/>
          <p:nvPr/>
        </p:nvSpPr>
        <p:spPr>
          <a:xfrm>
            <a:off x="3635846" y="4149080"/>
            <a:ext cx="1800250"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Transactions:</a:t>
            </a:r>
          </a:p>
          <a:p>
            <a:r>
              <a:rPr lang="en-US" sz="1000" dirty="0">
                <a:solidFill>
                  <a:schemeClr val="tx1"/>
                </a:solidFill>
              </a:rPr>
              <a:t>[tab:…] &lt;== </a:t>
            </a:r>
            <a:r>
              <a:rPr lang="en-US" sz="1000" dirty="0" err="1">
                <a:solidFill>
                  <a:schemeClr val="tx1"/>
                </a:solidFill>
              </a:rPr>
              <a:t>var</a:t>
            </a:r>
            <a:r>
              <a:rPr lang="en-US" sz="1000" dirty="0">
                <a:solidFill>
                  <a:schemeClr val="tx1"/>
                </a:solidFill>
              </a:rPr>
              <a:t>[ ];</a:t>
            </a:r>
          </a:p>
        </p:txBody>
      </p:sp>
      <p:sp>
        <p:nvSpPr>
          <p:cNvPr id="14" name="Kreis 13"/>
          <p:cNvSpPr/>
          <p:nvPr/>
        </p:nvSpPr>
        <p:spPr>
          <a:xfrm>
            <a:off x="1475670" y="4797290"/>
            <a:ext cx="720000" cy="720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sp>
        <p:nvSpPr>
          <p:cNvPr id="116" name="Kreis 13"/>
          <p:cNvSpPr/>
          <p:nvPr/>
        </p:nvSpPr>
        <p:spPr>
          <a:xfrm flipH="1">
            <a:off x="6660390" y="4797290"/>
            <a:ext cx="720000" cy="720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sp>
        <p:nvSpPr>
          <p:cNvPr id="3" name="Ellipse 2"/>
          <p:cNvSpPr/>
          <p:nvPr/>
        </p:nvSpPr>
        <p:spPr>
          <a:xfrm>
            <a:off x="1835620" y="4077090"/>
            <a:ext cx="1152000" cy="11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600" b="1" dirty="0">
                <a:solidFill>
                  <a:schemeClr val="tx1"/>
                </a:solidFill>
              </a:rPr>
              <a:t>Tables</a:t>
            </a:r>
          </a:p>
        </p:txBody>
      </p:sp>
      <p:sp>
        <p:nvSpPr>
          <p:cNvPr id="87" name="Ellipse 86"/>
          <p:cNvSpPr/>
          <p:nvPr/>
        </p:nvSpPr>
        <p:spPr>
          <a:xfrm>
            <a:off x="5868330" y="4077090"/>
            <a:ext cx="1152000" cy="11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600" b="1" dirty="0">
                <a:solidFill>
                  <a:schemeClr val="tx1"/>
                </a:solidFill>
              </a:rPr>
              <a:t>Variables</a:t>
            </a:r>
          </a:p>
        </p:txBody>
      </p:sp>
      <p:sp>
        <p:nvSpPr>
          <p:cNvPr id="97" name="Ellipse 96"/>
          <p:cNvSpPr/>
          <p:nvPr/>
        </p:nvSpPr>
        <p:spPr>
          <a:xfrm>
            <a:off x="3851900" y="1484730"/>
            <a:ext cx="1152000" cy="1152000"/>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600" b="1" dirty="0">
                <a:solidFill>
                  <a:schemeClr val="tx1"/>
                </a:solidFill>
              </a:rPr>
              <a:t>Parameter</a:t>
            </a:r>
            <a:br>
              <a:rPr lang="en-US" sz="1600" b="1" dirty="0">
                <a:solidFill>
                  <a:schemeClr val="tx1"/>
                </a:solidFill>
              </a:rPr>
            </a:br>
            <a:r>
              <a:rPr lang="en-US" sz="1600" b="1" dirty="0">
                <a:solidFill>
                  <a:schemeClr val="tx1"/>
                </a:solidFill>
              </a:rPr>
              <a:t>Sets</a:t>
            </a:r>
          </a:p>
        </p:txBody>
      </p:sp>
      <p:sp>
        <p:nvSpPr>
          <p:cNvPr id="117" name="Rechteck 116"/>
          <p:cNvSpPr/>
          <p:nvPr/>
        </p:nvSpPr>
        <p:spPr>
          <a:xfrm>
            <a:off x="467242" y="5373270"/>
            <a:ext cx="2376518"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Transaction</a:t>
            </a:r>
            <a:r>
              <a:rPr lang="en-US" sz="1000" dirty="0">
                <a:solidFill>
                  <a:schemeClr val="tx1"/>
                </a:solidFill>
              </a:rPr>
              <a:t>:</a:t>
            </a:r>
            <a:br>
              <a:rPr lang="en-US" sz="1000" dirty="0">
                <a:solidFill>
                  <a:schemeClr val="tx1"/>
                </a:solidFill>
              </a:rPr>
            </a:br>
            <a:r>
              <a:rPr lang="en-US" sz="1000" dirty="0">
                <a:solidFill>
                  <a:schemeClr val="tx1"/>
                </a:solidFill>
              </a:rPr>
              <a:t>[tab2:…] &lt;== [tab:…]</a:t>
            </a:r>
          </a:p>
          <a:p>
            <a:r>
              <a:rPr lang="en-US" sz="1000" dirty="0">
                <a:solidFill>
                  <a:schemeClr val="tx1"/>
                </a:solidFill>
              </a:rPr>
              <a:t>Example: [tab2:0,1] &lt;== [tab1:0,4];</a:t>
            </a:r>
          </a:p>
        </p:txBody>
      </p:sp>
      <p:sp>
        <p:nvSpPr>
          <p:cNvPr id="118" name="Rechteck 117"/>
          <p:cNvSpPr/>
          <p:nvPr/>
        </p:nvSpPr>
        <p:spPr>
          <a:xfrm>
            <a:off x="5796170" y="5589300"/>
            <a:ext cx="1800250" cy="21603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Transaction:</a:t>
            </a:r>
            <a:r>
              <a:rPr lang="en-US" sz="1000" dirty="0">
                <a:solidFill>
                  <a:schemeClr val="tx1"/>
                </a:solidFill>
              </a:rPr>
              <a:t> var2[ ] &lt;== </a:t>
            </a:r>
            <a:r>
              <a:rPr lang="en-US" sz="1000" dirty="0" err="1">
                <a:solidFill>
                  <a:schemeClr val="tx1"/>
                </a:solidFill>
              </a:rPr>
              <a:t>var</a:t>
            </a:r>
            <a:r>
              <a:rPr lang="en-US" sz="1000" dirty="0">
                <a:solidFill>
                  <a:schemeClr val="tx1"/>
                </a:solidFill>
              </a:rPr>
              <a:t>[ ]</a:t>
            </a:r>
          </a:p>
        </p:txBody>
      </p:sp>
      <p:sp>
        <p:nvSpPr>
          <p:cNvPr id="124" name="Rechteck 123"/>
          <p:cNvSpPr/>
          <p:nvPr/>
        </p:nvSpPr>
        <p:spPr>
          <a:xfrm rot="-3000000">
            <a:off x="2199294" y="2902101"/>
            <a:ext cx="180025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table read row( tab, … )</a:t>
            </a:r>
          </a:p>
          <a:p>
            <a:r>
              <a:rPr lang="en-US" sz="1000" dirty="0">
                <a:solidFill>
                  <a:schemeClr val="tx1"/>
                </a:solidFill>
              </a:rPr>
              <a:t>table read row aligned( tab, … )</a:t>
            </a:r>
          </a:p>
        </p:txBody>
      </p:sp>
      <p:sp>
        <p:nvSpPr>
          <p:cNvPr id="125" name="Rechteck 124"/>
          <p:cNvSpPr/>
          <p:nvPr/>
        </p:nvSpPr>
        <p:spPr>
          <a:xfrm rot="-3000000">
            <a:off x="2768191" y="3334148"/>
            <a:ext cx="180025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table write row( tab, … )</a:t>
            </a:r>
          </a:p>
          <a:p>
            <a:r>
              <a:rPr lang="en-US" sz="1000" dirty="0">
                <a:solidFill>
                  <a:schemeClr val="tx1"/>
                </a:solidFill>
              </a:rPr>
              <a:t>table write row aligned( tab, … )</a:t>
            </a:r>
          </a:p>
        </p:txBody>
      </p:sp>
      <p:sp>
        <p:nvSpPr>
          <p:cNvPr id="127" name="Rechteck 126"/>
          <p:cNvSpPr/>
          <p:nvPr/>
        </p:nvSpPr>
        <p:spPr>
          <a:xfrm rot="3000000">
            <a:off x="4948350" y="3161630"/>
            <a:ext cx="1800250" cy="31805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Function call:</a:t>
            </a:r>
            <a:br>
              <a:rPr lang="en-US" sz="1000" b="1" dirty="0">
                <a:solidFill>
                  <a:schemeClr val="tx1"/>
                </a:solidFill>
              </a:rPr>
            </a:br>
            <a:r>
              <a:rPr lang="en-US" sz="1000" dirty="0">
                <a:solidFill>
                  <a:schemeClr val="tx1"/>
                </a:solidFill>
              </a:rPr>
              <a:t>parameter to variable (…)</a:t>
            </a:r>
          </a:p>
        </p:txBody>
      </p:sp>
      <p:sp>
        <p:nvSpPr>
          <p:cNvPr id="128" name="Kreis 13"/>
          <p:cNvSpPr/>
          <p:nvPr/>
        </p:nvSpPr>
        <p:spPr>
          <a:xfrm rot="18900000" flipH="1">
            <a:off x="4865137" y="1705857"/>
            <a:ext cx="720000" cy="720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sp>
        <p:nvSpPr>
          <p:cNvPr id="135" name="Rechteck 134"/>
          <p:cNvSpPr/>
          <p:nvPr/>
        </p:nvSpPr>
        <p:spPr>
          <a:xfrm>
            <a:off x="5688124" y="1916832"/>
            <a:ext cx="1800250" cy="21603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Assignments:</a:t>
            </a:r>
            <a:r>
              <a:rPr lang="en-US" sz="1000" dirty="0">
                <a:solidFill>
                  <a:schemeClr val="tx1"/>
                </a:solidFill>
              </a:rPr>
              <a:t> n2[ ] = n[ ]; v2[ ] = v[ ];</a:t>
            </a:r>
          </a:p>
        </p:txBody>
      </p:sp>
      <p:graphicFrame>
        <p:nvGraphicFramePr>
          <p:cNvPr id="27" name="Tabelle 26"/>
          <p:cNvGraphicFramePr>
            <a:graphicFrameLocks noGrp="1"/>
          </p:cNvGraphicFramePr>
          <p:nvPr/>
        </p:nvGraphicFramePr>
        <p:xfrm>
          <a:off x="395544" y="3140960"/>
          <a:ext cx="1872138" cy="897600"/>
        </p:xfrm>
        <a:graphic>
          <a:graphicData uri="http://schemas.openxmlformats.org/drawingml/2006/table">
            <a:tbl>
              <a:tblPr firstRow="1" bandRow="1">
                <a:tableStyleId>{5C22544A-7EE6-4342-B048-85BDC9FD1C3A}</a:tableStyleId>
              </a:tblPr>
              <a:tblGrid>
                <a:gridCol w="647966">
                  <a:extLst>
                    <a:ext uri="{9D8B030D-6E8A-4147-A177-3AD203B41FA5}">
                      <a16:colId xmlns:a16="http://schemas.microsoft.com/office/drawing/2014/main" val="20000"/>
                    </a:ext>
                  </a:extLst>
                </a:gridCol>
                <a:gridCol w="720100">
                  <a:extLst>
                    <a:ext uri="{9D8B030D-6E8A-4147-A177-3AD203B41FA5}">
                      <a16:colId xmlns:a16="http://schemas.microsoft.com/office/drawing/2014/main" val="20001"/>
                    </a:ext>
                  </a:extLst>
                </a:gridCol>
                <a:gridCol w="504072">
                  <a:extLst>
                    <a:ext uri="{9D8B030D-6E8A-4147-A177-3AD203B41FA5}">
                      <a16:colId xmlns:a16="http://schemas.microsoft.com/office/drawing/2014/main" val="20002"/>
                    </a:ext>
                  </a:extLst>
                </a:gridCol>
              </a:tblGrid>
              <a:tr h="0">
                <a:tc>
                  <a:txBody>
                    <a:bodyPr/>
                    <a:lstStyle/>
                    <a:p>
                      <a:r>
                        <a:rPr lang="en-US" sz="1000" dirty="0"/>
                        <a:t>Animal</a:t>
                      </a:r>
                    </a:p>
                  </a:txBody>
                  <a:tcPr marL="36000" marR="36000" marT="36000" marB="36000"/>
                </a:tc>
                <a:tc>
                  <a:txBody>
                    <a:bodyPr/>
                    <a:lstStyle/>
                    <a:p>
                      <a:r>
                        <a:rPr lang="en-US" sz="1000" dirty="0"/>
                        <a:t>Category</a:t>
                      </a:r>
                    </a:p>
                  </a:txBody>
                  <a:tcPr marL="36000" marR="36000" marT="36000" marB="36000"/>
                </a:tc>
                <a:tc>
                  <a:txBody>
                    <a:bodyPr/>
                    <a:lstStyle/>
                    <a:p>
                      <a:r>
                        <a:rPr lang="en-US" sz="1000" dirty="0"/>
                        <a:t># Legs</a:t>
                      </a:r>
                    </a:p>
                  </a:txBody>
                  <a:tcPr marL="36000" marR="36000" marT="36000" marB="36000"/>
                </a:tc>
                <a:extLst>
                  <a:ext uri="{0D108BD9-81ED-4DB2-BD59-A6C34878D82A}">
                    <a16:rowId xmlns:a16="http://schemas.microsoft.com/office/drawing/2014/main" val="10000"/>
                  </a:ext>
                </a:extLst>
              </a:tr>
              <a:tr h="0">
                <a:tc>
                  <a:txBody>
                    <a:bodyPr/>
                    <a:lstStyle/>
                    <a:p>
                      <a:r>
                        <a:rPr lang="en-US" sz="1000" dirty="0"/>
                        <a:t>dog</a:t>
                      </a:r>
                    </a:p>
                  </a:txBody>
                  <a:tcPr marL="36000" marR="36000" marT="36000" marB="36000"/>
                </a:tc>
                <a:tc>
                  <a:txBody>
                    <a:bodyPr/>
                    <a:lstStyle/>
                    <a:p>
                      <a:r>
                        <a:rPr lang="en-US" sz="1000" dirty="0"/>
                        <a:t>mammal</a:t>
                      </a:r>
                    </a:p>
                  </a:txBody>
                  <a:tcPr marL="36000" marR="36000" marT="36000" marB="36000"/>
                </a:tc>
                <a:tc>
                  <a:txBody>
                    <a:bodyPr/>
                    <a:lstStyle/>
                    <a:p>
                      <a:r>
                        <a:rPr lang="en-US" sz="1000" dirty="0"/>
                        <a:t>4</a:t>
                      </a:r>
                    </a:p>
                  </a:txBody>
                  <a:tcPr marL="36000" marR="36000" marT="36000" marB="36000"/>
                </a:tc>
                <a:extLst>
                  <a:ext uri="{0D108BD9-81ED-4DB2-BD59-A6C34878D82A}">
                    <a16:rowId xmlns:a16="http://schemas.microsoft.com/office/drawing/2014/main" val="10001"/>
                  </a:ext>
                </a:extLst>
              </a:tr>
              <a:tr h="0">
                <a:tc>
                  <a:txBody>
                    <a:bodyPr/>
                    <a:lstStyle/>
                    <a:p>
                      <a:r>
                        <a:rPr lang="en-US" sz="1000" dirty="0"/>
                        <a:t>house fly</a:t>
                      </a:r>
                    </a:p>
                  </a:txBody>
                  <a:tcPr marL="36000" marR="36000" marT="36000" marB="36000"/>
                </a:tc>
                <a:tc>
                  <a:txBody>
                    <a:bodyPr/>
                    <a:lstStyle/>
                    <a:p>
                      <a:r>
                        <a:rPr lang="en-US" sz="1000" dirty="0"/>
                        <a:t>insect</a:t>
                      </a:r>
                    </a:p>
                  </a:txBody>
                  <a:tcPr marL="36000" marR="36000" marT="36000" marB="36000"/>
                </a:tc>
                <a:tc>
                  <a:txBody>
                    <a:bodyPr/>
                    <a:lstStyle/>
                    <a:p>
                      <a:r>
                        <a:rPr lang="en-US" sz="1000" dirty="0"/>
                        <a:t>6</a:t>
                      </a:r>
                    </a:p>
                  </a:txBody>
                  <a:tcPr marL="36000" marR="36000" marT="36000" marB="36000"/>
                </a:tc>
                <a:extLst>
                  <a:ext uri="{0D108BD9-81ED-4DB2-BD59-A6C34878D82A}">
                    <a16:rowId xmlns:a16="http://schemas.microsoft.com/office/drawing/2014/main" val="10002"/>
                  </a:ext>
                </a:extLst>
              </a:tr>
              <a:tr h="0">
                <a:tc>
                  <a:txBody>
                    <a:bodyPr/>
                    <a:lstStyle/>
                    <a:p>
                      <a:r>
                        <a:rPr lang="en-US" sz="1000" dirty="0"/>
                        <a:t>lobster</a:t>
                      </a:r>
                    </a:p>
                  </a:txBody>
                  <a:tcPr marL="36000" marR="36000" marT="36000" marB="36000"/>
                </a:tc>
                <a:tc>
                  <a:txBody>
                    <a:bodyPr/>
                    <a:lstStyle/>
                    <a:p>
                      <a:r>
                        <a:rPr lang="en-US" sz="1000" dirty="0"/>
                        <a:t>crustacean</a:t>
                      </a:r>
                    </a:p>
                  </a:txBody>
                  <a:tcPr marL="36000" marR="36000" marT="36000" marB="36000"/>
                </a:tc>
                <a:tc>
                  <a:txBody>
                    <a:bodyPr/>
                    <a:lstStyle/>
                    <a:p>
                      <a:r>
                        <a:rPr lang="en-US" sz="1000" dirty="0"/>
                        <a:t>10</a:t>
                      </a:r>
                    </a:p>
                  </a:txBody>
                  <a:tcPr marL="36000" marR="36000" marT="36000" marB="36000"/>
                </a:tc>
                <a:extLst>
                  <a:ext uri="{0D108BD9-81ED-4DB2-BD59-A6C34878D82A}">
                    <a16:rowId xmlns:a16="http://schemas.microsoft.com/office/drawing/2014/main" val="10003"/>
                  </a:ext>
                </a:extLst>
              </a:tr>
            </a:tbl>
          </a:graphicData>
        </a:graphic>
      </p:graphicFrame>
      <p:sp>
        <p:nvSpPr>
          <p:cNvPr id="136" name="Rechteck 135"/>
          <p:cNvSpPr/>
          <p:nvPr/>
        </p:nvSpPr>
        <p:spPr>
          <a:xfrm>
            <a:off x="7092392" y="3789050"/>
            <a:ext cx="1512168" cy="72008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var</a:t>
            </a:r>
            <a:r>
              <a:rPr lang="en-US" sz="1000" dirty="0">
                <a:solidFill>
                  <a:schemeClr val="tx1"/>
                </a:solidFill>
              </a:rPr>
              <a:t>[ ] = void</a:t>
            </a:r>
          </a:p>
          <a:p>
            <a:r>
              <a:rPr lang="en-US" sz="1000" dirty="0" err="1">
                <a:solidFill>
                  <a:schemeClr val="tx1"/>
                </a:solidFill>
              </a:rPr>
              <a:t>var</a:t>
            </a:r>
            <a:r>
              <a:rPr lang="en-US" sz="1000" dirty="0">
                <a:solidFill>
                  <a:schemeClr val="tx1"/>
                </a:solidFill>
              </a:rPr>
              <a:t>[# Legs] = 4</a:t>
            </a:r>
          </a:p>
          <a:p>
            <a:r>
              <a:rPr lang="en-US" sz="1000" dirty="0" err="1">
                <a:solidFill>
                  <a:schemeClr val="tx1"/>
                </a:solidFill>
              </a:rPr>
              <a:t>var</a:t>
            </a:r>
            <a:r>
              <a:rPr lang="en-US" sz="1000" dirty="0">
                <a:solidFill>
                  <a:schemeClr val="tx1"/>
                </a:solidFill>
              </a:rPr>
              <a:t>[Animal] = dog</a:t>
            </a:r>
          </a:p>
          <a:p>
            <a:r>
              <a:rPr lang="en-US" sz="1000" dirty="0" err="1">
                <a:solidFill>
                  <a:schemeClr val="tx1"/>
                </a:solidFill>
              </a:rPr>
              <a:t>var</a:t>
            </a:r>
            <a:r>
              <a:rPr lang="en-US" sz="1000" dirty="0">
                <a:solidFill>
                  <a:schemeClr val="tx1"/>
                </a:solidFill>
              </a:rPr>
              <a:t>[Category] = mammal</a:t>
            </a:r>
          </a:p>
        </p:txBody>
      </p:sp>
      <p:sp>
        <p:nvSpPr>
          <p:cNvPr id="137" name="Rechteck 136"/>
          <p:cNvSpPr/>
          <p:nvPr/>
        </p:nvSpPr>
        <p:spPr>
          <a:xfrm>
            <a:off x="1907630" y="980660"/>
            <a:ext cx="2340260" cy="504056"/>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names[ ] = { Animal, Category, # Legs }</a:t>
            </a:r>
          </a:p>
          <a:p>
            <a:r>
              <a:rPr lang="en-US" sz="1000" dirty="0">
                <a:solidFill>
                  <a:schemeClr val="tx1"/>
                </a:solidFill>
              </a:rPr>
              <a:t>values[ ] = { dog, mammal, 4 }</a:t>
            </a:r>
          </a:p>
        </p:txBody>
      </p:sp>
      <p:sp>
        <p:nvSpPr>
          <p:cNvPr id="138" name="Rechteck 137"/>
          <p:cNvSpPr/>
          <p:nvPr/>
        </p:nvSpPr>
        <p:spPr>
          <a:xfrm>
            <a:off x="5724128" y="1448780"/>
            <a:ext cx="2340260" cy="504056"/>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names[ ] = { # Legs, Animal, Category }</a:t>
            </a:r>
          </a:p>
          <a:p>
            <a:r>
              <a:rPr lang="en-US" sz="1000" dirty="0">
                <a:solidFill>
                  <a:schemeClr val="tx1"/>
                </a:solidFill>
              </a:rPr>
              <a:t>values[ ] = { 4, dog, mammal }</a:t>
            </a:r>
          </a:p>
        </p:txBody>
      </p:sp>
      <p:sp>
        <p:nvSpPr>
          <p:cNvPr id="140" name="Rechteck 139"/>
          <p:cNvSpPr/>
          <p:nvPr/>
        </p:nvSpPr>
        <p:spPr>
          <a:xfrm>
            <a:off x="6012200" y="2420890"/>
            <a:ext cx="1800250" cy="360020"/>
          </a:xfrm>
          <a:prstGeom prst="rect">
            <a:avLst/>
          </a:prstGeom>
          <a:solidFill>
            <a:srgbClr val="CCE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parameter from variable</a:t>
            </a:r>
            <a:br>
              <a:rPr lang="en-US" sz="1000" b="1" dirty="0">
                <a:solidFill>
                  <a:schemeClr val="tx1"/>
                </a:solidFill>
              </a:rPr>
            </a:br>
            <a:r>
              <a:rPr lang="en-US" sz="1000" dirty="0">
                <a:solidFill>
                  <a:schemeClr val="tx1"/>
                </a:solidFill>
              </a:rPr>
              <a:t>( names[ ], values[ ], </a:t>
            </a:r>
            <a:r>
              <a:rPr lang="en-US" sz="1000" dirty="0" err="1">
                <a:solidFill>
                  <a:schemeClr val="tx1"/>
                </a:solidFill>
              </a:rPr>
              <a:t>var</a:t>
            </a:r>
            <a:r>
              <a:rPr lang="en-US" sz="1000" dirty="0">
                <a:solidFill>
                  <a:schemeClr val="tx1"/>
                </a:solidFill>
              </a:rPr>
              <a:t>[ ] );</a:t>
            </a:r>
          </a:p>
        </p:txBody>
      </p:sp>
      <p:sp>
        <p:nvSpPr>
          <p:cNvPr id="141" name="Rechteck 140"/>
          <p:cNvSpPr/>
          <p:nvPr/>
        </p:nvSpPr>
        <p:spPr>
          <a:xfrm>
            <a:off x="6012200" y="2852920"/>
            <a:ext cx="1800250" cy="36002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parameter to variable</a:t>
            </a:r>
            <a:br>
              <a:rPr lang="en-US" sz="1000" b="1" dirty="0">
                <a:solidFill>
                  <a:schemeClr val="tx1"/>
                </a:solidFill>
              </a:rPr>
            </a:br>
            <a:r>
              <a:rPr lang="en-US" sz="1000" dirty="0">
                <a:solidFill>
                  <a:schemeClr val="tx1"/>
                </a:solidFill>
              </a:rPr>
              <a:t>( names[ ], values[ ], </a:t>
            </a:r>
            <a:r>
              <a:rPr lang="en-US" sz="1000" dirty="0" err="1">
                <a:solidFill>
                  <a:schemeClr val="tx1"/>
                </a:solidFill>
              </a:rPr>
              <a:t>var</a:t>
            </a:r>
            <a:r>
              <a:rPr lang="en-US" sz="1000" dirty="0">
                <a:solidFill>
                  <a:schemeClr val="tx1"/>
                </a:solidFill>
              </a:rPr>
              <a:t>[ ] );</a:t>
            </a:r>
          </a:p>
        </p:txBody>
      </p:sp>
      <p:sp>
        <p:nvSpPr>
          <p:cNvPr id="142" name="Rechteck 141"/>
          <p:cNvSpPr/>
          <p:nvPr/>
        </p:nvSpPr>
        <p:spPr>
          <a:xfrm rot="3000000">
            <a:off x="4480298" y="3522332"/>
            <a:ext cx="1800250" cy="31805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Function call:</a:t>
            </a:r>
            <a:br>
              <a:rPr lang="en-US" sz="1000" b="1" dirty="0">
                <a:solidFill>
                  <a:schemeClr val="tx1"/>
                </a:solidFill>
              </a:rPr>
            </a:br>
            <a:r>
              <a:rPr lang="en-US" sz="1000" dirty="0">
                <a:solidFill>
                  <a:schemeClr val="tx1"/>
                </a:solidFill>
              </a:rPr>
              <a:t>parameter to variable (…)</a:t>
            </a:r>
          </a:p>
        </p:txBody>
      </p:sp>
      <p:sp>
        <p:nvSpPr>
          <p:cNvPr id="143" name="Rechteck 142"/>
          <p:cNvSpPr/>
          <p:nvPr/>
        </p:nvSpPr>
        <p:spPr>
          <a:xfrm>
            <a:off x="3599892" y="5589240"/>
            <a:ext cx="2016224" cy="360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var</a:t>
            </a:r>
            <a:r>
              <a:rPr lang="en-US" sz="1000" dirty="0">
                <a:solidFill>
                  <a:schemeClr val="tx1"/>
                </a:solidFill>
              </a:rPr>
              <a:t>[ ] &lt;== [tab:0,1]; // Row 1</a:t>
            </a:r>
            <a:br>
              <a:rPr lang="en-US" sz="1000" dirty="0">
                <a:solidFill>
                  <a:schemeClr val="tx1"/>
                </a:solidFill>
              </a:rPr>
            </a:br>
            <a:r>
              <a:rPr lang="en-US" sz="1000" dirty="0" err="1">
                <a:solidFill>
                  <a:schemeClr val="tx1"/>
                </a:solidFill>
              </a:rPr>
              <a:t>var</a:t>
            </a:r>
            <a:r>
              <a:rPr lang="en-US" sz="1000" dirty="0">
                <a:solidFill>
                  <a:schemeClr val="tx1"/>
                </a:solidFill>
              </a:rPr>
              <a:t>[ ] </a:t>
            </a:r>
            <a:r>
              <a:rPr lang="en-US" sz="1000" dirty="0">
                <a:solidFill>
                  <a:schemeClr val="tx1"/>
                </a:solidFill>
                <a:sym typeface="Wingdings" panose="05000000000000000000" pitchFamily="2" charset="2"/>
              </a:rPr>
              <a:t>&lt;== [</a:t>
            </a:r>
            <a:r>
              <a:rPr lang="en-US" sz="1000" dirty="0" err="1">
                <a:solidFill>
                  <a:schemeClr val="tx1"/>
                </a:solidFill>
                <a:sym typeface="Wingdings" panose="05000000000000000000" pitchFamily="2" charset="2"/>
              </a:rPr>
              <a:t>tab:Category,mammal</a:t>
            </a:r>
            <a:r>
              <a:rPr lang="en-US" sz="1000" dirty="0">
                <a:solidFill>
                  <a:schemeClr val="tx1"/>
                </a:solidFill>
                <a:sym typeface="Wingdings" panose="05000000000000000000" pitchFamily="2" charset="2"/>
              </a:rPr>
              <a:t>];</a:t>
            </a:r>
            <a:endParaRPr lang="en-US" sz="1000" dirty="0">
              <a:solidFill>
                <a:schemeClr val="tx1"/>
              </a:solidFill>
            </a:endParaRPr>
          </a:p>
        </p:txBody>
      </p:sp>
      <p:sp>
        <p:nvSpPr>
          <p:cNvPr id="144" name="Rechteck 143"/>
          <p:cNvSpPr/>
          <p:nvPr/>
        </p:nvSpPr>
        <p:spPr>
          <a:xfrm>
            <a:off x="3599892" y="5157192"/>
            <a:ext cx="2016224" cy="360000"/>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[tab:0,1] &lt;== </a:t>
            </a:r>
            <a:r>
              <a:rPr lang="en-US" sz="1000" dirty="0" err="1">
                <a:solidFill>
                  <a:schemeClr val="tx1"/>
                </a:solidFill>
              </a:rPr>
              <a:t>var</a:t>
            </a:r>
            <a:r>
              <a:rPr lang="en-US" sz="1000" dirty="0">
                <a:solidFill>
                  <a:schemeClr val="tx1"/>
                </a:solidFill>
              </a:rPr>
              <a:t>[ ]; // Row 1</a:t>
            </a:r>
            <a:br>
              <a:rPr lang="en-US" sz="1000" dirty="0">
                <a:solidFill>
                  <a:schemeClr val="tx1"/>
                </a:solidFill>
              </a:rPr>
            </a:br>
            <a:r>
              <a:rPr lang="en-US" sz="1000" dirty="0">
                <a:solidFill>
                  <a:schemeClr val="tx1"/>
                </a:solidFill>
                <a:sym typeface="Wingdings" panose="05000000000000000000" pitchFamily="2" charset="2"/>
              </a:rPr>
              <a:t>[</a:t>
            </a:r>
            <a:r>
              <a:rPr lang="en-US" sz="1000" dirty="0" err="1">
                <a:solidFill>
                  <a:schemeClr val="tx1"/>
                </a:solidFill>
                <a:sym typeface="Wingdings" panose="05000000000000000000" pitchFamily="2" charset="2"/>
              </a:rPr>
              <a:t>tab:Category,mammal</a:t>
            </a:r>
            <a:r>
              <a:rPr lang="en-US" sz="1000" dirty="0">
                <a:solidFill>
                  <a:schemeClr val="tx1"/>
                </a:solidFill>
                <a:sym typeface="Wingdings" panose="05000000000000000000" pitchFamily="2" charset="2"/>
              </a:rPr>
              <a:t>] &lt;==  </a:t>
            </a:r>
            <a:r>
              <a:rPr lang="en-US" sz="1000" dirty="0" err="1">
                <a:solidFill>
                  <a:schemeClr val="tx1"/>
                </a:solidFill>
              </a:rPr>
              <a:t>var</a:t>
            </a:r>
            <a:r>
              <a:rPr lang="en-US" sz="1000" dirty="0">
                <a:solidFill>
                  <a:schemeClr val="tx1"/>
                </a:solidFill>
              </a:rPr>
              <a:t>[ ]</a:t>
            </a:r>
            <a:r>
              <a:rPr lang="en-US" sz="1000" dirty="0">
                <a:solidFill>
                  <a:schemeClr val="tx1"/>
                </a:solidFill>
                <a:sym typeface="Wingdings" panose="05000000000000000000" pitchFamily="2" charset="2"/>
              </a:rPr>
              <a:t>;</a:t>
            </a:r>
            <a:endParaRPr lang="en-US" sz="1000" dirty="0">
              <a:solidFill>
                <a:schemeClr val="tx1"/>
              </a:solidFill>
            </a:endParaRPr>
          </a:p>
        </p:txBody>
      </p:sp>
      <p:sp>
        <p:nvSpPr>
          <p:cNvPr id="145" name="Rechteck 144"/>
          <p:cNvSpPr/>
          <p:nvPr/>
        </p:nvSpPr>
        <p:spPr>
          <a:xfrm>
            <a:off x="395544" y="1556740"/>
            <a:ext cx="2952286" cy="540030"/>
          </a:xfrm>
          <a:prstGeom prst="rect">
            <a:avLst/>
          </a:prstGeom>
          <a:solidFill>
            <a:srgbClr val="CCE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names[ ] = </a:t>
            </a:r>
            <a:r>
              <a:rPr lang="en-US" sz="1000" b="1" dirty="0">
                <a:solidFill>
                  <a:schemeClr val="tx1"/>
                </a:solidFill>
              </a:rPr>
              <a:t>table read row </a:t>
            </a:r>
            <a:r>
              <a:rPr lang="en-US" sz="1000" dirty="0">
                <a:solidFill>
                  <a:schemeClr val="tx1"/>
                </a:solidFill>
              </a:rPr>
              <a:t>( tab, 0 ); // Headers</a:t>
            </a:r>
          </a:p>
          <a:p>
            <a:r>
              <a:rPr lang="en-US" sz="1000" dirty="0">
                <a:solidFill>
                  <a:schemeClr val="tx1"/>
                </a:solidFill>
              </a:rPr>
              <a:t>values[ ] = </a:t>
            </a:r>
            <a:r>
              <a:rPr lang="en-US" sz="1000" b="1" dirty="0">
                <a:solidFill>
                  <a:schemeClr val="tx1"/>
                </a:solidFill>
              </a:rPr>
              <a:t>table read row </a:t>
            </a:r>
            <a:r>
              <a:rPr lang="en-US" sz="1000" dirty="0">
                <a:solidFill>
                  <a:schemeClr val="tx1"/>
                </a:solidFill>
              </a:rPr>
              <a:t>( tab, 1 ); // or:</a:t>
            </a:r>
          </a:p>
          <a:p>
            <a:r>
              <a:rPr lang="en-US" sz="1000" dirty="0">
                <a:solidFill>
                  <a:schemeClr val="tx1"/>
                </a:solidFill>
              </a:rPr>
              <a:t>values[ ] = table read row( tab, [</a:t>
            </a:r>
            <a:r>
              <a:rPr lang="en-US" sz="1000" dirty="0" err="1">
                <a:solidFill>
                  <a:schemeClr val="tx1"/>
                </a:solidFill>
              </a:rPr>
              <a:t>table:Animal,dog</a:t>
            </a:r>
            <a:r>
              <a:rPr lang="en-US" sz="1000" dirty="0">
                <a:solidFill>
                  <a:schemeClr val="tx1"/>
                </a:solidFill>
              </a:rPr>
              <a:t>] )</a:t>
            </a:r>
          </a:p>
        </p:txBody>
      </p:sp>
      <p:sp>
        <p:nvSpPr>
          <p:cNvPr id="146" name="Rechteck 145"/>
          <p:cNvSpPr/>
          <p:nvPr/>
        </p:nvSpPr>
        <p:spPr>
          <a:xfrm>
            <a:off x="395506" y="2168780"/>
            <a:ext cx="2664284" cy="720100"/>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names[ ] = </a:t>
            </a:r>
            <a:r>
              <a:rPr lang="en-US" sz="1000" b="1" dirty="0">
                <a:solidFill>
                  <a:schemeClr val="tx1"/>
                </a:solidFill>
              </a:rPr>
              <a:t>table write row aligned</a:t>
            </a:r>
            <a:br>
              <a:rPr lang="en-US" sz="1000" b="1" dirty="0">
                <a:solidFill>
                  <a:schemeClr val="tx1"/>
                </a:solidFill>
              </a:rPr>
            </a:br>
            <a:r>
              <a:rPr lang="en-US" sz="1000" dirty="0">
                <a:solidFill>
                  <a:schemeClr val="tx1"/>
                </a:solidFill>
              </a:rPr>
              <a:t>( table: 1, values[ ], names[ ] ); // or:</a:t>
            </a:r>
          </a:p>
          <a:p>
            <a:r>
              <a:rPr lang="en-US" sz="1000" dirty="0">
                <a:solidFill>
                  <a:schemeClr val="tx1"/>
                </a:solidFill>
              </a:rPr>
              <a:t>names[ ] = </a:t>
            </a:r>
            <a:r>
              <a:rPr lang="en-US" sz="1000" b="1" dirty="0">
                <a:solidFill>
                  <a:schemeClr val="tx1"/>
                </a:solidFill>
              </a:rPr>
              <a:t>table write row aligned</a:t>
            </a:r>
            <a:br>
              <a:rPr lang="en-US" sz="1000" b="1" dirty="0">
                <a:solidFill>
                  <a:schemeClr val="tx1"/>
                </a:solidFill>
              </a:rPr>
            </a:br>
            <a:r>
              <a:rPr lang="en-US" sz="1000" dirty="0">
                <a:solidFill>
                  <a:schemeClr val="tx1"/>
                </a:solidFill>
              </a:rPr>
              <a:t>( table: [</a:t>
            </a:r>
            <a:r>
              <a:rPr lang="en-US" sz="1000" dirty="0" err="1">
                <a:solidFill>
                  <a:schemeClr val="tx1"/>
                </a:solidFill>
              </a:rPr>
              <a:t>tab:Animal,dog</a:t>
            </a:r>
            <a:r>
              <a:rPr lang="en-US" sz="1000" dirty="0">
                <a:solidFill>
                  <a:schemeClr val="tx1"/>
                </a:solidFill>
              </a:rPr>
              <a:t>], values[ ], names[ ] );</a:t>
            </a:r>
          </a:p>
        </p:txBody>
      </p:sp>
      <p:sp>
        <p:nvSpPr>
          <p:cNvPr id="147" name="Rechteck 146"/>
          <p:cNvSpPr/>
          <p:nvPr/>
        </p:nvSpPr>
        <p:spPr>
          <a:xfrm>
            <a:off x="395420" y="2924930"/>
            <a:ext cx="1008140" cy="21603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Table “tab”:</a:t>
            </a:r>
            <a:endParaRPr lang="en-US" sz="1000" dirty="0">
              <a:solidFill>
                <a:schemeClr val="tx1"/>
              </a:solidFill>
            </a:endParaRPr>
          </a:p>
        </p:txBody>
      </p:sp>
    </p:spTree>
    <p:extLst>
      <p:ext uri="{BB962C8B-B14F-4D97-AF65-F5344CB8AC3E}">
        <p14:creationId xmlns:p14="http://schemas.microsoft.com/office/powerpoint/2010/main" val="1387862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Transaction Model</a:t>
            </a:r>
          </a:p>
        </p:txBody>
      </p:sp>
      <p:sp>
        <p:nvSpPr>
          <p:cNvPr id="4" name="Textplatzhalter 3"/>
          <p:cNvSpPr>
            <a:spLocks noGrp="1"/>
          </p:cNvSpPr>
          <p:nvPr>
            <p:ph type="body" sz="quarter" idx="16"/>
          </p:nvPr>
        </p:nvSpPr>
        <p:spPr/>
        <p:txBody>
          <a:bodyPr/>
          <a:lstStyle/>
          <a:p>
            <a:endParaRPr lang="en-US"/>
          </a:p>
        </p:txBody>
      </p:sp>
      <p:sp>
        <p:nvSpPr>
          <p:cNvPr id="14" name="Kreis 13"/>
          <p:cNvSpPr/>
          <p:nvPr/>
        </p:nvSpPr>
        <p:spPr>
          <a:xfrm>
            <a:off x="1908000" y="5085000"/>
            <a:ext cx="432000" cy="432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rgbClr val="00B05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grpSp>
        <p:nvGrpSpPr>
          <p:cNvPr id="6" name="Gruppieren 5"/>
          <p:cNvGrpSpPr/>
          <p:nvPr/>
        </p:nvGrpSpPr>
        <p:grpSpPr>
          <a:xfrm>
            <a:off x="2916000" y="1845000"/>
            <a:ext cx="2880000" cy="3168090"/>
            <a:chOff x="3204000" y="1989000"/>
            <a:chExt cx="2160180" cy="3168090"/>
          </a:xfrm>
        </p:grpSpPr>
        <p:cxnSp>
          <p:nvCxnSpPr>
            <p:cNvPr id="39" name="Gerade Verbindung mit Pfeil 38"/>
            <p:cNvCxnSpPr/>
            <p:nvPr/>
          </p:nvCxnSpPr>
          <p:spPr>
            <a:xfrm flipV="1">
              <a:off x="3204000" y="5013000"/>
              <a:ext cx="2160180" cy="90"/>
            </a:xfrm>
            <a:prstGeom prst="straightConnector1">
              <a:avLst/>
            </a:prstGeom>
            <a:ln w="1270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1" name="Gerade Verbindung mit Pfeil 40"/>
            <p:cNvCxnSpPr/>
            <p:nvPr/>
          </p:nvCxnSpPr>
          <p:spPr>
            <a:xfrm flipH="1" flipV="1">
              <a:off x="3204000" y="5157000"/>
              <a:ext cx="2160180" cy="90"/>
            </a:xfrm>
            <a:prstGeom prst="straightConnector1">
              <a:avLst/>
            </a:prstGeom>
            <a:ln w="12700">
              <a:solidFill>
                <a:srgbClr val="00B05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2" name="Gerade Verbindung mit Pfeil 41"/>
            <p:cNvCxnSpPr/>
            <p:nvPr/>
          </p:nvCxnSpPr>
          <p:spPr>
            <a:xfrm flipV="1">
              <a:off x="3204000" y="1989000"/>
              <a:ext cx="2160180" cy="90"/>
            </a:xfrm>
            <a:prstGeom prst="straightConnector1">
              <a:avLst/>
            </a:prstGeom>
            <a:ln w="12700">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3" name="Gerade Verbindung mit Pfeil 42"/>
            <p:cNvCxnSpPr/>
            <p:nvPr/>
          </p:nvCxnSpPr>
          <p:spPr>
            <a:xfrm flipH="1" flipV="1">
              <a:off x="3204000" y="2133000"/>
              <a:ext cx="2160180" cy="90"/>
            </a:xfrm>
            <a:prstGeom prst="straightConnector1">
              <a:avLst/>
            </a:prstGeom>
            <a:ln w="12700">
              <a:solidFill>
                <a:srgbClr val="00CCCC"/>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cxnSp>
        <p:nvCxnSpPr>
          <p:cNvPr id="44" name="Gerade Verbindung mit Pfeil 43"/>
          <p:cNvCxnSpPr/>
          <p:nvPr/>
        </p:nvCxnSpPr>
        <p:spPr>
          <a:xfrm rot="5400000" flipH="1" flipV="1">
            <a:off x="1331865" y="3429045"/>
            <a:ext cx="2160180" cy="90"/>
          </a:xfrm>
          <a:prstGeom prst="straightConnector1">
            <a:avLst/>
          </a:prstGeom>
          <a:ln w="12700">
            <a:solidFill>
              <a:srgbClr val="00CCCC"/>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5" name="Gerade Verbindung mit Pfeil 44"/>
          <p:cNvCxnSpPr/>
          <p:nvPr/>
        </p:nvCxnSpPr>
        <p:spPr>
          <a:xfrm rot="16200000" flipH="1" flipV="1">
            <a:off x="1475955" y="3429045"/>
            <a:ext cx="2160180" cy="90"/>
          </a:xfrm>
          <a:prstGeom prst="straightConnector1">
            <a:avLst/>
          </a:prstGeom>
          <a:ln w="12700">
            <a:solidFill>
              <a:srgbClr val="00B05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6" name="Gerade Verbindung mit Pfeil 45"/>
          <p:cNvCxnSpPr/>
          <p:nvPr/>
        </p:nvCxnSpPr>
        <p:spPr>
          <a:xfrm rot="5400000" flipV="1">
            <a:off x="5219775" y="3429045"/>
            <a:ext cx="2160180" cy="90"/>
          </a:xfrm>
          <a:prstGeom prst="straightConnector1">
            <a:avLst/>
          </a:prstGeom>
          <a:ln w="1270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7" name="Gerade Verbindung mit Pfeil 46"/>
          <p:cNvCxnSpPr/>
          <p:nvPr/>
        </p:nvCxnSpPr>
        <p:spPr>
          <a:xfrm rot="16200000" flipV="1">
            <a:off x="5075775" y="3429045"/>
            <a:ext cx="2160180" cy="90"/>
          </a:xfrm>
          <a:prstGeom prst="straightConnector1">
            <a:avLst/>
          </a:prstGeom>
          <a:ln w="12700">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48" name="Kreis 13"/>
          <p:cNvSpPr/>
          <p:nvPr/>
        </p:nvSpPr>
        <p:spPr>
          <a:xfrm flipH="1">
            <a:off x="6443820" y="5085000"/>
            <a:ext cx="432000" cy="432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sp>
        <p:nvSpPr>
          <p:cNvPr id="49" name="Kreis 13"/>
          <p:cNvSpPr/>
          <p:nvPr/>
        </p:nvSpPr>
        <p:spPr>
          <a:xfrm flipV="1">
            <a:off x="1908000" y="1341000"/>
            <a:ext cx="432000" cy="432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rgbClr val="00CCCC"/>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sp>
        <p:nvSpPr>
          <p:cNvPr id="50" name="Kreis 13"/>
          <p:cNvSpPr/>
          <p:nvPr/>
        </p:nvSpPr>
        <p:spPr>
          <a:xfrm flipH="1" flipV="1">
            <a:off x="6443820" y="1341000"/>
            <a:ext cx="432000" cy="432000"/>
          </a:xfrm>
          <a:custGeom>
            <a:avLst/>
            <a:gdLst>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 name="connsiteX4" fmla="*/ 504070 w 1008140"/>
              <a:gd name="connsiteY4" fmla="*/ 504070 h 1008140"/>
              <a:gd name="connsiteX5" fmla="*/ 1008140 w 1008140"/>
              <a:gd name="connsiteY5" fmla="*/ 50407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5" fmla="*/ 595510 w 1008140"/>
              <a:gd name="connsiteY5" fmla="*/ 595510 h 1008140"/>
              <a:gd name="connsiteX0" fmla="*/ 504070 w 1008140"/>
              <a:gd name="connsiteY0" fmla="*/ 504070 h 1008140"/>
              <a:gd name="connsiteX1" fmla="*/ 1008140 w 1008140"/>
              <a:gd name="connsiteY1" fmla="*/ 504070 h 1008140"/>
              <a:gd name="connsiteX2" fmla="*/ 504070 w 1008140"/>
              <a:gd name="connsiteY2" fmla="*/ 1008140 h 1008140"/>
              <a:gd name="connsiteX3" fmla="*/ 0 w 1008140"/>
              <a:gd name="connsiteY3" fmla="*/ 504070 h 1008140"/>
              <a:gd name="connsiteX4" fmla="*/ 504070 w 1008140"/>
              <a:gd name="connsiteY4" fmla="*/ 0 h 1008140"/>
              <a:gd name="connsiteX0" fmla="*/ 1008140 w 1008140"/>
              <a:gd name="connsiteY0" fmla="*/ 504070 h 1008140"/>
              <a:gd name="connsiteX1" fmla="*/ 504070 w 1008140"/>
              <a:gd name="connsiteY1" fmla="*/ 1008140 h 1008140"/>
              <a:gd name="connsiteX2" fmla="*/ 0 w 1008140"/>
              <a:gd name="connsiteY2" fmla="*/ 504070 h 1008140"/>
              <a:gd name="connsiteX3" fmla="*/ 504070 w 1008140"/>
              <a:gd name="connsiteY3" fmla="*/ 0 h 1008140"/>
            </a:gdLst>
            <a:ahLst/>
            <a:cxnLst>
              <a:cxn ang="0">
                <a:pos x="connsiteX0" y="connsiteY0"/>
              </a:cxn>
              <a:cxn ang="0">
                <a:pos x="connsiteX1" y="connsiteY1"/>
              </a:cxn>
              <a:cxn ang="0">
                <a:pos x="connsiteX2" y="connsiteY2"/>
              </a:cxn>
              <a:cxn ang="0">
                <a:pos x="connsiteX3" y="connsiteY3"/>
              </a:cxn>
            </a:cxnLst>
            <a:rect l="l" t="t" r="r" b="b"/>
            <a:pathLst>
              <a:path w="1008140" h="1008140">
                <a:moveTo>
                  <a:pt x="1008140" y="504070"/>
                </a:moveTo>
                <a:cubicBezTo>
                  <a:pt x="1008140" y="782460"/>
                  <a:pt x="782460" y="1008140"/>
                  <a:pt x="504070" y="1008140"/>
                </a:cubicBezTo>
                <a:cubicBezTo>
                  <a:pt x="225680" y="1008140"/>
                  <a:pt x="0" y="782460"/>
                  <a:pt x="0" y="504070"/>
                </a:cubicBezTo>
                <a:cubicBezTo>
                  <a:pt x="0" y="225680"/>
                  <a:pt x="225680" y="0"/>
                  <a:pt x="504070" y="0"/>
                </a:cubicBezTo>
              </a:path>
            </a:pathLst>
          </a:custGeom>
          <a:ln w="12700">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txBody>
          <a:bodyPr wrap="none" lIns="36000" tIns="36000" rIns="36000" bIns="36000" rtlCol="0" anchor="ctr" anchorCtr="0"/>
          <a:lstStyle/>
          <a:p>
            <a:pPr algn="ctr"/>
            <a:endParaRPr lang="en-US" sz="1400" dirty="0">
              <a:solidFill>
                <a:schemeClr val="tx1"/>
              </a:solidFill>
            </a:endParaRPr>
          </a:p>
        </p:txBody>
      </p:sp>
      <p:sp>
        <p:nvSpPr>
          <p:cNvPr id="3" name="Ellipse 2"/>
          <p:cNvSpPr/>
          <p:nvPr/>
        </p:nvSpPr>
        <p:spPr>
          <a:xfrm>
            <a:off x="2051950" y="4509000"/>
            <a:ext cx="864000" cy="864000"/>
          </a:xfrm>
          <a:prstGeom prst="ellipse">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Structures</a:t>
            </a:r>
          </a:p>
        </p:txBody>
      </p:sp>
      <p:sp>
        <p:nvSpPr>
          <p:cNvPr id="87" name="Ellipse 86"/>
          <p:cNvSpPr/>
          <p:nvPr/>
        </p:nvSpPr>
        <p:spPr>
          <a:xfrm>
            <a:off x="5796000" y="4509000"/>
            <a:ext cx="863820" cy="863820"/>
          </a:xfrm>
          <a:prstGeom prst="ellipse">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Tables</a:t>
            </a:r>
          </a:p>
        </p:txBody>
      </p:sp>
      <p:sp>
        <p:nvSpPr>
          <p:cNvPr id="97" name="Ellipse 96"/>
          <p:cNvSpPr/>
          <p:nvPr/>
        </p:nvSpPr>
        <p:spPr>
          <a:xfrm>
            <a:off x="5796000" y="1485000"/>
            <a:ext cx="863820" cy="863820"/>
          </a:xfrm>
          <a:prstGeom prst="ellipse">
            <a:avLst/>
          </a:prstGeom>
          <a:solidFill>
            <a:srgbClr val="CC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Sets</a:t>
            </a:r>
          </a:p>
        </p:txBody>
      </p:sp>
      <p:sp>
        <p:nvSpPr>
          <p:cNvPr id="38" name="Ellipse 37"/>
          <p:cNvSpPr/>
          <p:nvPr/>
        </p:nvSpPr>
        <p:spPr>
          <a:xfrm>
            <a:off x="2052000" y="1485000"/>
            <a:ext cx="864000" cy="864000"/>
          </a:xfrm>
          <a:prstGeom prst="ellipse">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200" b="1" dirty="0">
                <a:solidFill>
                  <a:schemeClr val="tx1"/>
                </a:solidFill>
              </a:rPr>
              <a:t>Arrays</a:t>
            </a:r>
          </a:p>
        </p:txBody>
      </p:sp>
      <p:sp>
        <p:nvSpPr>
          <p:cNvPr id="7" name="Rechteck 6"/>
          <p:cNvSpPr/>
          <p:nvPr/>
        </p:nvSpPr>
        <p:spPr>
          <a:xfrm>
            <a:off x="6372000" y="2565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err="1">
                <a:solidFill>
                  <a:srgbClr val="0000FF"/>
                </a:solidFill>
              </a:rPr>
              <a:t>set</a:t>
            </a:r>
            <a:r>
              <a:rPr lang="de-CH" sz="1000" dirty="0">
                <a:solidFill>
                  <a:srgbClr val="0000FF"/>
                </a:solidFill>
              </a:rPr>
              <a:t>[ ] = [ </a:t>
            </a:r>
            <a:r>
              <a:rPr lang="de-CH" sz="1000" dirty="0" err="1">
                <a:solidFill>
                  <a:srgbClr val="0000FF"/>
                </a:solidFill>
              </a:rPr>
              <a:t>table</a:t>
            </a:r>
            <a:r>
              <a:rPr lang="de-CH" sz="1000" dirty="0">
                <a:solidFill>
                  <a:srgbClr val="0000FF"/>
                </a:solidFill>
              </a:rPr>
              <a:t> : .., 1 ];</a:t>
            </a:r>
          </a:p>
        </p:txBody>
      </p:sp>
      <p:sp>
        <p:nvSpPr>
          <p:cNvPr id="53" name="Rechteck 52"/>
          <p:cNvSpPr/>
          <p:nvPr/>
        </p:nvSpPr>
        <p:spPr>
          <a:xfrm>
            <a:off x="6804000" y="1845000"/>
            <a:ext cx="1224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chemeClr val="tx1"/>
                </a:solidFill>
              </a:rPr>
              <a:t>{ </a:t>
            </a:r>
            <a:r>
              <a:rPr lang="de-CH" sz="1000" dirty="0" err="1">
                <a:solidFill>
                  <a:schemeClr val="tx1"/>
                </a:solidFill>
              </a:rPr>
              <a:t>dog</a:t>
            </a:r>
            <a:r>
              <a:rPr lang="de-CH" sz="1000" dirty="0">
                <a:solidFill>
                  <a:schemeClr val="tx1"/>
                </a:solidFill>
              </a:rPr>
              <a:t>, </a:t>
            </a:r>
            <a:r>
              <a:rPr lang="de-CH" sz="1000" dirty="0" err="1">
                <a:solidFill>
                  <a:schemeClr val="tx1"/>
                </a:solidFill>
              </a:rPr>
              <a:t>mammal</a:t>
            </a:r>
            <a:r>
              <a:rPr lang="de-CH" sz="1000" dirty="0">
                <a:solidFill>
                  <a:schemeClr val="tx1"/>
                </a:solidFill>
              </a:rPr>
              <a:t>, 4 }</a:t>
            </a:r>
          </a:p>
        </p:txBody>
      </p:sp>
      <p:sp>
        <p:nvSpPr>
          <p:cNvPr id="54" name="Rechteck 53"/>
          <p:cNvSpPr/>
          <p:nvPr/>
        </p:nvSpPr>
        <p:spPr>
          <a:xfrm>
            <a:off x="6372000" y="4005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FF0000"/>
                </a:solidFill>
              </a:rPr>
              <a:t>[ </a:t>
            </a:r>
            <a:r>
              <a:rPr lang="de-CH" sz="1000" dirty="0" err="1">
                <a:solidFill>
                  <a:srgbClr val="FF0000"/>
                </a:solidFill>
              </a:rPr>
              <a:t>table</a:t>
            </a:r>
            <a:r>
              <a:rPr lang="de-CH" sz="1000" dirty="0">
                <a:solidFill>
                  <a:srgbClr val="FF0000"/>
                </a:solidFill>
              </a:rPr>
              <a:t> : .., 1 ] = </a:t>
            </a:r>
            <a:r>
              <a:rPr lang="de-CH" sz="1000" dirty="0" err="1">
                <a:solidFill>
                  <a:srgbClr val="FF0000"/>
                </a:solidFill>
              </a:rPr>
              <a:t>set</a:t>
            </a:r>
            <a:r>
              <a:rPr lang="de-CH" sz="1000" dirty="0">
                <a:solidFill>
                  <a:srgbClr val="FF0000"/>
                </a:solidFill>
              </a:rPr>
              <a:t>[ ];</a:t>
            </a:r>
          </a:p>
        </p:txBody>
      </p:sp>
      <p:graphicFrame>
        <p:nvGraphicFramePr>
          <p:cNvPr id="55" name="Tabelle 54"/>
          <p:cNvGraphicFramePr>
            <a:graphicFrameLocks noGrp="1"/>
          </p:cNvGraphicFramePr>
          <p:nvPr>
            <p:extLst>
              <p:ext uri="{D42A27DB-BD31-4B8C-83A1-F6EECF244321}">
                <p14:modId xmlns:p14="http://schemas.microsoft.com/office/powerpoint/2010/main" val="578883155"/>
              </p:ext>
            </p:extLst>
          </p:nvPr>
        </p:nvGraphicFramePr>
        <p:xfrm>
          <a:off x="7092000" y="4509000"/>
          <a:ext cx="1872138" cy="942000"/>
        </p:xfrm>
        <a:graphic>
          <a:graphicData uri="http://schemas.openxmlformats.org/drawingml/2006/table">
            <a:tbl>
              <a:tblPr firstRow="1" bandRow="1">
                <a:tableStyleId>{5C22544A-7EE6-4342-B048-85BDC9FD1C3A}</a:tableStyleId>
              </a:tblPr>
              <a:tblGrid>
                <a:gridCol w="647966">
                  <a:extLst>
                    <a:ext uri="{9D8B030D-6E8A-4147-A177-3AD203B41FA5}">
                      <a16:colId xmlns:a16="http://schemas.microsoft.com/office/drawing/2014/main" val="20000"/>
                    </a:ext>
                  </a:extLst>
                </a:gridCol>
                <a:gridCol w="720100">
                  <a:extLst>
                    <a:ext uri="{9D8B030D-6E8A-4147-A177-3AD203B41FA5}">
                      <a16:colId xmlns:a16="http://schemas.microsoft.com/office/drawing/2014/main" val="20001"/>
                    </a:ext>
                  </a:extLst>
                </a:gridCol>
                <a:gridCol w="504072">
                  <a:extLst>
                    <a:ext uri="{9D8B030D-6E8A-4147-A177-3AD203B41FA5}">
                      <a16:colId xmlns:a16="http://schemas.microsoft.com/office/drawing/2014/main" val="20002"/>
                    </a:ext>
                  </a:extLst>
                </a:gridCol>
              </a:tblGrid>
              <a:tr h="0">
                <a:tc>
                  <a:txBody>
                    <a:bodyPr/>
                    <a:lstStyle/>
                    <a:p>
                      <a:r>
                        <a:rPr lang="en-US" sz="1000" dirty="0"/>
                        <a:t>Animal</a:t>
                      </a:r>
                    </a:p>
                  </a:txBody>
                  <a:tcPr marL="36000" marR="36000" marT="18000" marB="18000"/>
                </a:tc>
                <a:tc>
                  <a:txBody>
                    <a:bodyPr/>
                    <a:lstStyle/>
                    <a:p>
                      <a:r>
                        <a:rPr lang="en-US" sz="1000" dirty="0"/>
                        <a:t>Category</a:t>
                      </a:r>
                    </a:p>
                  </a:txBody>
                  <a:tcPr marL="36000" marR="36000" marT="18000" marB="18000"/>
                </a:tc>
                <a:tc>
                  <a:txBody>
                    <a:bodyPr/>
                    <a:lstStyle/>
                    <a:p>
                      <a:r>
                        <a:rPr lang="en-US" sz="1000" dirty="0"/>
                        <a:t># Legs</a:t>
                      </a:r>
                    </a:p>
                  </a:txBody>
                  <a:tcPr marL="36000" marR="36000" marT="18000" marB="18000"/>
                </a:tc>
                <a:extLst>
                  <a:ext uri="{0D108BD9-81ED-4DB2-BD59-A6C34878D82A}">
                    <a16:rowId xmlns:a16="http://schemas.microsoft.com/office/drawing/2014/main" val="10000"/>
                  </a:ext>
                </a:extLst>
              </a:tr>
              <a:tr h="0">
                <a:tc>
                  <a:txBody>
                    <a:bodyPr/>
                    <a:lstStyle/>
                    <a:p>
                      <a:r>
                        <a:rPr lang="en-US" sz="1000" dirty="0"/>
                        <a:t>dog</a:t>
                      </a:r>
                    </a:p>
                  </a:txBody>
                  <a:tcPr marL="36000" marR="36000" marT="18000" marB="18000"/>
                </a:tc>
                <a:tc>
                  <a:txBody>
                    <a:bodyPr/>
                    <a:lstStyle/>
                    <a:p>
                      <a:r>
                        <a:rPr lang="en-US" sz="1000" dirty="0"/>
                        <a:t>mammal</a:t>
                      </a:r>
                    </a:p>
                  </a:txBody>
                  <a:tcPr marL="36000" marR="36000" marT="18000" marB="18000"/>
                </a:tc>
                <a:tc>
                  <a:txBody>
                    <a:bodyPr/>
                    <a:lstStyle/>
                    <a:p>
                      <a:r>
                        <a:rPr lang="en-US" sz="1000" dirty="0"/>
                        <a:t>4</a:t>
                      </a:r>
                    </a:p>
                  </a:txBody>
                  <a:tcPr marL="36000" marR="36000" marT="18000" marB="18000"/>
                </a:tc>
                <a:extLst>
                  <a:ext uri="{0D108BD9-81ED-4DB2-BD59-A6C34878D82A}">
                    <a16:rowId xmlns:a16="http://schemas.microsoft.com/office/drawing/2014/main" val="10001"/>
                  </a:ext>
                </a:extLst>
              </a:tr>
              <a:tr h="0">
                <a:tc>
                  <a:txBody>
                    <a:bodyPr/>
                    <a:lstStyle/>
                    <a:p>
                      <a:r>
                        <a:rPr lang="en-US" sz="1000" dirty="0"/>
                        <a:t>house fly</a:t>
                      </a:r>
                    </a:p>
                  </a:txBody>
                  <a:tcPr marL="36000" marR="36000" marT="18000" marB="18000"/>
                </a:tc>
                <a:tc>
                  <a:txBody>
                    <a:bodyPr/>
                    <a:lstStyle/>
                    <a:p>
                      <a:r>
                        <a:rPr lang="en-US" sz="1000" dirty="0"/>
                        <a:t>insect</a:t>
                      </a:r>
                    </a:p>
                  </a:txBody>
                  <a:tcPr marL="36000" marR="36000" marT="18000" marB="18000"/>
                </a:tc>
                <a:tc>
                  <a:txBody>
                    <a:bodyPr/>
                    <a:lstStyle/>
                    <a:p>
                      <a:r>
                        <a:rPr lang="en-US" sz="1000" dirty="0"/>
                        <a:t>6</a:t>
                      </a:r>
                    </a:p>
                  </a:txBody>
                  <a:tcPr marL="36000" marR="36000" marT="18000" marB="18000"/>
                </a:tc>
                <a:extLst>
                  <a:ext uri="{0D108BD9-81ED-4DB2-BD59-A6C34878D82A}">
                    <a16:rowId xmlns:a16="http://schemas.microsoft.com/office/drawing/2014/main" val="10002"/>
                  </a:ext>
                </a:extLst>
              </a:tr>
              <a:tr h="0">
                <a:tc>
                  <a:txBody>
                    <a:bodyPr/>
                    <a:lstStyle/>
                    <a:p>
                      <a:r>
                        <a:rPr lang="en-US" sz="1000" dirty="0"/>
                        <a:t>spider</a:t>
                      </a:r>
                    </a:p>
                  </a:txBody>
                  <a:tcPr marL="36000" marR="36000" marT="18000" marB="18000"/>
                </a:tc>
                <a:tc>
                  <a:txBody>
                    <a:bodyPr/>
                    <a:lstStyle/>
                    <a:p>
                      <a:r>
                        <a:rPr lang="en-US" sz="1000" dirty="0"/>
                        <a:t>insect</a:t>
                      </a:r>
                    </a:p>
                  </a:txBody>
                  <a:tcPr marL="36000" marR="36000" marT="18000" marB="18000"/>
                </a:tc>
                <a:tc>
                  <a:txBody>
                    <a:bodyPr/>
                    <a:lstStyle/>
                    <a:p>
                      <a:r>
                        <a:rPr lang="en-US" sz="1000" dirty="0"/>
                        <a:t>8</a:t>
                      </a:r>
                    </a:p>
                  </a:txBody>
                  <a:tcPr marL="36000" marR="36000" marT="18000" marB="18000"/>
                </a:tc>
                <a:extLst>
                  <a:ext uri="{0D108BD9-81ED-4DB2-BD59-A6C34878D82A}">
                    <a16:rowId xmlns:a16="http://schemas.microsoft.com/office/drawing/2014/main" val="10003"/>
                  </a:ext>
                </a:extLst>
              </a:tr>
              <a:tr h="0">
                <a:tc>
                  <a:txBody>
                    <a:bodyPr/>
                    <a:lstStyle/>
                    <a:p>
                      <a:r>
                        <a:rPr lang="en-US" sz="1000" dirty="0"/>
                        <a:t>lobster</a:t>
                      </a:r>
                    </a:p>
                  </a:txBody>
                  <a:tcPr marL="36000" marR="36000" marT="18000" marB="18000"/>
                </a:tc>
                <a:tc>
                  <a:txBody>
                    <a:bodyPr/>
                    <a:lstStyle/>
                    <a:p>
                      <a:r>
                        <a:rPr lang="en-US" sz="1000" dirty="0"/>
                        <a:t>crustacean</a:t>
                      </a:r>
                    </a:p>
                  </a:txBody>
                  <a:tcPr marL="36000" marR="36000" marT="18000" marB="18000"/>
                </a:tc>
                <a:tc>
                  <a:txBody>
                    <a:bodyPr/>
                    <a:lstStyle/>
                    <a:p>
                      <a:r>
                        <a:rPr lang="en-US" sz="1000" dirty="0"/>
                        <a:t>10</a:t>
                      </a:r>
                    </a:p>
                  </a:txBody>
                  <a:tcPr marL="36000" marR="36000" marT="18000" marB="18000"/>
                </a:tc>
                <a:extLst>
                  <a:ext uri="{0D108BD9-81ED-4DB2-BD59-A6C34878D82A}">
                    <a16:rowId xmlns:a16="http://schemas.microsoft.com/office/drawing/2014/main" val="10004"/>
                  </a:ext>
                </a:extLst>
              </a:tr>
            </a:tbl>
          </a:graphicData>
        </a:graphic>
      </p:graphicFrame>
      <p:sp>
        <p:nvSpPr>
          <p:cNvPr id="57" name="Rechteck 56"/>
          <p:cNvSpPr/>
          <p:nvPr/>
        </p:nvSpPr>
        <p:spPr>
          <a:xfrm>
            <a:off x="3420000" y="4581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FF0000"/>
                </a:solidFill>
              </a:rPr>
              <a:t>[ </a:t>
            </a:r>
            <a:r>
              <a:rPr lang="de-CH" sz="1000" dirty="0" err="1">
                <a:solidFill>
                  <a:srgbClr val="FF0000"/>
                </a:solidFill>
              </a:rPr>
              <a:t>table</a:t>
            </a:r>
            <a:r>
              <a:rPr lang="de-CH" sz="1000" dirty="0">
                <a:solidFill>
                  <a:srgbClr val="FF0000"/>
                </a:solidFill>
              </a:rPr>
              <a:t> : .., 1 ] &lt;== s [ ]</a:t>
            </a:r>
          </a:p>
        </p:txBody>
      </p:sp>
      <p:sp>
        <p:nvSpPr>
          <p:cNvPr id="58" name="Rechteck 57"/>
          <p:cNvSpPr/>
          <p:nvPr/>
        </p:nvSpPr>
        <p:spPr>
          <a:xfrm>
            <a:off x="3420000" y="5013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00B050"/>
                </a:solidFill>
              </a:rPr>
              <a:t>s[ ] &lt;== [ </a:t>
            </a:r>
            <a:r>
              <a:rPr lang="de-CH" sz="1000" dirty="0" err="1">
                <a:solidFill>
                  <a:srgbClr val="00B050"/>
                </a:solidFill>
              </a:rPr>
              <a:t>table</a:t>
            </a:r>
            <a:r>
              <a:rPr lang="de-CH" sz="1000" dirty="0">
                <a:solidFill>
                  <a:srgbClr val="00B050"/>
                </a:solidFill>
              </a:rPr>
              <a:t> : .., 1 ]</a:t>
            </a:r>
          </a:p>
        </p:txBody>
      </p:sp>
      <p:cxnSp>
        <p:nvCxnSpPr>
          <p:cNvPr id="59" name="Gerade Verbindung mit Pfeil 58"/>
          <p:cNvCxnSpPr/>
          <p:nvPr/>
        </p:nvCxnSpPr>
        <p:spPr>
          <a:xfrm flipH="1" flipV="1">
            <a:off x="2700000" y="2311966"/>
            <a:ext cx="3133034" cy="2413034"/>
          </a:xfrm>
          <a:prstGeom prst="straightConnector1">
            <a:avLst/>
          </a:prstGeom>
          <a:ln w="12700">
            <a:solidFill>
              <a:srgbClr val="00CCCC"/>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62" name="Gerade Verbindung mit Pfeil 61"/>
          <p:cNvCxnSpPr/>
          <p:nvPr/>
        </p:nvCxnSpPr>
        <p:spPr>
          <a:xfrm rot="10800000" flipH="1" flipV="1">
            <a:off x="2806966" y="2205000"/>
            <a:ext cx="3133034" cy="2413034"/>
          </a:xfrm>
          <a:prstGeom prst="straightConnector1">
            <a:avLst/>
          </a:prstGeom>
          <a:ln w="1270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4" name="Rechteck 63"/>
          <p:cNvSpPr/>
          <p:nvPr/>
        </p:nvSpPr>
        <p:spPr>
          <a:xfrm rot="2280000">
            <a:off x="2612239" y="2864618"/>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00CCCC"/>
                </a:solidFill>
              </a:rPr>
              <a:t>a[ ] +&lt;== [ </a:t>
            </a:r>
            <a:r>
              <a:rPr lang="de-CH" sz="1000" dirty="0" err="1">
                <a:solidFill>
                  <a:srgbClr val="00CCCC"/>
                </a:solidFill>
              </a:rPr>
              <a:t>table</a:t>
            </a:r>
            <a:r>
              <a:rPr lang="de-CH" sz="1000" dirty="0">
                <a:solidFill>
                  <a:srgbClr val="00CCCC"/>
                </a:solidFill>
              </a:rPr>
              <a:t> : .., 1 ]</a:t>
            </a:r>
          </a:p>
        </p:txBody>
      </p:sp>
      <p:sp>
        <p:nvSpPr>
          <p:cNvPr id="65" name="Rechteck 64"/>
          <p:cNvSpPr/>
          <p:nvPr/>
        </p:nvSpPr>
        <p:spPr>
          <a:xfrm>
            <a:off x="3780000" y="1629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err="1">
                <a:solidFill>
                  <a:srgbClr val="0000FF"/>
                </a:solidFill>
              </a:rPr>
              <a:t>set</a:t>
            </a:r>
            <a:r>
              <a:rPr lang="de-CH" sz="1000" dirty="0">
                <a:solidFill>
                  <a:srgbClr val="0000FF"/>
                </a:solidFill>
              </a:rPr>
              <a:t>[ ] = </a:t>
            </a:r>
            <a:r>
              <a:rPr lang="de-CH" sz="1000" dirty="0" err="1">
                <a:solidFill>
                  <a:srgbClr val="0000FF"/>
                </a:solidFill>
              </a:rPr>
              <a:t>set</a:t>
            </a:r>
            <a:r>
              <a:rPr lang="de-CH" sz="1000" dirty="0">
                <a:solidFill>
                  <a:srgbClr val="0000FF"/>
                </a:solidFill>
              </a:rPr>
              <a:t>( a[ ] );</a:t>
            </a:r>
          </a:p>
        </p:txBody>
      </p:sp>
      <p:sp>
        <p:nvSpPr>
          <p:cNvPr id="66" name="Rechteck 65"/>
          <p:cNvSpPr/>
          <p:nvPr/>
        </p:nvSpPr>
        <p:spPr>
          <a:xfrm>
            <a:off x="3780000" y="1989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00CCCC"/>
                </a:solidFill>
              </a:rPr>
              <a:t>a[ ] = </a:t>
            </a:r>
            <a:r>
              <a:rPr lang="de-CH" sz="1000" dirty="0" err="1">
                <a:solidFill>
                  <a:srgbClr val="00CCCC"/>
                </a:solidFill>
              </a:rPr>
              <a:t>array</a:t>
            </a:r>
            <a:r>
              <a:rPr lang="de-CH" sz="1000" dirty="0">
                <a:solidFill>
                  <a:srgbClr val="00CCCC"/>
                </a:solidFill>
              </a:rPr>
              <a:t>( </a:t>
            </a:r>
            <a:r>
              <a:rPr lang="de-CH" sz="1000" dirty="0" err="1">
                <a:solidFill>
                  <a:srgbClr val="00CCCC"/>
                </a:solidFill>
              </a:rPr>
              <a:t>set</a:t>
            </a:r>
            <a:r>
              <a:rPr lang="de-CH" sz="1000" dirty="0">
                <a:solidFill>
                  <a:srgbClr val="00CCCC"/>
                </a:solidFill>
              </a:rPr>
              <a:t>[ ] );</a:t>
            </a:r>
          </a:p>
        </p:txBody>
      </p:sp>
      <p:sp>
        <p:nvSpPr>
          <p:cNvPr id="67" name="Rechteck 66"/>
          <p:cNvSpPr/>
          <p:nvPr/>
        </p:nvSpPr>
        <p:spPr>
          <a:xfrm>
            <a:off x="900000" y="2925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00CCCC"/>
                </a:solidFill>
              </a:rPr>
              <a:t>a[ ] </a:t>
            </a:r>
            <a:r>
              <a:rPr lang="de-CH" sz="1000" dirty="0">
                <a:solidFill>
                  <a:srgbClr val="00CCCC"/>
                </a:solidFill>
                <a:sym typeface="Wingdings" panose="05000000000000000000" pitchFamily="2" charset="2"/>
              </a:rPr>
              <a:t>&lt;== s[ ];</a:t>
            </a:r>
            <a:endParaRPr lang="de-CH" sz="1000" dirty="0">
              <a:solidFill>
                <a:srgbClr val="00CCCC"/>
              </a:solidFill>
            </a:endParaRPr>
          </a:p>
          <a:p>
            <a:r>
              <a:rPr lang="de-CH" sz="1000" dirty="0" err="1">
                <a:solidFill>
                  <a:srgbClr val="00CCCC"/>
                </a:solidFill>
              </a:rPr>
              <a:t>structure</a:t>
            </a:r>
            <a:r>
              <a:rPr lang="de-CH" sz="1000" dirty="0">
                <a:solidFill>
                  <a:srgbClr val="00CCCC"/>
                </a:solidFill>
              </a:rPr>
              <a:t> </a:t>
            </a:r>
            <a:r>
              <a:rPr lang="de-CH" sz="1000" dirty="0" err="1">
                <a:solidFill>
                  <a:srgbClr val="00CCCC"/>
                </a:solidFill>
              </a:rPr>
              <a:t>to</a:t>
            </a:r>
            <a:r>
              <a:rPr lang="de-CH" sz="1000" dirty="0">
                <a:solidFill>
                  <a:srgbClr val="00CCCC"/>
                </a:solidFill>
              </a:rPr>
              <a:t> </a:t>
            </a:r>
            <a:r>
              <a:rPr lang="de-CH" sz="1000" dirty="0" err="1">
                <a:solidFill>
                  <a:srgbClr val="00CCCC"/>
                </a:solidFill>
              </a:rPr>
              <a:t>array</a:t>
            </a:r>
            <a:r>
              <a:rPr lang="de-CH" sz="1000" dirty="0">
                <a:solidFill>
                  <a:srgbClr val="00CCCC"/>
                </a:solidFill>
              </a:rPr>
              <a:t>( a ] );</a:t>
            </a:r>
          </a:p>
        </p:txBody>
      </p:sp>
      <p:sp>
        <p:nvSpPr>
          <p:cNvPr id="68" name="Rechteck 67"/>
          <p:cNvSpPr/>
          <p:nvPr/>
        </p:nvSpPr>
        <p:spPr>
          <a:xfrm>
            <a:off x="900000" y="3789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00B050"/>
                </a:solidFill>
              </a:rPr>
              <a:t>s[ ] </a:t>
            </a:r>
            <a:r>
              <a:rPr lang="de-CH" sz="1000" dirty="0">
                <a:solidFill>
                  <a:srgbClr val="00B050"/>
                </a:solidFill>
                <a:sym typeface="Wingdings" panose="05000000000000000000" pitchFamily="2" charset="2"/>
              </a:rPr>
              <a:t>&lt;== a[ ];</a:t>
            </a:r>
            <a:endParaRPr lang="de-CH" sz="1000" dirty="0">
              <a:solidFill>
                <a:srgbClr val="00B050"/>
              </a:solidFill>
            </a:endParaRPr>
          </a:p>
          <a:p>
            <a:r>
              <a:rPr lang="de-CH" sz="1000" dirty="0" err="1">
                <a:solidFill>
                  <a:srgbClr val="00B050"/>
                </a:solidFill>
              </a:rPr>
              <a:t>array</a:t>
            </a:r>
            <a:r>
              <a:rPr lang="de-CH" sz="1000" dirty="0">
                <a:solidFill>
                  <a:srgbClr val="00B050"/>
                </a:solidFill>
              </a:rPr>
              <a:t> </a:t>
            </a:r>
            <a:r>
              <a:rPr lang="de-CH" sz="1000" dirty="0" err="1">
                <a:solidFill>
                  <a:srgbClr val="00B050"/>
                </a:solidFill>
              </a:rPr>
              <a:t>to</a:t>
            </a:r>
            <a:r>
              <a:rPr lang="de-CH" sz="1000" dirty="0">
                <a:solidFill>
                  <a:srgbClr val="00B050"/>
                </a:solidFill>
              </a:rPr>
              <a:t> </a:t>
            </a:r>
            <a:r>
              <a:rPr lang="de-CH" sz="1000" dirty="0" err="1">
                <a:solidFill>
                  <a:srgbClr val="00B050"/>
                </a:solidFill>
              </a:rPr>
              <a:t>structure</a:t>
            </a:r>
            <a:r>
              <a:rPr lang="de-CH" sz="1000" dirty="0">
                <a:solidFill>
                  <a:srgbClr val="00B050"/>
                </a:solidFill>
              </a:rPr>
              <a:t>( a ] );</a:t>
            </a:r>
          </a:p>
        </p:txBody>
      </p:sp>
      <p:sp>
        <p:nvSpPr>
          <p:cNvPr id="69" name="Rechteck 68"/>
          <p:cNvSpPr/>
          <p:nvPr/>
        </p:nvSpPr>
        <p:spPr>
          <a:xfrm rot="2295496">
            <a:off x="4700237" y="3923634"/>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FF0000"/>
                </a:solidFill>
              </a:rPr>
              <a:t>[ </a:t>
            </a:r>
            <a:r>
              <a:rPr lang="de-CH" sz="1000" dirty="0" err="1">
                <a:solidFill>
                  <a:srgbClr val="FF0000"/>
                </a:solidFill>
              </a:rPr>
              <a:t>table</a:t>
            </a:r>
            <a:r>
              <a:rPr lang="de-CH" sz="1000" dirty="0">
                <a:solidFill>
                  <a:srgbClr val="FF0000"/>
                </a:solidFill>
              </a:rPr>
              <a:t> : .., 1 ] &lt;== a[ ]</a:t>
            </a:r>
          </a:p>
        </p:txBody>
      </p:sp>
      <p:cxnSp>
        <p:nvCxnSpPr>
          <p:cNvPr id="70" name="Gerade Verbindung mit Pfeil 69"/>
          <p:cNvCxnSpPr/>
          <p:nvPr/>
        </p:nvCxnSpPr>
        <p:spPr>
          <a:xfrm rot="10800000" flipV="1">
            <a:off x="2734966" y="2167965"/>
            <a:ext cx="3133034" cy="2413034"/>
          </a:xfrm>
          <a:prstGeom prst="straightConnector1">
            <a:avLst/>
          </a:prstGeom>
          <a:ln w="12700">
            <a:solidFill>
              <a:srgbClr val="00B05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71" name="Gerade Verbindung mit Pfeil 70"/>
          <p:cNvCxnSpPr/>
          <p:nvPr/>
        </p:nvCxnSpPr>
        <p:spPr>
          <a:xfrm rot="10800000" flipH="1">
            <a:off x="2844000" y="2277000"/>
            <a:ext cx="3133034" cy="2413034"/>
          </a:xfrm>
          <a:prstGeom prst="straightConnector1">
            <a:avLst/>
          </a:prstGeom>
          <a:ln w="12700">
            <a:solidFill>
              <a:srgbClr val="0000FF"/>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73" name="Rechteck 72"/>
          <p:cNvSpPr/>
          <p:nvPr/>
        </p:nvSpPr>
        <p:spPr>
          <a:xfrm rot="8520000" flipV="1">
            <a:off x="2685860" y="3777383"/>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00B050"/>
                </a:solidFill>
              </a:rPr>
              <a:t>s[ ] = </a:t>
            </a:r>
            <a:r>
              <a:rPr lang="de-CH" sz="1000" dirty="0" err="1">
                <a:solidFill>
                  <a:srgbClr val="00B050"/>
                </a:solidFill>
              </a:rPr>
              <a:t>structure</a:t>
            </a:r>
            <a:r>
              <a:rPr lang="de-CH" sz="1000" dirty="0">
                <a:solidFill>
                  <a:srgbClr val="00B050"/>
                </a:solidFill>
              </a:rPr>
              <a:t>( </a:t>
            </a:r>
            <a:r>
              <a:rPr lang="de-CH" sz="1000" dirty="0" err="1">
                <a:solidFill>
                  <a:srgbClr val="00B050"/>
                </a:solidFill>
              </a:rPr>
              <a:t>set</a:t>
            </a:r>
            <a:r>
              <a:rPr lang="de-CH" sz="1000" dirty="0">
                <a:solidFill>
                  <a:srgbClr val="00B050"/>
                </a:solidFill>
              </a:rPr>
              <a:t>[ ] );</a:t>
            </a:r>
          </a:p>
        </p:txBody>
      </p:sp>
      <p:sp>
        <p:nvSpPr>
          <p:cNvPr id="74" name="Rechteck 73"/>
          <p:cNvSpPr/>
          <p:nvPr/>
        </p:nvSpPr>
        <p:spPr>
          <a:xfrm rot="8520000" flipV="1">
            <a:off x="4730140" y="2697382"/>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err="1">
                <a:solidFill>
                  <a:srgbClr val="0000FF"/>
                </a:solidFill>
              </a:rPr>
              <a:t>set</a:t>
            </a:r>
            <a:r>
              <a:rPr lang="de-CH" sz="1000" dirty="0">
                <a:solidFill>
                  <a:srgbClr val="0000FF"/>
                </a:solidFill>
              </a:rPr>
              <a:t>[ ] = </a:t>
            </a:r>
            <a:r>
              <a:rPr lang="de-CH" sz="1000" dirty="0" err="1">
                <a:solidFill>
                  <a:srgbClr val="0000FF"/>
                </a:solidFill>
              </a:rPr>
              <a:t>set</a:t>
            </a:r>
            <a:r>
              <a:rPr lang="de-CH" sz="1000" dirty="0">
                <a:solidFill>
                  <a:srgbClr val="0000FF"/>
                </a:solidFill>
              </a:rPr>
              <a:t>( s[ ] );</a:t>
            </a:r>
          </a:p>
        </p:txBody>
      </p:sp>
      <p:sp>
        <p:nvSpPr>
          <p:cNvPr id="75" name="Rechteck 74"/>
          <p:cNvSpPr/>
          <p:nvPr/>
        </p:nvSpPr>
        <p:spPr>
          <a:xfrm>
            <a:off x="972000" y="1413000"/>
            <a:ext cx="86466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00CCCC"/>
                </a:solidFill>
              </a:rPr>
              <a:t>a2[ ] &lt;== a[ ]</a:t>
            </a:r>
          </a:p>
        </p:txBody>
      </p:sp>
      <p:sp>
        <p:nvSpPr>
          <p:cNvPr id="76" name="Rechteck 75"/>
          <p:cNvSpPr/>
          <p:nvPr/>
        </p:nvSpPr>
        <p:spPr>
          <a:xfrm>
            <a:off x="1044000" y="5157000"/>
            <a:ext cx="86466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00B050"/>
                </a:solidFill>
              </a:rPr>
              <a:t>s2[ ] &lt;== s[ ]</a:t>
            </a:r>
          </a:p>
        </p:txBody>
      </p:sp>
      <p:sp>
        <p:nvSpPr>
          <p:cNvPr id="77" name="Rechteck 76"/>
          <p:cNvSpPr/>
          <p:nvPr/>
        </p:nvSpPr>
        <p:spPr>
          <a:xfrm>
            <a:off x="6948000" y="1341000"/>
            <a:ext cx="144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de-CH" sz="1000" dirty="0">
                <a:solidFill>
                  <a:srgbClr val="0000FF"/>
                </a:solidFill>
              </a:rPr>
              <a:t>set2[ ] = </a:t>
            </a:r>
            <a:r>
              <a:rPr lang="de-CH" sz="1000" dirty="0" err="1">
                <a:solidFill>
                  <a:srgbClr val="0000FF"/>
                </a:solidFill>
              </a:rPr>
              <a:t>set</a:t>
            </a:r>
            <a:r>
              <a:rPr lang="de-CH" sz="1000" dirty="0">
                <a:solidFill>
                  <a:srgbClr val="0000FF"/>
                </a:solidFill>
              </a:rPr>
              <a:t>[ ];</a:t>
            </a:r>
          </a:p>
        </p:txBody>
      </p:sp>
      <p:graphicFrame>
        <p:nvGraphicFramePr>
          <p:cNvPr id="52" name="Tabelle 51"/>
          <p:cNvGraphicFramePr>
            <a:graphicFrameLocks noGrp="1"/>
          </p:cNvGraphicFramePr>
          <p:nvPr>
            <p:extLst>
              <p:ext uri="{D42A27DB-BD31-4B8C-83A1-F6EECF244321}">
                <p14:modId xmlns:p14="http://schemas.microsoft.com/office/powerpoint/2010/main" val="2421052404"/>
              </p:ext>
            </p:extLst>
          </p:nvPr>
        </p:nvGraphicFramePr>
        <p:xfrm>
          <a:off x="180000" y="4221000"/>
          <a:ext cx="1440100" cy="94200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20000"/>
                    </a:ext>
                  </a:extLst>
                </a:gridCol>
                <a:gridCol w="720100">
                  <a:extLst>
                    <a:ext uri="{9D8B030D-6E8A-4147-A177-3AD203B41FA5}">
                      <a16:colId xmlns:a16="http://schemas.microsoft.com/office/drawing/2014/main" val="20001"/>
                    </a:ext>
                  </a:extLst>
                </a:gridCol>
              </a:tblGrid>
              <a:tr h="0">
                <a:tc>
                  <a:txBody>
                    <a:bodyPr/>
                    <a:lstStyle/>
                    <a:p>
                      <a:r>
                        <a:rPr lang="en-US" sz="1000" dirty="0"/>
                        <a:t>Name</a:t>
                      </a:r>
                    </a:p>
                  </a:txBody>
                  <a:tcPr marL="36000" marR="36000" marT="18000" marB="18000"/>
                </a:tc>
                <a:tc>
                  <a:txBody>
                    <a:bodyPr/>
                    <a:lstStyle/>
                    <a:p>
                      <a:r>
                        <a:rPr lang="en-US" sz="1000" dirty="0"/>
                        <a:t>Value</a:t>
                      </a:r>
                    </a:p>
                  </a:txBody>
                  <a:tcPr marL="36000" marR="36000" marT="18000" marB="18000"/>
                </a:tc>
                <a:extLst>
                  <a:ext uri="{0D108BD9-81ED-4DB2-BD59-A6C34878D82A}">
                    <a16:rowId xmlns:a16="http://schemas.microsoft.com/office/drawing/2014/main" val="10000"/>
                  </a:ext>
                </a:extLst>
              </a:tr>
              <a:tr h="0">
                <a:tc>
                  <a:txBody>
                    <a:bodyPr/>
                    <a:lstStyle/>
                    <a:p>
                      <a:r>
                        <a:rPr lang="en-US" sz="1000" dirty="0"/>
                        <a:t>s[ ]</a:t>
                      </a:r>
                    </a:p>
                  </a:txBody>
                  <a:tcPr marL="36000" marR="36000" marT="18000" marB="18000"/>
                </a:tc>
                <a:tc>
                  <a:txBody>
                    <a:bodyPr/>
                    <a:lstStyle/>
                    <a:p>
                      <a:r>
                        <a:rPr lang="en-US" sz="1000" dirty="0"/>
                        <a:t>void</a:t>
                      </a:r>
                    </a:p>
                  </a:txBody>
                  <a:tcPr marL="36000" marR="36000" marT="18000" marB="18000"/>
                </a:tc>
                <a:extLst>
                  <a:ext uri="{0D108BD9-81ED-4DB2-BD59-A6C34878D82A}">
                    <a16:rowId xmlns:a16="http://schemas.microsoft.com/office/drawing/2014/main" val="10001"/>
                  </a:ext>
                </a:extLst>
              </a:tr>
              <a:tr h="0">
                <a:tc>
                  <a:txBody>
                    <a:bodyPr/>
                    <a:lstStyle/>
                    <a:p>
                      <a:r>
                        <a:rPr lang="en-US" sz="1000" dirty="0"/>
                        <a:t>s[# Legs]</a:t>
                      </a:r>
                    </a:p>
                  </a:txBody>
                  <a:tcPr marL="36000" marR="36000" marT="18000" marB="18000"/>
                </a:tc>
                <a:tc>
                  <a:txBody>
                    <a:bodyPr/>
                    <a:lstStyle/>
                    <a:p>
                      <a:r>
                        <a:rPr lang="en-US" sz="1000" dirty="0"/>
                        <a:t>4</a:t>
                      </a:r>
                    </a:p>
                  </a:txBody>
                  <a:tcPr marL="36000" marR="36000" marT="18000" marB="18000"/>
                </a:tc>
                <a:extLst>
                  <a:ext uri="{0D108BD9-81ED-4DB2-BD59-A6C34878D82A}">
                    <a16:rowId xmlns:a16="http://schemas.microsoft.com/office/drawing/2014/main" val="10002"/>
                  </a:ext>
                </a:extLst>
              </a:tr>
              <a:tr h="0">
                <a:tc>
                  <a:txBody>
                    <a:bodyPr/>
                    <a:lstStyle/>
                    <a:p>
                      <a:r>
                        <a:rPr lang="en-US" sz="1000" dirty="0"/>
                        <a:t>s[Animal]</a:t>
                      </a:r>
                    </a:p>
                  </a:txBody>
                  <a:tcPr marL="36000" marR="36000" marT="18000" marB="18000"/>
                </a:tc>
                <a:tc>
                  <a:txBody>
                    <a:bodyPr/>
                    <a:lstStyle/>
                    <a:p>
                      <a:r>
                        <a:rPr lang="en-US" sz="1000" dirty="0"/>
                        <a:t>dog</a:t>
                      </a:r>
                    </a:p>
                  </a:txBody>
                  <a:tcPr marL="36000" marR="36000" marT="18000" marB="18000"/>
                </a:tc>
                <a:extLst>
                  <a:ext uri="{0D108BD9-81ED-4DB2-BD59-A6C34878D82A}">
                    <a16:rowId xmlns:a16="http://schemas.microsoft.com/office/drawing/2014/main" val="10003"/>
                  </a:ext>
                </a:extLst>
              </a:tr>
              <a:tr h="0">
                <a:tc>
                  <a:txBody>
                    <a:bodyPr/>
                    <a:lstStyle/>
                    <a:p>
                      <a:r>
                        <a:rPr lang="en-US" sz="1000" dirty="0"/>
                        <a:t>s[Category]</a:t>
                      </a:r>
                    </a:p>
                  </a:txBody>
                  <a:tcPr marL="36000" marR="36000" marT="18000" marB="18000"/>
                </a:tc>
                <a:tc>
                  <a:txBody>
                    <a:bodyPr/>
                    <a:lstStyle/>
                    <a:p>
                      <a:r>
                        <a:rPr lang="en-US" sz="1000" dirty="0"/>
                        <a:t>mammal</a:t>
                      </a:r>
                    </a:p>
                  </a:txBody>
                  <a:tcPr marL="36000" marR="36000" marT="18000" marB="18000"/>
                </a:tc>
                <a:extLst>
                  <a:ext uri="{0D108BD9-81ED-4DB2-BD59-A6C34878D82A}">
                    <a16:rowId xmlns:a16="http://schemas.microsoft.com/office/drawing/2014/main" val="10004"/>
                  </a:ext>
                </a:extLst>
              </a:tr>
            </a:tbl>
          </a:graphicData>
        </a:graphic>
      </p:graphicFrame>
      <p:graphicFrame>
        <p:nvGraphicFramePr>
          <p:cNvPr id="56" name="Tabelle 55"/>
          <p:cNvGraphicFramePr>
            <a:graphicFrameLocks noGrp="1"/>
          </p:cNvGraphicFramePr>
          <p:nvPr>
            <p:extLst>
              <p:ext uri="{D42A27DB-BD31-4B8C-83A1-F6EECF244321}">
                <p14:modId xmlns:p14="http://schemas.microsoft.com/office/powerpoint/2010/main" val="2402638300"/>
              </p:ext>
            </p:extLst>
          </p:nvPr>
        </p:nvGraphicFramePr>
        <p:xfrm>
          <a:off x="179900" y="1839000"/>
          <a:ext cx="1440100" cy="94200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20000"/>
                    </a:ext>
                  </a:extLst>
                </a:gridCol>
                <a:gridCol w="720100">
                  <a:extLst>
                    <a:ext uri="{9D8B030D-6E8A-4147-A177-3AD203B41FA5}">
                      <a16:colId xmlns:a16="http://schemas.microsoft.com/office/drawing/2014/main" val="20001"/>
                    </a:ext>
                  </a:extLst>
                </a:gridCol>
              </a:tblGrid>
              <a:tr h="0">
                <a:tc>
                  <a:txBody>
                    <a:bodyPr/>
                    <a:lstStyle/>
                    <a:p>
                      <a:r>
                        <a:rPr lang="en-US" sz="1000" dirty="0"/>
                        <a:t>Name</a:t>
                      </a:r>
                    </a:p>
                  </a:txBody>
                  <a:tcPr marL="36000" marR="36000" marT="18000" marB="18000"/>
                </a:tc>
                <a:tc>
                  <a:txBody>
                    <a:bodyPr/>
                    <a:lstStyle/>
                    <a:p>
                      <a:r>
                        <a:rPr lang="en-US" sz="1000" dirty="0"/>
                        <a:t>Value</a:t>
                      </a:r>
                    </a:p>
                  </a:txBody>
                  <a:tcPr marL="36000" marR="36000" marT="18000" marB="18000"/>
                </a:tc>
                <a:extLst>
                  <a:ext uri="{0D108BD9-81ED-4DB2-BD59-A6C34878D82A}">
                    <a16:rowId xmlns:a16="http://schemas.microsoft.com/office/drawing/2014/main" val="10000"/>
                  </a:ext>
                </a:extLst>
              </a:tr>
              <a:tr h="0">
                <a:tc>
                  <a:txBody>
                    <a:bodyPr/>
                    <a:lstStyle/>
                    <a:p>
                      <a:r>
                        <a:rPr lang="en-US" sz="1000" dirty="0"/>
                        <a:t>s[ ]</a:t>
                      </a:r>
                    </a:p>
                  </a:txBody>
                  <a:tcPr marL="36000" marR="36000" marT="18000" marB="18000"/>
                </a:tc>
                <a:tc>
                  <a:txBody>
                    <a:bodyPr/>
                    <a:lstStyle/>
                    <a:p>
                      <a:r>
                        <a:rPr lang="en-US" sz="1000" dirty="0"/>
                        <a:t>void</a:t>
                      </a:r>
                    </a:p>
                  </a:txBody>
                  <a:tcPr marL="36000" marR="36000" marT="18000" marB="18000"/>
                </a:tc>
                <a:extLst>
                  <a:ext uri="{0D108BD9-81ED-4DB2-BD59-A6C34878D82A}">
                    <a16:rowId xmlns:a16="http://schemas.microsoft.com/office/drawing/2014/main" val="10001"/>
                  </a:ext>
                </a:extLst>
              </a:tr>
              <a:tr h="0">
                <a:tc>
                  <a:txBody>
                    <a:bodyPr/>
                    <a:lstStyle/>
                    <a:p>
                      <a:r>
                        <a:rPr lang="en-US" sz="1000" dirty="0"/>
                        <a:t>s[0]</a:t>
                      </a:r>
                    </a:p>
                  </a:txBody>
                  <a:tcPr marL="36000" marR="36000" marT="18000" marB="18000"/>
                </a:tc>
                <a:tc>
                  <a:txBody>
                    <a:bodyPr/>
                    <a:lstStyle/>
                    <a:p>
                      <a:r>
                        <a:rPr lang="en-US" sz="1000" dirty="0"/>
                        <a:t>4</a:t>
                      </a:r>
                    </a:p>
                  </a:txBody>
                  <a:tcPr marL="36000" marR="36000" marT="18000" marB="18000"/>
                </a:tc>
                <a:extLst>
                  <a:ext uri="{0D108BD9-81ED-4DB2-BD59-A6C34878D82A}">
                    <a16:rowId xmlns:a16="http://schemas.microsoft.com/office/drawing/2014/main" val="10002"/>
                  </a:ext>
                </a:extLst>
              </a:tr>
              <a:tr h="0">
                <a:tc>
                  <a:txBody>
                    <a:bodyPr/>
                    <a:lstStyle/>
                    <a:p>
                      <a:r>
                        <a:rPr lang="en-US" sz="1000" dirty="0"/>
                        <a:t>s[1]</a:t>
                      </a:r>
                    </a:p>
                  </a:txBody>
                  <a:tcPr marL="36000" marR="36000" marT="18000" marB="18000"/>
                </a:tc>
                <a:tc>
                  <a:txBody>
                    <a:bodyPr/>
                    <a:lstStyle/>
                    <a:p>
                      <a:r>
                        <a:rPr lang="en-US" sz="1000" dirty="0"/>
                        <a:t>dog</a:t>
                      </a:r>
                    </a:p>
                  </a:txBody>
                  <a:tcPr marL="36000" marR="36000" marT="18000" marB="18000"/>
                </a:tc>
                <a:extLst>
                  <a:ext uri="{0D108BD9-81ED-4DB2-BD59-A6C34878D82A}">
                    <a16:rowId xmlns:a16="http://schemas.microsoft.com/office/drawing/2014/main" val="10003"/>
                  </a:ext>
                </a:extLst>
              </a:tr>
              <a:tr h="0">
                <a:tc>
                  <a:txBody>
                    <a:bodyPr/>
                    <a:lstStyle/>
                    <a:p>
                      <a:r>
                        <a:rPr lang="en-US" sz="1000" dirty="0"/>
                        <a:t>s[2]</a:t>
                      </a:r>
                    </a:p>
                  </a:txBody>
                  <a:tcPr marL="36000" marR="36000" marT="18000" marB="18000"/>
                </a:tc>
                <a:tc>
                  <a:txBody>
                    <a:bodyPr/>
                    <a:lstStyle/>
                    <a:p>
                      <a:r>
                        <a:rPr lang="en-US" sz="1000" dirty="0"/>
                        <a:t>mammal</a:t>
                      </a:r>
                    </a:p>
                  </a:txBody>
                  <a:tcPr marL="36000" marR="36000" marT="18000" marB="180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115616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Exception Model</a:t>
            </a:r>
          </a:p>
        </p:txBody>
      </p:sp>
      <p:sp>
        <p:nvSpPr>
          <p:cNvPr id="4" name="Textplatzhalter 3"/>
          <p:cNvSpPr>
            <a:spLocks noGrp="1"/>
          </p:cNvSpPr>
          <p:nvPr>
            <p:ph type="body" sz="quarter" idx="16"/>
          </p:nvPr>
        </p:nvSpPr>
        <p:spPr/>
        <p:txBody>
          <a:bodyPr/>
          <a:lstStyle/>
          <a:p>
            <a:endParaRPr lang="en-US"/>
          </a:p>
        </p:txBody>
      </p:sp>
      <p:sp>
        <p:nvSpPr>
          <p:cNvPr id="7" name="Rechteck 6"/>
          <p:cNvSpPr/>
          <p:nvPr/>
        </p:nvSpPr>
        <p:spPr>
          <a:xfrm>
            <a:off x="1907704" y="3933136"/>
            <a:ext cx="3240000" cy="720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 name="Abgerundetes Rechteck 7"/>
          <p:cNvSpPr/>
          <p:nvPr/>
        </p:nvSpPr>
        <p:spPr>
          <a:xfrm>
            <a:off x="1907704" y="2852936"/>
            <a:ext cx="3240000" cy="7200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 name="Abgerundetes Rechteck 8"/>
          <p:cNvSpPr/>
          <p:nvPr/>
        </p:nvSpPr>
        <p:spPr>
          <a:xfrm>
            <a:off x="1907704" y="5013176"/>
            <a:ext cx="3240000" cy="720000"/>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 name="Rechteck 9"/>
          <p:cNvSpPr/>
          <p:nvPr/>
        </p:nvSpPr>
        <p:spPr>
          <a:xfrm>
            <a:off x="1907704" y="1772896"/>
            <a:ext cx="3240000" cy="720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2" name="Gerade Verbindung mit Pfeil 11"/>
          <p:cNvCxnSpPr/>
          <p:nvPr/>
        </p:nvCxnSpPr>
        <p:spPr>
          <a:xfrm flipV="1">
            <a:off x="2339752" y="4437112"/>
            <a:ext cx="0" cy="151216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Gerade Verbindung 14"/>
          <p:cNvCxnSpPr/>
          <p:nvPr/>
        </p:nvCxnSpPr>
        <p:spPr>
          <a:xfrm>
            <a:off x="1547664" y="5949280"/>
            <a:ext cx="7920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Gerade Verbindung mit Pfeil 20"/>
          <p:cNvCxnSpPr/>
          <p:nvPr/>
        </p:nvCxnSpPr>
        <p:spPr>
          <a:xfrm>
            <a:off x="4427984" y="1484784"/>
            <a:ext cx="0" cy="446449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Gerade Verbindung mit Pfeil 24"/>
          <p:cNvCxnSpPr/>
          <p:nvPr/>
        </p:nvCxnSpPr>
        <p:spPr>
          <a:xfrm>
            <a:off x="3347864" y="5949280"/>
            <a:ext cx="216024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Rechteck 27"/>
          <p:cNvSpPr/>
          <p:nvPr/>
        </p:nvSpPr>
        <p:spPr>
          <a:xfrm>
            <a:off x="5580112" y="5877272"/>
            <a:ext cx="72008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exit</a:t>
            </a:r>
          </a:p>
        </p:txBody>
      </p:sp>
      <p:cxnSp>
        <p:nvCxnSpPr>
          <p:cNvPr id="30" name="Gerade Verbindung mit Pfeil 29"/>
          <p:cNvCxnSpPr/>
          <p:nvPr/>
        </p:nvCxnSpPr>
        <p:spPr>
          <a:xfrm>
            <a:off x="5004048" y="1844904"/>
            <a:ext cx="504056"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hteck 31"/>
          <p:cNvSpPr/>
          <p:nvPr/>
        </p:nvSpPr>
        <p:spPr>
          <a:xfrm>
            <a:off x="3995936" y="227695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exit</a:t>
            </a:r>
          </a:p>
        </p:txBody>
      </p:sp>
      <p:sp>
        <p:nvSpPr>
          <p:cNvPr id="34" name="Abgerundetes Rechteck 33"/>
          <p:cNvSpPr/>
          <p:nvPr/>
        </p:nvSpPr>
        <p:spPr>
          <a:xfrm>
            <a:off x="5004048" y="1988920"/>
            <a:ext cx="432048" cy="288032"/>
          </a:xfrm>
          <a:custGeom>
            <a:avLst/>
            <a:gdLst>
              <a:gd name="connsiteX0" fmla="*/ 3178 w 291530"/>
              <a:gd name="connsiteY0" fmla="*/ 0 h 288032"/>
              <a:gd name="connsiteX1" fmla="*/ 147514 w 291530"/>
              <a:gd name="connsiteY1" fmla="*/ 0 h 288032"/>
              <a:gd name="connsiteX2" fmla="*/ 291530 w 291530"/>
              <a:gd name="connsiteY2" fmla="*/ 144016 h 288032"/>
              <a:gd name="connsiteX3" fmla="*/ 147514 w 291530"/>
              <a:gd name="connsiteY3" fmla="*/ 288032 h 288032"/>
              <a:gd name="connsiteX4" fmla="*/ 3178 w 291530"/>
              <a:gd name="connsiteY4" fmla="*/ 288032 h 288032"/>
              <a:gd name="connsiteX5" fmla="*/ 0 w 291530"/>
              <a:gd name="connsiteY5" fmla="*/ 114275 h 288032"/>
              <a:gd name="connsiteX6" fmla="*/ 3178 w 291530"/>
              <a:gd name="connsiteY6" fmla="*/ 0 h 288032"/>
              <a:gd name="connsiteX0" fmla="*/ 0 w 291530"/>
              <a:gd name="connsiteY0" fmla="*/ 114275 h 288032"/>
              <a:gd name="connsiteX1" fmla="*/ 3178 w 291530"/>
              <a:gd name="connsiteY1" fmla="*/ 0 h 288032"/>
              <a:gd name="connsiteX2" fmla="*/ 147514 w 291530"/>
              <a:gd name="connsiteY2" fmla="*/ 0 h 288032"/>
              <a:gd name="connsiteX3" fmla="*/ 291530 w 291530"/>
              <a:gd name="connsiteY3" fmla="*/ 144016 h 288032"/>
              <a:gd name="connsiteX4" fmla="*/ 147514 w 291530"/>
              <a:gd name="connsiteY4" fmla="*/ 288032 h 288032"/>
              <a:gd name="connsiteX5" fmla="*/ 3178 w 291530"/>
              <a:gd name="connsiteY5" fmla="*/ 288032 h 288032"/>
              <a:gd name="connsiteX6" fmla="*/ 61028 w 291530"/>
              <a:gd name="connsiteY6" fmla="*/ 205715 h 288032"/>
              <a:gd name="connsiteX0" fmla="*/ 0 w 291530"/>
              <a:gd name="connsiteY0" fmla="*/ 114275 h 288032"/>
              <a:gd name="connsiteX1" fmla="*/ 3178 w 291530"/>
              <a:gd name="connsiteY1" fmla="*/ 0 h 288032"/>
              <a:gd name="connsiteX2" fmla="*/ 147514 w 291530"/>
              <a:gd name="connsiteY2" fmla="*/ 0 h 288032"/>
              <a:gd name="connsiteX3" fmla="*/ 291530 w 291530"/>
              <a:gd name="connsiteY3" fmla="*/ 144016 h 288032"/>
              <a:gd name="connsiteX4" fmla="*/ 147514 w 291530"/>
              <a:gd name="connsiteY4" fmla="*/ 288032 h 288032"/>
              <a:gd name="connsiteX5" fmla="*/ 3178 w 291530"/>
              <a:gd name="connsiteY5" fmla="*/ 288032 h 288032"/>
              <a:gd name="connsiteX0" fmla="*/ 0 w 288352"/>
              <a:gd name="connsiteY0" fmla="*/ 0 h 288032"/>
              <a:gd name="connsiteX1" fmla="*/ 144336 w 288352"/>
              <a:gd name="connsiteY1" fmla="*/ 0 h 288032"/>
              <a:gd name="connsiteX2" fmla="*/ 288352 w 288352"/>
              <a:gd name="connsiteY2" fmla="*/ 144016 h 288032"/>
              <a:gd name="connsiteX3" fmla="*/ 144336 w 288352"/>
              <a:gd name="connsiteY3" fmla="*/ 288032 h 288032"/>
              <a:gd name="connsiteX4" fmla="*/ 0 w 288352"/>
              <a:gd name="connsiteY4" fmla="*/ 288032 h 288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352" h="288032">
                <a:moveTo>
                  <a:pt x="0" y="0"/>
                </a:moveTo>
                <a:lnTo>
                  <a:pt x="144336" y="0"/>
                </a:lnTo>
                <a:cubicBezTo>
                  <a:pt x="223874" y="0"/>
                  <a:pt x="288352" y="64478"/>
                  <a:pt x="288352" y="144016"/>
                </a:cubicBezTo>
                <a:cubicBezTo>
                  <a:pt x="288352" y="223554"/>
                  <a:pt x="223874" y="288032"/>
                  <a:pt x="144336" y="288032"/>
                </a:cubicBezTo>
                <a:lnTo>
                  <a:pt x="0" y="288032"/>
                </a:lnTo>
              </a:path>
            </a:pathLst>
          </a:custGeom>
          <a:noFill/>
          <a:ln w="952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40" name="Gerade Verbindung 39"/>
          <p:cNvCxnSpPr/>
          <p:nvPr/>
        </p:nvCxnSpPr>
        <p:spPr>
          <a:xfrm flipH="1" flipV="1">
            <a:off x="4355976" y="2348960"/>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hteck 40"/>
          <p:cNvSpPr/>
          <p:nvPr/>
        </p:nvSpPr>
        <p:spPr>
          <a:xfrm>
            <a:off x="4644008" y="191691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continue</a:t>
            </a:r>
          </a:p>
        </p:txBody>
      </p:sp>
      <p:sp>
        <p:nvSpPr>
          <p:cNvPr id="42" name="Rechteck 41"/>
          <p:cNvSpPr/>
          <p:nvPr/>
        </p:nvSpPr>
        <p:spPr>
          <a:xfrm>
            <a:off x="4644008" y="177289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abort</a:t>
            </a:r>
          </a:p>
        </p:txBody>
      </p:sp>
      <p:cxnSp>
        <p:nvCxnSpPr>
          <p:cNvPr id="43" name="Gerade Verbindung mit Pfeil 42"/>
          <p:cNvCxnSpPr/>
          <p:nvPr/>
        </p:nvCxnSpPr>
        <p:spPr>
          <a:xfrm>
            <a:off x="5004048" y="4005064"/>
            <a:ext cx="504056"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hteck 43"/>
          <p:cNvSpPr/>
          <p:nvPr/>
        </p:nvSpPr>
        <p:spPr>
          <a:xfrm>
            <a:off x="3995936" y="443711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exit</a:t>
            </a:r>
          </a:p>
        </p:txBody>
      </p:sp>
      <p:sp>
        <p:nvSpPr>
          <p:cNvPr id="45" name="Abgerundetes Rechteck 33"/>
          <p:cNvSpPr/>
          <p:nvPr/>
        </p:nvSpPr>
        <p:spPr>
          <a:xfrm>
            <a:off x="5004048" y="4149080"/>
            <a:ext cx="432048" cy="288032"/>
          </a:xfrm>
          <a:custGeom>
            <a:avLst/>
            <a:gdLst>
              <a:gd name="connsiteX0" fmla="*/ 3178 w 291530"/>
              <a:gd name="connsiteY0" fmla="*/ 0 h 288032"/>
              <a:gd name="connsiteX1" fmla="*/ 147514 w 291530"/>
              <a:gd name="connsiteY1" fmla="*/ 0 h 288032"/>
              <a:gd name="connsiteX2" fmla="*/ 291530 w 291530"/>
              <a:gd name="connsiteY2" fmla="*/ 144016 h 288032"/>
              <a:gd name="connsiteX3" fmla="*/ 147514 w 291530"/>
              <a:gd name="connsiteY3" fmla="*/ 288032 h 288032"/>
              <a:gd name="connsiteX4" fmla="*/ 3178 w 291530"/>
              <a:gd name="connsiteY4" fmla="*/ 288032 h 288032"/>
              <a:gd name="connsiteX5" fmla="*/ 0 w 291530"/>
              <a:gd name="connsiteY5" fmla="*/ 114275 h 288032"/>
              <a:gd name="connsiteX6" fmla="*/ 3178 w 291530"/>
              <a:gd name="connsiteY6" fmla="*/ 0 h 288032"/>
              <a:gd name="connsiteX0" fmla="*/ 0 w 291530"/>
              <a:gd name="connsiteY0" fmla="*/ 114275 h 288032"/>
              <a:gd name="connsiteX1" fmla="*/ 3178 w 291530"/>
              <a:gd name="connsiteY1" fmla="*/ 0 h 288032"/>
              <a:gd name="connsiteX2" fmla="*/ 147514 w 291530"/>
              <a:gd name="connsiteY2" fmla="*/ 0 h 288032"/>
              <a:gd name="connsiteX3" fmla="*/ 291530 w 291530"/>
              <a:gd name="connsiteY3" fmla="*/ 144016 h 288032"/>
              <a:gd name="connsiteX4" fmla="*/ 147514 w 291530"/>
              <a:gd name="connsiteY4" fmla="*/ 288032 h 288032"/>
              <a:gd name="connsiteX5" fmla="*/ 3178 w 291530"/>
              <a:gd name="connsiteY5" fmla="*/ 288032 h 288032"/>
              <a:gd name="connsiteX6" fmla="*/ 61028 w 291530"/>
              <a:gd name="connsiteY6" fmla="*/ 205715 h 288032"/>
              <a:gd name="connsiteX0" fmla="*/ 0 w 291530"/>
              <a:gd name="connsiteY0" fmla="*/ 114275 h 288032"/>
              <a:gd name="connsiteX1" fmla="*/ 3178 w 291530"/>
              <a:gd name="connsiteY1" fmla="*/ 0 h 288032"/>
              <a:gd name="connsiteX2" fmla="*/ 147514 w 291530"/>
              <a:gd name="connsiteY2" fmla="*/ 0 h 288032"/>
              <a:gd name="connsiteX3" fmla="*/ 291530 w 291530"/>
              <a:gd name="connsiteY3" fmla="*/ 144016 h 288032"/>
              <a:gd name="connsiteX4" fmla="*/ 147514 w 291530"/>
              <a:gd name="connsiteY4" fmla="*/ 288032 h 288032"/>
              <a:gd name="connsiteX5" fmla="*/ 3178 w 291530"/>
              <a:gd name="connsiteY5" fmla="*/ 288032 h 288032"/>
              <a:gd name="connsiteX0" fmla="*/ 0 w 288352"/>
              <a:gd name="connsiteY0" fmla="*/ 0 h 288032"/>
              <a:gd name="connsiteX1" fmla="*/ 144336 w 288352"/>
              <a:gd name="connsiteY1" fmla="*/ 0 h 288032"/>
              <a:gd name="connsiteX2" fmla="*/ 288352 w 288352"/>
              <a:gd name="connsiteY2" fmla="*/ 144016 h 288032"/>
              <a:gd name="connsiteX3" fmla="*/ 144336 w 288352"/>
              <a:gd name="connsiteY3" fmla="*/ 288032 h 288032"/>
              <a:gd name="connsiteX4" fmla="*/ 0 w 288352"/>
              <a:gd name="connsiteY4" fmla="*/ 288032 h 288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352" h="288032">
                <a:moveTo>
                  <a:pt x="0" y="0"/>
                </a:moveTo>
                <a:lnTo>
                  <a:pt x="144336" y="0"/>
                </a:lnTo>
                <a:cubicBezTo>
                  <a:pt x="223874" y="0"/>
                  <a:pt x="288352" y="64478"/>
                  <a:pt x="288352" y="144016"/>
                </a:cubicBezTo>
                <a:cubicBezTo>
                  <a:pt x="288352" y="223554"/>
                  <a:pt x="223874" y="288032"/>
                  <a:pt x="144336" y="288032"/>
                </a:cubicBezTo>
                <a:lnTo>
                  <a:pt x="0" y="288032"/>
                </a:lnTo>
              </a:path>
            </a:pathLst>
          </a:custGeom>
          <a:noFill/>
          <a:ln w="952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46" name="Gerade Verbindung 45"/>
          <p:cNvCxnSpPr/>
          <p:nvPr/>
        </p:nvCxnSpPr>
        <p:spPr>
          <a:xfrm flipH="1" flipV="1">
            <a:off x="4355976" y="4509120"/>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hteck 46"/>
          <p:cNvSpPr/>
          <p:nvPr/>
        </p:nvSpPr>
        <p:spPr>
          <a:xfrm>
            <a:off x="4644008" y="407707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continue</a:t>
            </a:r>
          </a:p>
        </p:txBody>
      </p:sp>
      <p:sp>
        <p:nvSpPr>
          <p:cNvPr id="48" name="Rechteck 47"/>
          <p:cNvSpPr/>
          <p:nvPr/>
        </p:nvSpPr>
        <p:spPr>
          <a:xfrm>
            <a:off x="4644008" y="39330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abort</a:t>
            </a:r>
          </a:p>
        </p:txBody>
      </p:sp>
      <p:cxnSp>
        <p:nvCxnSpPr>
          <p:cNvPr id="50" name="Gerade Verbindung mit Pfeil 49"/>
          <p:cNvCxnSpPr/>
          <p:nvPr/>
        </p:nvCxnSpPr>
        <p:spPr>
          <a:xfrm flipV="1">
            <a:off x="2339752" y="2276872"/>
            <a:ext cx="0" cy="18002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hteck 54"/>
          <p:cNvSpPr/>
          <p:nvPr/>
        </p:nvSpPr>
        <p:spPr>
          <a:xfrm>
            <a:off x="1907704" y="50851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start</a:t>
            </a:r>
          </a:p>
        </p:txBody>
      </p:sp>
      <p:sp>
        <p:nvSpPr>
          <p:cNvPr id="56" name="Rechteck 55"/>
          <p:cNvSpPr/>
          <p:nvPr/>
        </p:nvSpPr>
        <p:spPr>
          <a:xfrm>
            <a:off x="1979712" y="39330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start</a:t>
            </a:r>
          </a:p>
        </p:txBody>
      </p:sp>
      <p:cxnSp>
        <p:nvCxnSpPr>
          <p:cNvPr id="61" name="Gerade Verbindung mit Pfeil 60"/>
          <p:cNvCxnSpPr/>
          <p:nvPr/>
        </p:nvCxnSpPr>
        <p:spPr>
          <a:xfrm flipV="1">
            <a:off x="2339752" y="1484784"/>
            <a:ext cx="0" cy="43204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2" name="Rechteck 61"/>
          <p:cNvSpPr/>
          <p:nvPr/>
        </p:nvSpPr>
        <p:spPr>
          <a:xfrm>
            <a:off x="1979712" y="177281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start</a:t>
            </a:r>
          </a:p>
        </p:txBody>
      </p:sp>
      <p:cxnSp>
        <p:nvCxnSpPr>
          <p:cNvPr id="63" name="Gerade Verbindung mit Pfeil 62"/>
          <p:cNvCxnSpPr/>
          <p:nvPr/>
        </p:nvCxnSpPr>
        <p:spPr>
          <a:xfrm>
            <a:off x="2483768" y="2276872"/>
            <a:ext cx="0" cy="72008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Gerade Verbindung mit Pfeil 63"/>
          <p:cNvCxnSpPr/>
          <p:nvPr/>
        </p:nvCxnSpPr>
        <p:spPr>
          <a:xfrm>
            <a:off x="2483768" y="4437112"/>
            <a:ext cx="0" cy="72008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hteck 65"/>
          <p:cNvSpPr/>
          <p:nvPr/>
        </p:nvSpPr>
        <p:spPr>
          <a:xfrm>
            <a:off x="2483768" y="227687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stop</a:t>
            </a:r>
          </a:p>
        </p:txBody>
      </p:sp>
      <p:sp>
        <p:nvSpPr>
          <p:cNvPr id="68" name="Rechteck 67"/>
          <p:cNvSpPr/>
          <p:nvPr/>
        </p:nvSpPr>
        <p:spPr>
          <a:xfrm>
            <a:off x="2483768" y="443711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stop</a:t>
            </a:r>
          </a:p>
        </p:txBody>
      </p:sp>
      <p:cxnSp>
        <p:nvCxnSpPr>
          <p:cNvPr id="72" name="Gerade Verbindung mit Pfeil 71"/>
          <p:cNvCxnSpPr/>
          <p:nvPr/>
        </p:nvCxnSpPr>
        <p:spPr>
          <a:xfrm>
            <a:off x="3707904" y="2276872"/>
            <a:ext cx="0" cy="18002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Rechteck 74"/>
          <p:cNvSpPr/>
          <p:nvPr/>
        </p:nvSpPr>
        <p:spPr>
          <a:xfrm>
            <a:off x="3707904" y="227687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end</a:t>
            </a:r>
          </a:p>
        </p:txBody>
      </p:sp>
      <p:sp>
        <p:nvSpPr>
          <p:cNvPr id="77" name="Rechteck 76"/>
          <p:cNvSpPr/>
          <p:nvPr/>
        </p:nvSpPr>
        <p:spPr>
          <a:xfrm>
            <a:off x="3779912" y="551723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end</a:t>
            </a:r>
          </a:p>
        </p:txBody>
      </p:sp>
      <p:cxnSp>
        <p:nvCxnSpPr>
          <p:cNvPr id="79" name="Gerade Verbindung mit Pfeil 78"/>
          <p:cNvCxnSpPr/>
          <p:nvPr/>
        </p:nvCxnSpPr>
        <p:spPr>
          <a:xfrm>
            <a:off x="3707904" y="4437112"/>
            <a:ext cx="0" cy="151216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Gerade Verbindung 81"/>
          <p:cNvCxnSpPr/>
          <p:nvPr/>
        </p:nvCxnSpPr>
        <p:spPr>
          <a:xfrm flipV="1">
            <a:off x="3707904" y="3429000"/>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Rechteck 82"/>
          <p:cNvSpPr/>
          <p:nvPr/>
        </p:nvSpPr>
        <p:spPr>
          <a:xfrm>
            <a:off x="3779912" y="335699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end</a:t>
            </a:r>
          </a:p>
        </p:txBody>
      </p:sp>
      <p:sp>
        <p:nvSpPr>
          <p:cNvPr id="84" name="Rechteck 83"/>
          <p:cNvSpPr/>
          <p:nvPr/>
        </p:nvSpPr>
        <p:spPr>
          <a:xfrm>
            <a:off x="3707904" y="443711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end</a:t>
            </a:r>
          </a:p>
        </p:txBody>
      </p:sp>
      <p:cxnSp>
        <p:nvCxnSpPr>
          <p:cNvPr id="85" name="Gerade Verbindung 84"/>
          <p:cNvCxnSpPr/>
          <p:nvPr/>
        </p:nvCxnSpPr>
        <p:spPr>
          <a:xfrm flipV="1">
            <a:off x="3707904" y="5589240"/>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Gerade Verbindung mit Pfeil 89"/>
          <p:cNvCxnSpPr/>
          <p:nvPr/>
        </p:nvCxnSpPr>
        <p:spPr>
          <a:xfrm>
            <a:off x="5004048" y="2996952"/>
            <a:ext cx="504056"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1" name="Rechteck 90"/>
          <p:cNvSpPr/>
          <p:nvPr/>
        </p:nvSpPr>
        <p:spPr>
          <a:xfrm>
            <a:off x="4644008" y="292494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abort</a:t>
            </a:r>
          </a:p>
        </p:txBody>
      </p:sp>
      <p:cxnSp>
        <p:nvCxnSpPr>
          <p:cNvPr id="92" name="Gerade Verbindung mit Pfeil 91"/>
          <p:cNvCxnSpPr/>
          <p:nvPr/>
        </p:nvCxnSpPr>
        <p:spPr>
          <a:xfrm>
            <a:off x="5004048" y="5157192"/>
            <a:ext cx="504056"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3" name="Rechteck 92"/>
          <p:cNvSpPr/>
          <p:nvPr/>
        </p:nvSpPr>
        <p:spPr>
          <a:xfrm>
            <a:off x="4644008" y="50851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abort</a:t>
            </a:r>
          </a:p>
        </p:txBody>
      </p:sp>
      <p:sp>
        <p:nvSpPr>
          <p:cNvPr id="52" name="Rechteck 51"/>
          <p:cNvSpPr/>
          <p:nvPr/>
        </p:nvSpPr>
        <p:spPr>
          <a:xfrm>
            <a:off x="5220072" y="5517232"/>
            <a:ext cx="792088"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Interactive Mode</a:t>
            </a:r>
          </a:p>
        </p:txBody>
      </p:sp>
      <p:sp>
        <p:nvSpPr>
          <p:cNvPr id="53" name="Rechteck 52"/>
          <p:cNvSpPr/>
          <p:nvPr/>
        </p:nvSpPr>
        <p:spPr>
          <a:xfrm>
            <a:off x="5220072" y="4437112"/>
            <a:ext cx="792088"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Started Program</a:t>
            </a:r>
          </a:p>
        </p:txBody>
      </p:sp>
      <p:sp>
        <p:nvSpPr>
          <p:cNvPr id="57" name="Rechteck 56"/>
          <p:cNvSpPr/>
          <p:nvPr/>
        </p:nvSpPr>
        <p:spPr>
          <a:xfrm>
            <a:off x="5220072" y="3356992"/>
            <a:ext cx="792088"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Interactive Mode</a:t>
            </a:r>
          </a:p>
        </p:txBody>
      </p:sp>
      <p:sp>
        <p:nvSpPr>
          <p:cNvPr id="58" name="Rechteck 57"/>
          <p:cNvSpPr/>
          <p:nvPr/>
        </p:nvSpPr>
        <p:spPr>
          <a:xfrm>
            <a:off x="5220072" y="2276872"/>
            <a:ext cx="792088"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Started Program</a:t>
            </a:r>
          </a:p>
        </p:txBody>
      </p:sp>
      <p:cxnSp>
        <p:nvCxnSpPr>
          <p:cNvPr id="65" name="Gerade Verbindung 64"/>
          <p:cNvCxnSpPr/>
          <p:nvPr/>
        </p:nvCxnSpPr>
        <p:spPr>
          <a:xfrm flipV="1">
            <a:off x="2267744" y="5085184"/>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Rechteck 68"/>
          <p:cNvSpPr/>
          <p:nvPr/>
        </p:nvSpPr>
        <p:spPr>
          <a:xfrm>
            <a:off x="1907704" y="292494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start</a:t>
            </a:r>
          </a:p>
        </p:txBody>
      </p:sp>
      <p:cxnSp>
        <p:nvCxnSpPr>
          <p:cNvPr id="73" name="Gerade Verbindung 72"/>
          <p:cNvCxnSpPr/>
          <p:nvPr/>
        </p:nvCxnSpPr>
        <p:spPr>
          <a:xfrm flipV="1">
            <a:off x="2267744" y="2924944"/>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Rechteck 73"/>
          <p:cNvSpPr/>
          <p:nvPr/>
        </p:nvSpPr>
        <p:spPr>
          <a:xfrm>
            <a:off x="1547664" y="1988840"/>
            <a:ext cx="36004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pause</a:t>
            </a:r>
          </a:p>
        </p:txBody>
      </p:sp>
      <p:cxnSp>
        <p:nvCxnSpPr>
          <p:cNvPr id="76" name="Gerade Verbindung mit Pfeil 75"/>
          <p:cNvCxnSpPr/>
          <p:nvPr/>
        </p:nvCxnSpPr>
        <p:spPr>
          <a:xfrm flipH="1">
            <a:off x="1547664" y="1988840"/>
            <a:ext cx="504056"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Gerade Verbindung mit Pfeil 77"/>
          <p:cNvCxnSpPr/>
          <p:nvPr/>
        </p:nvCxnSpPr>
        <p:spPr>
          <a:xfrm>
            <a:off x="1547664" y="2204864"/>
            <a:ext cx="504056"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0" name="Rechteck 79"/>
          <p:cNvSpPr/>
          <p:nvPr/>
        </p:nvSpPr>
        <p:spPr>
          <a:xfrm>
            <a:off x="1547664" y="4149080"/>
            <a:ext cx="360040" cy="2160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pause</a:t>
            </a:r>
          </a:p>
        </p:txBody>
      </p:sp>
      <p:cxnSp>
        <p:nvCxnSpPr>
          <p:cNvPr id="81" name="Gerade Verbindung mit Pfeil 80"/>
          <p:cNvCxnSpPr/>
          <p:nvPr/>
        </p:nvCxnSpPr>
        <p:spPr>
          <a:xfrm flipH="1">
            <a:off x="1547664" y="4149080"/>
            <a:ext cx="504056"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Gerade Verbindung mit Pfeil 85"/>
          <p:cNvCxnSpPr/>
          <p:nvPr/>
        </p:nvCxnSpPr>
        <p:spPr>
          <a:xfrm>
            <a:off x="1547664" y="4365104"/>
            <a:ext cx="504056"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Gerade Verbindung mit Pfeil 87"/>
          <p:cNvCxnSpPr/>
          <p:nvPr/>
        </p:nvCxnSpPr>
        <p:spPr>
          <a:xfrm flipV="1">
            <a:off x="2483768" y="3356992"/>
            <a:ext cx="0" cy="72008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9" name="Rechteck 88"/>
          <p:cNvSpPr/>
          <p:nvPr/>
        </p:nvSpPr>
        <p:spPr>
          <a:xfrm>
            <a:off x="2483768" y="39330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interactive</a:t>
            </a:r>
          </a:p>
        </p:txBody>
      </p:sp>
      <p:cxnSp>
        <p:nvCxnSpPr>
          <p:cNvPr id="94" name="Gerade Verbindung mit Pfeil 93"/>
          <p:cNvCxnSpPr/>
          <p:nvPr/>
        </p:nvCxnSpPr>
        <p:spPr>
          <a:xfrm flipV="1">
            <a:off x="2483768" y="1484784"/>
            <a:ext cx="0" cy="43204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5" name="Rechteck 94"/>
          <p:cNvSpPr/>
          <p:nvPr/>
        </p:nvSpPr>
        <p:spPr>
          <a:xfrm>
            <a:off x="2483768" y="177281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interactive</a:t>
            </a:r>
          </a:p>
        </p:txBody>
      </p:sp>
      <p:cxnSp>
        <p:nvCxnSpPr>
          <p:cNvPr id="96" name="Gerade Verbindung mit Pfeil 95"/>
          <p:cNvCxnSpPr/>
          <p:nvPr/>
        </p:nvCxnSpPr>
        <p:spPr>
          <a:xfrm>
            <a:off x="3707904" y="1484784"/>
            <a:ext cx="0" cy="43204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Gerade Verbindung mit Pfeil 97"/>
          <p:cNvCxnSpPr/>
          <p:nvPr/>
        </p:nvCxnSpPr>
        <p:spPr>
          <a:xfrm>
            <a:off x="3491880" y="1484784"/>
            <a:ext cx="0" cy="446449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9" name="Rechteck 98"/>
          <p:cNvSpPr/>
          <p:nvPr/>
        </p:nvSpPr>
        <p:spPr>
          <a:xfrm>
            <a:off x="3059832" y="1988840"/>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throw</a:t>
            </a:r>
          </a:p>
        </p:txBody>
      </p:sp>
      <p:cxnSp>
        <p:nvCxnSpPr>
          <p:cNvPr id="100" name="Gerade Verbindung 99"/>
          <p:cNvCxnSpPr/>
          <p:nvPr/>
        </p:nvCxnSpPr>
        <p:spPr>
          <a:xfrm flipH="1" flipV="1">
            <a:off x="3419872" y="2060848"/>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Rechteck 100"/>
          <p:cNvSpPr/>
          <p:nvPr/>
        </p:nvSpPr>
        <p:spPr>
          <a:xfrm>
            <a:off x="3059832" y="4149080"/>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throw</a:t>
            </a:r>
          </a:p>
        </p:txBody>
      </p:sp>
      <p:cxnSp>
        <p:nvCxnSpPr>
          <p:cNvPr id="102" name="Gerade Verbindung 101"/>
          <p:cNvCxnSpPr/>
          <p:nvPr/>
        </p:nvCxnSpPr>
        <p:spPr>
          <a:xfrm flipH="1" flipV="1">
            <a:off x="3419872" y="4221088"/>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Rechteck 102"/>
          <p:cNvSpPr/>
          <p:nvPr/>
        </p:nvSpPr>
        <p:spPr>
          <a:xfrm>
            <a:off x="3059832" y="220486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catch</a:t>
            </a:r>
          </a:p>
        </p:txBody>
      </p:sp>
      <p:sp>
        <p:nvSpPr>
          <p:cNvPr id="104" name="Rechteck 103"/>
          <p:cNvSpPr/>
          <p:nvPr/>
        </p:nvSpPr>
        <p:spPr>
          <a:xfrm>
            <a:off x="3059832" y="436510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catch</a:t>
            </a:r>
          </a:p>
        </p:txBody>
      </p:sp>
      <p:cxnSp>
        <p:nvCxnSpPr>
          <p:cNvPr id="105" name="Gerade Verbindung 104"/>
          <p:cNvCxnSpPr/>
          <p:nvPr/>
        </p:nvCxnSpPr>
        <p:spPr>
          <a:xfrm flipV="1">
            <a:off x="3419872" y="4365104"/>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Gerade Verbindung 105"/>
          <p:cNvCxnSpPr/>
          <p:nvPr/>
        </p:nvCxnSpPr>
        <p:spPr>
          <a:xfrm flipV="1">
            <a:off x="3419872" y="2204864"/>
            <a:ext cx="72008" cy="72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Rechteck 106"/>
          <p:cNvSpPr/>
          <p:nvPr/>
        </p:nvSpPr>
        <p:spPr>
          <a:xfrm>
            <a:off x="827584" y="5877272"/>
            <a:ext cx="72008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program start</a:t>
            </a:r>
          </a:p>
        </p:txBody>
      </p:sp>
      <p:cxnSp>
        <p:nvCxnSpPr>
          <p:cNvPr id="108" name="Gerade Verbindung mit Pfeil 107"/>
          <p:cNvCxnSpPr/>
          <p:nvPr/>
        </p:nvCxnSpPr>
        <p:spPr>
          <a:xfrm>
            <a:off x="3347864" y="3356992"/>
            <a:ext cx="0" cy="72008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9" name="Rechteck 108"/>
          <p:cNvSpPr/>
          <p:nvPr/>
        </p:nvSpPr>
        <p:spPr>
          <a:xfrm>
            <a:off x="2987824" y="3356992"/>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return</a:t>
            </a:r>
          </a:p>
        </p:txBody>
      </p:sp>
      <p:cxnSp>
        <p:nvCxnSpPr>
          <p:cNvPr id="110" name="Gerade Verbindung mit Pfeil 109"/>
          <p:cNvCxnSpPr/>
          <p:nvPr/>
        </p:nvCxnSpPr>
        <p:spPr>
          <a:xfrm>
            <a:off x="3347864" y="1412776"/>
            <a:ext cx="0" cy="50405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Gerade Verbindung mit Pfeil 111"/>
          <p:cNvCxnSpPr/>
          <p:nvPr/>
        </p:nvCxnSpPr>
        <p:spPr>
          <a:xfrm>
            <a:off x="3347864" y="5229200"/>
            <a:ext cx="0" cy="72008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3" name="Rechteck 112"/>
          <p:cNvSpPr/>
          <p:nvPr/>
        </p:nvSpPr>
        <p:spPr>
          <a:xfrm>
            <a:off x="2987824" y="5229200"/>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return</a:t>
            </a:r>
          </a:p>
        </p:txBody>
      </p:sp>
    </p:spTree>
    <p:extLst>
      <p:ext uri="{BB962C8B-B14F-4D97-AF65-F5344CB8AC3E}">
        <p14:creationId xmlns:p14="http://schemas.microsoft.com/office/powerpoint/2010/main" val="24778717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Accessing Tables</a:t>
            </a:r>
            <a:br>
              <a:rPr lang="en-US" dirty="0"/>
            </a:br>
            <a:r>
              <a:rPr lang="en-US" sz="1600" dirty="0"/>
              <a:t>Access Modes</a:t>
            </a:r>
          </a:p>
        </p:txBody>
      </p:sp>
      <p:sp>
        <p:nvSpPr>
          <p:cNvPr id="6" name="Textplatzhalter 5"/>
          <p:cNvSpPr>
            <a:spLocks noGrp="1"/>
          </p:cNvSpPr>
          <p:nvPr>
            <p:ph type="body" sz="quarter" idx="16"/>
          </p:nvPr>
        </p:nvSpPr>
        <p:spPr/>
        <p:txBody>
          <a:bodyPr/>
          <a:lstStyle/>
          <a:p>
            <a:endParaRPr lang="en-US" dirty="0"/>
          </a:p>
        </p:txBody>
      </p:sp>
      <p:sp>
        <p:nvSpPr>
          <p:cNvPr id="184" name="Rechteck 183"/>
          <p:cNvSpPr/>
          <p:nvPr/>
        </p:nvSpPr>
        <p:spPr>
          <a:xfrm>
            <a:off x="467430" y="112468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4" name="Rechteck 223"/>
          <p:cNvSpPr/>
          <p:nvPr/>
        </p:nvSpPr>
        <p:spPr>
          <a:xfrm>
            <a:off x="75547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1" name="Rechteck 180"/>
          <p:cNvSpPr/>
          <p:nvPr/>
        </p:nvSpPr>
        <p:spPr>
          <a:xfrm>
            <a:off x="2411700" y="112468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96" name="Rechteck 195"/>
          <p:cNvSpPr/>
          <p:nvPr/>
        </p:nvSpPr>
        <p:spPr>
          <a:xfrm>
            <a:off x="291577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0" name="Rechteck 239"/>
          <p:cNvSpPr/>
          <p:nvPr/>
        </p:nvSpPr>
        <p:spPr>
          <a:xfrm>
            <a:off x="305979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1" name="Rechteck 240"/>
          <p:cNvSpPr/>
          <p:nvPr/>
        </p:nvSpPr>
        <p:spPr>
          <a:xfrm>
            <a:off x="320381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2" name="Rechteck 241"/>
          <p:cNvSpPr/>
          <p:nvPr/>
        </p:nvSpPr>
        <p:spPr>
          <a:xfrm>
            <a:off x="334783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3" name="Rechteck 242"/>
          <p:cNvSpPr/>
          <p:nvPr/>
        </p:nvSpPr>
        <p:spPr>
          <a:xfrm>
            <a:off x="4355970" y="112468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4" name="Rechteck 243"/>
          <p:cNvSpPr/>
          <p:nvPr/>
        </p:nvSpPr>
        <p:spPr>
          <a:xfrm>
            <a:off x="449999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4" name="Rechteck 253"/>
          <p:cNvSpPr/>
          <p:nvPr/>
        </p:nvSpPr>
        <p:spPr>
          <a:xfrm>
            <a:off x="493205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6" name="Rechteck 255"/>
          <p:cNvSpPr/>
          <p:nvPr/>
        </p:nvSpPr>
        <p:spPr>
          <a:xfrm>
            <a:off x="522009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7" name="Rechteck 256"/>
          <p:cNvSpPr/>
          <p:nvPr/>
        </p:nvSpPr>
        <p:spPr>
          <a:xfrm>
            <a:off x="349185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8" name="Rechteck 257"/>
          <p:cNvSpPr/>
          <p:nvPr/>
        </p:nvSpPr>
        <p:spPr>
          <a:xfrm>
            <a:off x="363587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0" name="Rechteck 259"/>
          <p:cNvSpPr/>
          <p:nvPr/>
        </p:nvSpPr>
        <p:spPr>
          <a:xfrm>
            <a:off x="565215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1" name="Rechteck 260"/>
          <p:cNvSpPr/>
          <p:nvPr/>
        </p:nvSpPr>
        <p:spPr>
          <a:xfrm>
            <a:off x="467430" y="98066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Simple Access</a:t>
            </a:r>
          </a:p>
        </p:txBody>
      </p:sp>
      <p:sp>
        <p:nvSpPr>
          <p:cNvPr id="262" name="Rechteck 261"/>
          <p:cNvSpPr/>
          <p:nvPr/>
        </p:nvSpPr>
        <p:spPr>
          <a:xfrm>
            <a:off x="2411700" y="98066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 </a:t>
            </a:r>
            <a:r>
              <a:rPr lang="en-US" sz="1000" dirty="0">
                <a:solidFill>
                  <a:schemeClr val="tx1"/>
                </a:solidFill>
              </a:rPr>
              <a:t>(Example 1)</a:t>
            </a:r>
          </a:p>
        </p:txBody>
      </p:sp>
      <p:sp>
        <p:nvSpPr>
          <p:cNvPr id="263" name="Rechteck 262"/>
          <p:cNvSpPr/>
          <p:nvPr/>
        </p:nvSpPr>
        <p:spPr>
          <a:xfrm>
            <a:off x="4355970" y="98066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 </a:t>
            </a:r>
            <a:r>
              <a:rPr lang="en-US" sz="1000" dirty="0">
                <a:solidFill>
                  <a:schemeClr val="tx1"/>
                </a:solidFill>
              </a:rPr>
              <a:t>(Example 2)</a:t>
            </a:r>
          </a:p>
        </p:txBody>
      </p:sp>
      <p:sp>
        <p:nvSpPr>
          <p:cNvPr id="264" name="Rechteck 263"/>
          <p:cNvSpPr/>
          <p:nvPr/>
        </p:nvSpPr>
        <p:spPr>
          <a:xfrm>
            <a:off x="467430" y="278091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5" name="Rechteck 264"/>
          <p:cNvSpPr/>
          <p:nvPr/>
        </p:nvSpPr>
        <p:spPr>
          <a:xfrm>
            <a:off x="75547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1" name="Rechteck 270"/>
          <p:cNvSpPr/>
          <p:nvPr/>
        </p:nvSpPr>
        <p:spPr>
          <a:xfrm>
            <a:off x="75547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5" name="Rechteck 274"/>
          <p:cNvSpPr/>
          <p:nvPr/>
        </p:nvSpPr>
        <p:spPr>
          <a:xfrm>
            <a:off x="467430" y="443714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4" name="Rechteck 283"/>
          <p:cNvSpPr/>
          <p:nvPr/>
        </p:nvSpPr>
        <p:spPr>
          <a:xfrm>
            <a:off x="467430" y="263689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Access </a:t>
            </a:r>
            <a:r>
              <a:rPr lang="en-US" sz="1000" dirty="0">
                <a:solidFill>
                  <a:schemeClr val="tx1"/>
                </a:solidFill>
              </a:rPr>
              <a:t>(Example 1)</a:t>
            </a:r>
          </a:p>
        </p:txBody>
      </p:sp>
      <p:sp>
        <p:nvSpPr>
          <p:cNvPr id="285" name="Rechteck 284"/>
          <p:cNvSpPr/>
          <p:nvPr/>
        </p:nvSpPr>
        <p:spPr>
          <a:xfrm>
            <a:off x="467430" y="42931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Access </a:t>
            </a:r>
            <a:r>
              <a:rPr lang="en-US" sz="1000" dirty="0">
                <a:solidFill>
                  <a:schemeClr val="tx1"/>
                </a:solidFill>
              </a:rPr>
              <a:t>(Example 2)</a:t>
            </a:r>
          </a:p>
        </p:txBody>
      </p:sp>
      <p:sp>
        <p:nvSpPr>
          <p:cNvPr id="286" name="Rechteck 285"/>
          <p:cNvSpPr/>
          <p:nvPr/>
        </p:nvSpPr>
        <p:spPr>
          <a:xfrm>
            <a:off x="75547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7" name="Rechteck 286"/>
          <p:cNvSpPr/>
          <p:nvPr/>
        </p:nvSpPr>
        <p:spPr>
          <a:xfrm>
            <a:off x="75547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8" name="Rechteck 287"/>
          <p:cNvSpPr/>
          <p:nvPr/>
        </p:nvSpPr>
        <p:spPr>
          <a:xfrm>
            <a:off x="75547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9" name="Rechteck 288"/>
          <p:cNvSpPr/>
          <p:nvPr/>
        </p:nvSpPr>
        <p:spPr>
          <a:xfrm>
            <a:off x="75547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0" name="Rechteck 299"/>
          <p:cNvSpPr/>
          <p:nvPr/>
        </p:nvSpPr>
        <p:spPr>
          <a:xfrm>
            <a:off x="2411700" y="278091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1" name="Rechteck 300"/>
          <p:cNvSpPr/>
          <p:nvPr/>
        </p:nvSpPr>
        <p:spPr>
          <a:xfrm>
            <a:off x="2411700" y="263689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Matrix Access </a:t>
            </a:r>
            <a:r>
              <a:rPr lang="en-US" sz="1000" dirty="0">
                <a:solidFill>
                  <a:schemeClr val="tx1"/>
                </a:solidFill>
              </a:rPr>
              <a:t>(Example 1)</a:t>
            </a:r>
          </a:p>
        </p:txBody>
      </p:sp>
      <p:sp>
        <p:nvSpPr>
          <p:cNvPr id="342" name="Rechteck 341"/>
          <p:cNvSpPr/>
          <p:nvPr/>
        </p:nvSpPr>
        <p:spPr>
          <a:xfrm>
            <a:off x="291577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3" name="Rechteck 342"/>
          <p:cNvSpPr/>
          <p:nvPr/>
        </p:nvSpPr>
        <p:spPr>
          <a:xfrm>
            <a:off x="305979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4" name="Rechteck 343"/>
          <p:cNvSpPr/>
          <p:nvPr/>
        </p:nvSpPr>
        <p:spPr>
          <a:xfrm>
            <a:off x="320381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5" name="Rechteck 344"/>
          <p:cNvSpPr/>
          <p:nvPr/>
        </p:nvSpPr>
        <p:spPr>
          <a:xfrm>
            <a:off x="334783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6" name="Rechteck 345"/>
          <p:cNvSpPr/>
          <p:nvPr/>
        </p:nvSpPr>
        <p:spPr>
          <a:xfrm>
            <a:off x="349185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7" name="Rechteck 346"/>
          <p:cNvSpPr/>
          <p:nvPr/>
        </p:nvSpPr>
        <p:spPr>
          <a:xfrm>
            <a:off x="363587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8" name="Rechteck 347"/>
          <p:cNvSpPr/>
          <p:nvPr/>
        </p:nvSpPr>
        <p:spPr>
          <a:xfrm>
            <a:off x="291577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9" name="Rechteck 348"/>
          <p:cNvSpPr/>
          <p:nvPr/>
        </p:nvSpPr>
        <p:spPr>
          <a:xfrm>
            <a:off x="305979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0" name="Rechteck 349"/>
          <p:cNvSpPr/>
          <p:nvPr/>
        </p:nvSpPr>
        <p:spPr>
          <a:xfrm>
            <a:off x="320381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1" name="Rechteck 350"/>
          <p:cNvSpPr/>
          <p:nvPr/>
        </p:nvSpPr>
        <p:spPr>
          <a:xfrm>
            <a:off x="334783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2" name="Rechteck 351"/>
          <p:cNvSpPr/>
          <p:nvPr/>
        </p:nvSpPr>
        <p:spPr>
          <a:xfrm>
            <a:off x="349185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3" name="Rechteck 352"/>
          <p:cNvSpPr/>
          <p:nvPr/>
        </p:nvSpPr>
        <p:spPr>
          <a:xfrm>
            <a:off x="363587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4" name="Rechteck 353"/>
          <p:cNvSpPr/>
          <p:nvPr/>
        </p:nvSpPr>
        <p:spPr>
          <a:xfrm>
            <a:off x="291577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5" name="Rechteck 354"/>
          <p:cNvSpPr/>
          <p:nvPr/>
        </p:nvSpPr>
        <p:spPr>
          <a:xfrm>
            <a:off x="305979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6" name="Rechteck 355"/>
          <p:cNvSpPr/>
          <p:nvPr/>
        </p:nvSpPr>
        <p:spPr>
          <a:xfrm>
            <a:off x="320381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7" name="Rechteck 356"/>
          <p:cNvSpPr/>
          <p:nvPr/>
        </p:nvSpPr>
        <p:spPr>
          <a:xfrm>
            <a:off x="334783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8" name="Rechteck 357"/>
          <p:cNvSpPr/>
          <p:nvPr/>
        </p:nvSpPr>
        <p:spPr>
          <a:xfrm>
            <a:off x="349185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9" name="Rechteck 358"/>
          <p:cNvSpPr/>
          <p:nvPr/>
        </p:nvSpPr>
        <p:spPr>
          <a:xfrm>
            <a:off x="363587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0" name="Rechteck 359"/>
          <p:cNvSpPr/>
          <p:nvPr/>
        </p:nvSpPr>
        <p:spPr>
          <a:xfrm>
            <a:off x="291577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1" name="Rechteck 360"/>
          <p:cNvSpPr/>
          <p:nvPr/>
        </p:nvSpPr>
        <p:spPr>
          <a:xfrm>
            <a:off x="305979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2" name="Rechteck 361"/>
          <p:cNvSpPr/>
          <p:nvPr/>
        </p:nvSpPr>
        <p:spPr>
          <a:xfrm>
            <a:off x="320381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3" name="Rechteck 362"/>
          <p:cNvSpPr/>
          <p:nvPr/>
        </p:nvSpPr>
        <p:spPr>
          <a:xfrm>
            <a:off x="334783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4" name="Rechteck 363"/>
          <p:cNvSpPr/>
          <p:nvPr/>
        </p:nvSpPr>
        <p:spPr>
          <a:xfrm>
            <a:off x="349185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5" name="Rechteck 364"/>
          <p:cNvSpPr/>
          <p:nvPr/>
        </p:nvSpPr>
        <p:spPr>
          <a:xfrm>
            <a:off x="363587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6" name="Rechteck 365"/>
          <p:cNvSpPr/>
          <p:nvPr/>
        </p:nvSpPr>
        <p:spPr>
          <a:xfrm>
            <a:off x="291577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7" name="Rechteck 366"/>
          <p:cNvSpPr/>
          <p:nvPr/>
        </p:nvSpPr>
        <p:spPr>
          <a:xfrm>
            <a:off x="305979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8" name="Rechteck 367"/>
          <p:cNvSpPr/>
          <p:nvPr/>
        </p:nvSpPr>
        <p:spPr>
          <a:xfrm>
            <a:off x="320381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9" name="Rechteck 368"/>
          <p:cNvSpPr/>
          <p:nvPr/>
        </p:nvSpPr>
        <p:spPr>
          <a:xfrm>
            <a:off x="334783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0" name="Rechteck 369"/>
          <p:cNvSpPr/>
          <p:nvPr/>
        </p:nvSpPr>
        <p:spPr>
          <a:xfrm>
            <a:off x="349185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1" name="Rechteck 370"/>
          <p:cNvSpPr/>
          <p:nvPr/>
        </p:nvSpPr>
        <p:spPr>
          <a:xfrm>
            <a:off x="363587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2" name="Rechteck 371"/>
          <p:cNvSpPr/>
          <p:nvPr/>
        </p:nvSpPr>
        <p:spPr>
          <a:xfrm>
            <a:off x="291577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305979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4" name="Rechteck 373"/>
          <p:cNvSpPr/>
          <p:nvPr/>
        </p:nvSpPr>
        <p:spPr>
          <a:xfrm>
            <a:off x="320381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5" name="Rechteck 374"/>
          <p:cNvSpPr/>
          <p:nvPr/>
        </p:nvSpPr>
        <p:spPr>
          <a:xfrm>
            <a:off x="334783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6" name="Rechteck 375"/>
          <p:cNvSpPr/>
          <p:nvPr/>
        </p:nvSpPr>
        <p:spPr>
          <a:xfrm>
            <a:off x="349185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7" name="Rechteck 376"/>
          <p:cNvSpPr/>
          <p:nvPr/>
        </p:nvSpPr>
        <p:spPr>
          <a:xfrm>
            <a:off x="363587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8" name="Rechteck 377"/>
          <p:cNvSpPr/>
          <p:nvPr/>
        </p:nvSpPr>
        <p:spPr>
          <a:xfrm>
            <a:off x="68346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9" name="Rechteck 378"/>
          <p:cNvSpPr/>
          <p:nvPr/>
        </p:nvSpPr>
        <p:spPr>
          <a:xfrm>
            <a:off x="68346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0" name="Rechteck 379"/>
          <p:cNvSpPr/>
          <p:nvPr/>
        </p:nvSpPr>
        <p:spPr>
          <a:xfrm>
            <a:off x="68346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1" name="Rechteck 380"/>
          <p:cNvSpPr/>
          <p:nvPr/>
        </p:nvSpPr>
        <p:spPr>
          <a:xfrm>
            <a:off x="68346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2" name="Rechteck 381"/>
          <p:cNvSpPr/>
          <p:nvPr/>
        </p:nvSpPr>
        <p:spPr>
          <a:xfrm>
            <a:off x="68346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3" name="Rechteck 382"/>
          <p:cNvSpPr/>
          <p:nvPr/>
        </p:nvSpPr>
        <p:spPr>
          <a:xfrm>
            <a:off x="68346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4" name="Rechteck 383"/>
          <p:cNvSpPr/>
          <p:nvPr/>
        </p:nvSpPr>
        <p:spPr>
          <a:xfrm>
            <a:off x="4644010" y="15567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5" name="Rechteck 384"/>
          <p:cNvSpPr/>
          <p:nvPr/>
        </p:nvSpPr>
        <p:spPr>
          <a:xfrm>
            <a:off x="4355970" y="278091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6" name="Rechteck 385"/>
          <p:cNvSpPr/>
          <p:nvPr/>
        </p:nvSpPr>
        <p:spPr>
          <a:xfrm>
            <a:off x="4355970" y="263689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Matrix Access </a:t>
            </a:r>
            <a:r>
              <a:rPr lang="en-US" sz="1000" dirty="0">
                <a:solidFill>
                  <a:schemeClr val="tx1"/>
                </a:solidFill>
              </a:rPr>
              <a:t>(Example 2)</a:t>
            </a:r>
          </a:p>
        </p:txBody>
      </p:sp>
      <p:sp>
        <p:nvSpPr>
          <p:cNvPr id="387" name="Rechteck 386"/>
          <p:cNvSpPr/>
          <p:nvPr/>
        </p:nvSpPr>
        <p:spPr>
          <a:xfrm>
            <a:off x="449999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8" name="Rechteck 387"/>
          <p:cNvSpPr/>
          <p:nvPr/>
        </p:nvSpPr>
        <p:spPr>
          <a:xfrm>
            <a:off x="464401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9" name="Rechteck 388"/>
          <p:cNvSpPr/>
          <p:nvPr/>
        </p:nvSpPr>
        <p:spPr>
          <a:xfrm>
            <a:off x="493205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0" name="Rechteck 389"/>
          <p:cNvSpPr/>
          <p:nvPr/>
        </p:nvSpPr>
        <p:spPr>
          <a:xfrm>
            <a:off x="522009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1" name="Rechteck 390"/>
          <p:cNvSpPr/>
          <p:nvPr/>
        </p:nvSpPr>
        <p:spPr>
          <a:xfrm>
            <a:off x="5652150" y="292493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3" name="Rechteck 392"/>
          <p:cNvSpPr/>
          <p:nvPr/>
        </p:nvSpPr>
        <p:spPr>
          <a:xfrm>
            <a:off x="449999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4" name="Rechteck 393"/>
          <p:cNvSpPr/>
          <p:nvPr/>
        </p:nvSpPr>
        <p:spPr>
          <a:xfrm>
            <a:off x="464401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5" name="Rechteck 394"/>
          <p:cNvSpPr/>
          <p:nvPr/>
        </p:nvSpPr>
        <p:spPr>
          <a:xfrm>
            <a:off x="493205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6" name="Rechteck 395"/>
          <p:cNvSpPr/>
          <p:nvPr/>
        </p:nvSpPr>
        <p:spPr>
          <a:xfrm>
            <a:off x="522009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7" name="Rechteck 396"/>
          <p:cNvSpPr/>
          <p:nvPr/>
        </p:nvSpPr>
        <p:spPr>
          <a:xfrm>
            <a:off x="5652150" y="29969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9" name="Rechteck 398"/>
          <p:cNvSpPr/>
          <p:nvPr/>
        </p:nvSpPr>
        <p:spPr>
          <a:xfrm>
            <a:off x="449999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0" name="Rechteck 399"/>
          <p:cNvSpPr/>
          <p:nvPr/>
        </p:nvSpPr>
        <p:spPr>
          <a:xfrm>
            <a:off x="464401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1" name="Rechteck 400"/>
          <p:cNvSpPr/>
          <p:nvPr/>
        </p:nvSpPr>
        <p:spPr>
          <a:xfrm>
            <a:off x="493205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2" name="Rechteck 401"/>
          <p:cNvSpPr/>
          <p:nvPr/>
        </p:nvSpPr>
        <p:spPr>
          <a:xfrm>
            <a:off x="522009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3" name="Rechteck 402"/>
          <p:cNvSpPr/>
          <p:nvPr/>
        </p:nvSpPr>
        <p:spPr>
          <a:xfrm>
            <a:off x="5652150" y="30689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5" name="Rechteck 404"/>
          <p:cNvSpPr/>
          <p:nvPr/>
        </p:nvSpPr>
        <p:spPr>
          <a:xfrm>
            <a:off x="449999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6" name="Rechteck 405"/>
          <p:cNvSpPr/>
          <p:nvPr/>
        </p:nvSpPr>
        <p:spPr>
          <a:xfrm>
            <a:off x="464401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7" name="Rechteck 406"/>
          <p:cNvSpPr/>
          <p:nvPr/>
        </p:nvSpPr>
        <p:spPr>
          <a:xfrm>
            <a:off x="493205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8" name="Rechteck 407"/>
          <p:cNvSpPr/>
          <p:nvPr/>
        </p:nvSpPr>
        <p:spPr>
          <a:xfrm>
            <a:off x="522009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9" name="Rechteck 408"/>
          <p:cNvSpPr/>
          <p:nvPr/>
        </p:nvSpPr>
        <p:spPr>
          <a:xfrm>
            <a:off x="5652150" y="31409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1" name="Rechteck 410"/>
          <p:cNvSpPr/>
          <p:nvPr/>
        </p:nvSpPr>
        <p:spPr>
          <a:xfrm>
            <a:off x="449999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2" name="Rechteck 411"/>
          <p:cNvSpPr/>
          <p:nvPr/>
        </p:nvSpPr>
        <p:spPr>
          <a:xfrm>
            <a:off x="464401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3" name="Rechteck 412"/>
          <p:cNvSpPr/>
          <p:nvPr/>
        </p:nvSpPr>
        <p:spPr>
          <a:xfrm>
            <a:off x="493205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4" name="Rechteck 413"/>
          <p:cNvSpPr/>
          <p:nvPr/>
        </p:nvSpPr>
        <p:spPr>
          <a:xfrm>
            <a:off x="522009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5" name="Rechteck 414"/>
          <p:cNvSpPr/>
          <p:nvPr/>
        </p:nvSpPr>
        <p:spPr>
          <a:xfrm>
            <a:off x="5652150" y="321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7" name="Rechteck 416"/>
          <p:cNvSpPr/>
          <p:nvPr/>
        </p:nvSpPr>
        <p:spPr>
          <a:xfrm>
            <a:off x="449999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8" name="Rechteck 417"/>
          <p:cNvSpPr/>
          <p:nvPr/>
        </p:nvSpPr>
        <p:spPr>
          <a:xfrm>
            <a:off x="464401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9" name="Rechteck 418"/>
          <p:cNvSpPr/>
          <p:nvPr/>
        </p:nvSpPr>
        <p:spPr>
          <a:xfrm>
            <a:off x="493205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0" name="Rechteck 419"/>
          <p:cNvSpPr/>
          <p:nvPr/>
        </p:nvSpPr>
        <p:spPr>
          <a:xfrm>
            <a:off x="522009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1" name="Rechteck 420"/>
          <p:cNvSpPr/>
          <p:nvPr/>
        </p:nvSpPr>
        <p:spPr>
          <a:xfrm>
            <a:off x="5652150" y="328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3" name="Rechteck 422"/>
          <p:cNvSpPr/>
          <p:nvPr/>
        </p:nvSpPr>
        <p:spPr>
          <a:xfrm>
            <a:off x="68346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4" name="Rechteck 423"/>
          <p:cNvSpPr/>
          <p:nvPr/>
        </p:nvSpPr>
        <p:spPr>
          <a:xfrm>
            <a:off x="2411700" y="443714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5" name="Rechteck 424"/>
          <p:cNvSpPr/>
          <p:nvPr/>
        </p:nvSpPr>
        <p:spPr>
          <a:xfrm>
            <a:off x="2411700" y="42931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Matrix Access </a:t>
            </a:r>
            <a:r>
              <a:rPr lang="en-US" sz="1000" dirty="0">
                <a:solidFill>
                  <a:schemeClr val="tx1"/>
                </a:solidFill>
              </a:rPr>
              <a:t>(Example 3)</a:t>
            </a:r>
          </a:p>
        </p:txBody>
      </p:sp>
      <p:sp>
        <p:nvSpPr>
          <p:cNvPr id="468" name="Rechteck 467"/>
          <p:cNvSpPr/>
          <p:nvPr/>
        </p:nvSpPr>
        <p:spPr>
          <a:xfrm>
            <a:off x="291577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69" name="Rechteck 468"/>
          <p:cNvSpPr/>
          <p:nvPr/>
        </p:nvSpPr>
        <p:spPr>
          <a:xfrm>
            <a:off x="291577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0" name="Rechteck 469"/>
          <p:cNvSpPr/>
          <p:nvPr/>
        </p:nvSpPr>
        <p:spPr>
          <a:xfrm>
            <a:off x="291577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1" name="Rechteck 470"/>
          <p:cNvSpPr/>
          <p:nvPr/>
        </p:nvSpPr>
        <p:spPr>
          <a:xfrm>
            <a:off x="291577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2" name="Rechteck 471"/>
          <p:cNvSpPr/>
          <p:nvPr/>
        </p:nvSpPr>
        <p:spPr>
          <a:xfrm>
            <a:off x="291577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3" name="Rechteck 472"/>
          <p:cNvSpPr/>
          <p:nvPr/>
        </p:nvSpPr>
        <p:spPr>
          <a:xfrm>
            <a:off x="291577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4" name="Rechteck 473"/>
          <p:cNvSpPr/>
          <p:nvPr/>
        </p:nvSpPr>
        <p:spPr>
          <a:xfrm>
            <a:off x="291577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5" name="Rechteck 474"/>
          <p:cNvSpPr/>
          <p:nvPr/>
        </p:nvSpPr>
        <p:spPr>
          <a:xfrm>
            <a:off x="305979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6" name="Rechteck 475"/>
          <p:cNvSpPr/>
          <p:nvPr/>
        </p:nvSpPr>
        <p:spPr>
          <a:xfrm>
            <a:off x="305979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7" name="Rechteck 476"/>
          <p:cNvSpPr/>
          <p:nvPr/>
        </p:nvSpPr>
        <p:spPr>
          <a:xfrm>
            <a:off x="305979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8" name="Rechteck 477"/>
          <p:cNvSpPr/>
          <p:nvPr/>
        </p:nvSpPr>
        <p:spPr>
          <a:xfrm>
            <a:off x="305979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9" name="Rechteck 478"/>
          <p:cNvSpPr/>
          <p:nvPr/>
        </p:nvSpPr>
        <p:spPr>
          <a:xfrm>
            <a:off x="305979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0" name="Rechteck 479"/>
          <p:cNvSpPr/>
          <p:nvPr/>
        </p:nvSpPr>
        <p:spPr>
          <a:xfrm>
            <a:off x="305979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1" name="Rechteck 480"/>
          <p:cNvSpPr/>
          <p:nvPr/>
        </p:nvSpPr>
        <p:spPr>
          <a:xfrm>
            <a:off x="305979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2" name="Rechteck 481"/>
          <p:cNvSpPr/>
          <p:nvPr/>
        </p:nvSpPr>
        <p:spPr>
          <a:xfrm>
            <a:off x="320381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3" name="Rechteck 482"/>
          <p:cNvSpPr/>
          <p:nvPr/>
        </p:nvSpPr>
        <p:spPr>
          <a:xfrm>
            <a:off x="320381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4" name="Rechteck 483"/>
          <p:cNvSpPr/>
          <p:nvPr/>
        </p:nvSpPr>
        <p:spPr>
          <a:xfrm>
            <a:off x="320381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5" name="Rechteck 484"/>
          <p:cNvSpPr/>
          <p:nvPr/>
        </p:nvSpPr>
        <p:spPr>
          <a:xfrm>
            <a:off x="320381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6" name="Rechteck 485"/>
          <p:cNvSpPr/>
          <p:nvPr/>
        </p:nvSpPr>
        <p:spPr>
          <a:xfrm>
            <a:off x="320381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7" name="Rechteck 486"/>
          <p:cNvSpPr/>
          <p:nvPr/>
        </p:nvSpPr>
        <p:spPr>
          <a:xfrm>
            <a:off x="320381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8" name="Rechteck 487"/>
          <p:cNvSpPr/>
          <p:nvPr/>
        </p:nvSpPr>
        <p:spPr>
          <a:xfrm>
            <a:off x="320381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9" name="Rechteck 488"/>
          <p:cNvSpPr/>
          <p:nvPr/>
        </p:nvSpPr>
        <p:spPr>
          <a:xfrm>
            <a:off x="334783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0" name="Rechteck 489"/>
          <p:cNvSpPr/>
          <p:nvPr/>
        </p:nvSpPr>
        <p:spPr>
          <a:xfrm>
            <a:off x="334783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1" name="Rechteck 490"/>
          <p:cNvSpPr/>
          <p:nvPr/>
        </p:nvSpPr>
        <p:spPr>
          <a:xfrm>
            <a:off x="334783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2" name="Rechteck 491"/>
          <p:cNvSpPr/>
          <p:nvPr/>
        </p:nvSpPr>
        <p:spPr>
          <a:xfrm>
            <a:off x="334783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3" name="Rechteck 492"/>
          <p:cNvSpPr/>
          <p:nvPr/>
        </p:nvSpPr>
        <p:spPr>
          <a:xfrm>
            <a:off x="334783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4" name="Rechteck 493"/>
          <p:cNvSpPr/>
          <p:nvPr/>
        </p:nvSpPr>
        <p:spPr>
          <a:xfrm>
            <a:off x="334783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5" name="Rechteck 494"/>
          <p:cNvSpPr/>
          <p:nvPr/>
        </p:nvSpPr>
        <p:spPr>
          <a:xfrm>
            <a:off x="334783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6" name="Rechteck 495"/>
          <p:cNvSpPr/>
          <p:nvPr/>
        </p:nvSpPr>
        <p:spPr>
          <a:xfrm>
            <a:off x="349185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7" name="Rechteck 496"/>
          <p:cNvSpPr/>
          <p:nvPr/>
        </p:nvSpPr>
        <p:spPr>
          <a:xfrm>
            <a:off x="349185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8" name="Rechteck 497"/>
          <p:cNvSpPr/>
          <p:nvPr/>
        </p:nvSpPr>
        <p:spPr>
          <a:xfrm>
            <a:off x="349185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9" name="Rechteck 498"/>
          <p:cNvSpPr/>
          <p:nvPr/>
        </p:nvSpPr>
        <p:spPr>
          <a:xfrm>
            <a:off x="349185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0" name="Rechteck 499"/>
          <p:cNvSpPr/>
          <p:nvPr/>
        </p:nvSpPr>
        <p:spPr>
          <a:xfrm>
            <a:off x="349185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1" name="Rechteck 500"/>
          <p:cNvSpPr/>
          <p:nvPr/>
        </p:nvSpPr>
        <p:spPr>
          <a:xfrm>
            <a:off x="349185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2" name="Rechteck 501"/>
          <p:cNvSpPr/>
          <p:nvPr/>
        </p:nvSpPr>
        <p:spPr>
          <a:xfrm>
            <a:off x="349185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3" name="Rechteck 502"/>
          <p:cNvSpPr/>
          <p:nvPr/>
        </p:nvSpPr>
        <p:spPr>
          <a:xfrm>
            <a:off x="363587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4" name="Rechteck 503"/>
          <p:cNvSpPr/>
          <p:nvPr/>
        </p:nvSpPr>
        <p:spPr>
          <a:xfrm>
            <a:off x="363587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5" name="Rechteck 504"/>
          <p:cNvSpPr/>
          <p:nvPr/>
        </p:nvSpPr>
        <p:spPr>
          <a:xfrm>
            <a:off x="363587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6" name="Rechteck 505"/>
          <p:cNvSpPr/>
          <p:nvPr/>
        </p:nvSpPr>
        <p:spPr>
          <a:xfrm>
            <a:off x="363587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7" name="Rechteck 506"/>
          <p:cNvSpPr/>
          <p:nvPr/>
        </p:nvSpPr>
        <p:spPr>
          <a:xfrm>
            <a:off x="363587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8" name="Rechteck 507"/>
          <p:cNvSpPr/>
          <p:nvPr/>
        </p:nvSpPr>
        <p:spPr>
          <a:xfrm>
            <a:off x="363587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9" name="Rechteck 508"/>
          <p:cNvSpPr/>
          <p:nvPr/>
        </p:nvSpPr>
        <p:spPr>
          <a:xfrm>
            <a:off x="363587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0" name="Rechteck 509"/>
          <p:cNvSpPr/>
          <p:nvPr/>
        </p:nvSpPr>
        <p:spPr>
          <a:xfrm>
            <a:off x="4355970" y="443714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1" name="Rechteck 510"/>
          <p:cNvSpPr/>
          <p:nvPr/>
        </p:nvSpPr>
        <p:spPr>
          <a:xfrm>
            <a:off x="4355970" y="42931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Matrix Access </a:t>
            </a:r>
            <a:r>
              <a:rPr lang="en-US" sz="1000" dirty="0">
                <a:solidFill>
                  <a:schemeClr val="tx1"/>
                </a:solidFill>
              </a:rPr>
              <a:t>(Example 4)</a:t>
            </a:r>
          </a:p>
        </p:txBody>
      </p:sp>
      <p:sp>
        <p:nvSpPr>
          <p:cNvPr id="512" name="Rechteck 511"/>
          <p:cNvSpPr/>
          <p:nvPr/>
        </p:nvSpPr>
        <p:spPr>
          <a:xfrm>
            <a:off x="449999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3" name="Rechteck 512"/>
          <p:cNvSpPr/>
          <p:nvPr/>
        </p:nvSpPr>
        <p:spPr>
          <a:xfrm>
            <a:off x="449999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4" name="Rechteck 513"/>
          <p:cNvSpPr/>
          <p:nvPr/>
        </p:nvSpPr>
        <p:spPr>
          <a:xfrm>
            <a:off x="449999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5" name="Rechteck 514"/>
          <p:cNvSpPr/>
          <p:nvPr/>
        </p:nvSpPr>
        <p:spPr>
          <a:xfrm>
            <a:off x="449999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6" name="Rechteck 515"/>
          <p:cNvSpPr/>
          <p:nvPr/>
        </p:nvSpPr>
        <p:spPr>
          <a:xfrm>
            <a:off x="449999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7" name="Rechteck 516"/>
          <p:cNvSpPr/>
          <p:nvPr/>
        </p:nvSpPr>
        <p:spPr>
          <a:xfrm>
            <a:off x="449999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8" name="Rechteck 517"/>
          <p:cNvSpPr/>
          <p:nvPr/>
        </p:nvSpPr>
        <p:spPr>
          <a:xfrm>
            <a:off x="449999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9" name="Rechteck 518"/>
          <p:cNvSpPr/>
          <p:nvPr/>
        </p:nvSpPr>
        <p:spPr>
          <a:xfrm>
            <a:off x="464401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0" name="Rechteck 519"/>
          <p:cNvSpPr/>
          <p:nvPr/>
        </p:nvSpPr>
        <p:spPr>
          <a:xfrm>
            <a:off x="464401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1" name="Rechteck 520"/>
          <p:cNvSpPr/>
          <p:nvPr/>
        </p:nvSpPr>
        <p:spPr>
          <a:xfrm>
            <a:off x="464401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2" name="Rechteck 521"/>
          <p:cNvSpPr/>
          <p:nvPr/>
        </p:nvSpPr>
        <p:spPr>
          <a:xfrm>
            <a:off x="464401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3" name="Rechteck 522"/>
          <p:cNvSpPr/>
          <p:nvPr/>
        </p:nvSpPr>
        <p:spPr>
          <a:xfrm>
            <a:off x="464401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4" name="Rechteck 523"/>
          <p:cNvSpPr/>
          <p:nvPr/>
        </p:nvSpPr>
        <p:spPr>
          <a:xfrm>
            <a:off x="464401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5" name="Rechteck 524"/>
          <p:cNvSpPr/>
          <p:nvPr/>
        </p:nvSpPr>
        <p:spPr>
          <a:xfrm>
            <a:off x="464401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6" name="Rechteck 525"/>
          <p:cNvSpPr/>
          <p:nvPr/>
        </p:nvSpPr>
        <p:spPr>
          <a:xfrm>
            <a:off x="493205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7" name="Rechteck 526"/>
          <p:cNvSpPr/>
          <p:nvPr/>
        </p:nvSpPr>
        <p:spPr>
          <a:xfrm>
            <a:off x="493205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8" name="Rechteck 527"/>
          <p:cNvSpPr/>
          <p:nvPr/>
        </p:nvSpPr>
        <p:spPr>
          <a:xfrm>
            <a:off x="493205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9" name="Rechteck 528"/>
          <p:cNvSpPr/>
          <p:nvPr/>
        </p:nvSpPr>
        <p:spPr>
          <a:xfrm>
            <a:off x="493205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0" name="Rechteck 529"/>
          <p:cNvSpPr/>
          <p:nvPr/>
        </p:nvSpPr>
        <p:spPr>
          <a:xfrm>
            <a:off x="493205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1" name="Rechteck 530"/>
          <p:cNvSpPr/>
          <p:nvPr/>
        </p:nvSpPr>
        <p:spPr>
          <a:xfrm>
            <a:off x="493205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2" name="Rechteck 531"/>
          <p:cNvSpPr/>
          <p:nvPr/>
        </p:nvSpPr>
        <p:spPr>
          <a:xfrm>
            <a:off x="493205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3" name="Rechteck 532"/>
          <p:cNvSpPr/>
          <p:nvPr/>
        </p:nvSpPr>
        <p:spPr>
          <a:xfrm>
            <a:off x="522009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4" name="Rechteck 533"/>
          <p:cNvSpPr/>
          <p:nvPr/>
        </p:nvSpPr>
        <p:spPr>
          <a:xfrm>
            <a:off x="522009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5" name="Rechteck 534"/>
          <p:cNvSpPr/>
          <p:nvPr/>
        </p:nvSpPr>
        <p:spPr>
          <a:xfrm>
            <a:off x="522009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6" name="Rechteck 535"/>
          <p:cNvSpPr/>
          <p:nvPr/>
        </p:nvSpPr>
        <p:spPr>
          <a:xfrm>
            <a:off x="522009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7" name="Rechteck 536"/>
          <p:cNvSpPr/>
          <p:nvPr/>
        </p:nvSpPr>
        <p:spPr>
          <a:xfrm>
            <a:off x="522009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8" name="Rechteck 537"/>
          <p:cNvSpPr/>
          <p:nvPr/>
        </p:nvSpPr>
        <p:spPr>
          <a:xfrm>
            <a:off x="522009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9" name="Rechteck 538"/>
          <p:cNvSpPr/>
          <p:nvPr/>
        </p:nvSpPr>
        <p:spPr>
          <a:xfrm>
            <a:off x="522009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0" name="Rechteck 539"/>
          <p:cNvSpPr/>
          <p:nvPr/>
        </p:nvSpPr>
        <p:spPr>
          <a:xfrm>
            <a:off x="5652150" y="458116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1" name="Rechteck 540"/>
          <p:cNvSpPr/>
          <p:nvPr/>
        </p:nvSpPr>
        <p:spPr>
          <a:xfrm>
            <a:off x="5652150" y="501322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2" name="Rechteck 541"/>
          <p:cNvSpPr/>
          <p:nvPr/>
        </p:nvSpPr>
        <p:spPr>
          <a:xfrm>
            <a:off x="5652150" y="53732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3" name="Rechteck 542"/>
          <p:cNvSpPr/>
          <p:nvPr/>
        </p:nvSpPr>
        <p:spPr>
          <a:xfrm>
            <a:off x="5652150" y="55893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4" name="Rechteck 543"/>
          <p:cNvSpPr/>
          <p:nvPr/>
        </p:nvSpPr>
        <p:spPr>
          <a:xfrm>
            <a:off x="5652150" y="46531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5" name="Rechteck 544"/>
          <p:cNvSpPr/>
          <p:nvPr/>
        </p:nvSpPr>
        <p:spPr>
          <a:xfrm>
            <a:off x="5652150" y="47971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6" name="Rechteck 545"/>
          <p:cNvSpPr/>
          <p:nvPr/>
        </p:nvSpPr>
        <p:spPr>
          <a:xfrm>
            <a:off x="5652150" y="54452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54" name="Gerade Verbindung 94"/>
          <p:cNvCxnSpPr/>
          <p:nvPr/>
        </p:nvCxnSpPr>
        <p:spPr>
          <a:xfrm>
            <a:off x="467430" y="119669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5" name="Gerade Verbindung 94"/>
          <p:cNvCxnSpPr/>
          <p:nvPr/>
        </p:nvCxnSpPr>
        <p:spPr>
          <a:xfrm>
            <a:off x="2411700" y="119669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6" name="Gerade Verbindung 94"/>
          <p:cNvCxnSpPr/>
          <p:nvPr/>
        </p:nvCxnSpPr>
        <p:spPr>
          <a:xfrm>
            <a:off x="4355970" y="119669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7" name="Gerade Verbindung 94"/>
          <p:cNvCxnSpPr/>
          <p:nvPr/>
        </p:nvCxnSpPr>
        <p:spPr>
          <a:xfrm>
            <a:off x="467430" y="285292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8" name="Gerade Verbindung 94"/>
          <p:cNvCxnSpPr/>
          <p:nvPr/>
        </p:nvCxnSpPr>
        <p:spPr>
          <a:xfrm>
            <a:off x="2411700" y="285292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9" name="Gerade Verbindung 94"/>
          <p:cNvCxnSpPr/>
          <p:nvPr/>
        </p:nvCxnSpPr>
        <p:spPr>
          <a:xfrm>
            <a:off x="4355970" y="285292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0" name="Gerade Verbindung 94"/>
          <p:cNvCxnSpPr/>
          <p:nvPr/>
        </p:nvCxnSpPr>
        <p:spPr>
          <a:xfrm>
            <a:off x="467430" y="450915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1" name="Gerade Verbindung 94"/>
          <p:cNvCxnSpPr/>
          <p:nvPr/>
        </p:nvCxnSpPr>
        <p:spPr>
          <a:xfrm>
            <a:off x="2411700" y="450915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2" name="Gerade Verbindung 94"/>
          <p:cNvCxnSpPr/>
          <p:nvPr/>
        </p:nvCxnSpPr>
        <p:spPr>
          <a:xfrm>
            <a:off x="4355970" y="4509150"/>
            <a:ext cx="158422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73169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Accessing Tables</a:t>
            </a:r>
            <a:br>
              <a:rPr lang="en-US" dirty="0"/>
            </a:br>
            <a:r>
              <a:rPr lang="en-US" sz="1600" dirty="0"/>
              <a:t>Simple Access – Full Table Specification</a:t>
            </a:r>
          </a:p>
        </p:txBody>
      </p:sp>
      <p:sp>
        <p:nvSpPr>
          <p:cNvPr id="6" name="Textplatzhalter 5"/>
          <p:cNvSpPr>
            <a:spLocks noGrp="1"/>
          </p:cNvSpPr>
          <p:nvPr>
            <p:ph type="body" sz="quarter" idx="16"/>
          </p:nvPr>
        </p:nvSpPr>
        <p:spPr/>
        <p:txBody>
          <a:bodyPr/>
          <a:lstStyle/>
          <a:p>
            <a:endParaRPr lang="en-US" dirty="0"/>
          </a:p>
        </p:txBody>
      </p:sp>
      <p:sp>
        <p:nvSpPr>
          <p:cNvPr id="212" name="Rechteck 211"/>
          <p:cNvSpPr/>
          <p:nvPr/>
        </p:nvSpPr>
        <p:spPr>
          <a:xfrm>
            <a:off x="395800" y="17730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3" name="Rechteck 212"/>
          <p:cNvSpPr/>
          <p:nvPr/>
        </p:nvSpPr>
        <p:spPr>
          <a:xfrm>
            <a:off x="540000" y="2133140"/>
            <a:ext cx="288020" cy="718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4" name="Gerade Verbindung 94"/>
          <p:cNvCxnSpPr/>
          <p:nvPr/>
        </p:nvCxnSpPr>
        <p:spPr>
          <a:xfrm>
            <a:off x="395800" y="18451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Gerade Verbindung 94"/>
          <p:cNvCxnSpPr/>
          <p:nvPr/>
        </p:nvCxnSpPr>
        <p:spPr>
          <a:xfrm>
            <a:off x="828020" y="17730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Gerade Verbindung 94"/>
          <p:cNvCxnSpPr/>
          <p:nvPr/>
        </p:nvCxnSpPr>
        <p:spPr>
          <a:xfrm>
            <a:off x="540000" y="17730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p:cNvSpPr/>
          <p:nvPr/>
        </p:nvSpPr>
        <p:spPr>
          <a:xfrm>
            <a:off x="395800" y="90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Simple Access</a:t>
            </a:r>
          </a:p>
        </p:txBody>
      </p:sp>
      <p:sp>
        <p:nvSpPr>
          <p:cNvPr id="223" name="Rechteck 222"/>
          <p:cNvSpPr/>
          <p:nvPr/>
        </p:nvSpPr>
        <p:spPr>
          <a:xfrm>
            <a:off x="395800" y="112502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Column number</a:t>
            </a:r>
          </a:p>
          <a:p>
            <a:pPr>
              <a:lnSpc>
                <a:spcPct val="90000"/>
              </a:lnSpc>
            </a:pPr>
            <a:r>
              <a:rPr lang="en-US" sz="1000" dirty="0">
                <a:solidFill>
                  <a:schemeClr val="tx1"/>
                </a:solidFill>
              </a:rPr>
              <a:t>Row number</a:t>
            </a:r>
          </a:p>
        </p:txBody>
      </p:sp>
      <p:sp>
        <p:nvSpPr>
          <p:cNvPr id="228" name="Rechteck 227"/>
          <p:cNvSpPr/>
          <p:nvPr/>
        </p:nvSpPr>
        <p:spPr>
          <a:xfrm>
            <a:off x="4139060" y="177377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9" name="Rechteck 228"/>
          <p:cNvSpPr/>
          <p:nvPr/>
        </p:nvSpPr>
        <p:spPr>
          <a:xfrm>
            <a:off x="4284000" y="2133820"/>
            <a:ext cx="288020" cy="711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0" name="Gerade Verbindung 94"/>
          <p:cNvCxnSpPr/>
          <p:nvPr/>
        </p:nvCxnSpPr>
        <p:spPr>
          <a:xfrm>
            <a:off x="4139060" y="184578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Gerade Verbindung 94"/>
          <p:cNvCxnSpPr/>
          <p:nvPr/>
        </p:nvCxnSpPr>
        <p:spPr>
          <a:xfrm>
            <a:off x="4572020" y="177377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Gerade Verbindung 94"/>
          <p:cNvCxnSpPr/>
          <p:nvPr/>
        </p:nvCxnSpPr>
        <p:spPr>
          <a:xfrm>
            <a:off x="4284000" y="177377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38" name="Rechteck 237"/>
          <p:cNvSpPr/>
          <p:nvPr/>
        </p:nvSpPr>
        <p:spPr>
          <a:xfrm>
            <a:off x="413906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Simple Access</a:t>
            </a:r>
          </a:p>
        </p:txBody>
      </p:sp>
      <p:sp>
        <p:nvSpPr>
          <p:cNvPr id="239" name="Rechteck 238"/>
          <p:cNvSpPr/>
          <p:nvPr/>
        </p:nvSpPr>
        <p:spPr>
          <a:xfrm>
            <a:off x="413906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Column header name / number</a:t>
            </a:r>
          </a:p>
          <a:p>
            <a:pPr>
              <a:lnSpc>
                <a:spcPct val="90000"/>
              </a:lnSpc>
            </a:pPr>
            <a:r>
              <a:rPr lang="en-US" sz="1000" dirty="0">
                <a:solidFill>
                  <a:schemeClr val="tx1"/>
                </a:solidFill>
              </a:rPr>
              <a:t>Row contents</a:t>
            </a:r>
          </a:p>
        </p:txBody>
      </p:sp>
      <p:sp>
        <p:nvSpPr>
          <p:cNvPr id="252" name="Rechteck 251"/>
          <p:cNvSpPr/>
          <p:nvPr/>
        </p:nvSpPr>
        <p:spPr>
          <a:xfrm>
            <a:off x="4356150" y="162975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270" name="Rechteck 269"/>
          <p:cNvSpPr/>
          <p:nvPr/>
        </p:nvSpPr>
        <p:spPr>
          <a:xfrm>
            <a:off x="601158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Simple Lookup Access</a:t>
            </a:r>
          </a:p>
        </p:txBody>
      </p:sp>
      <p:sp>
        <p:nvSpPr>
          <p:cNvPr id="272" name="Rechteck 271"/>
          <p:cNvSpPr/>
          <p:nvPr/>
        </p:nvSpPr>
        <p:spPr>
          <a:xfrm>
            <a:off x="601158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Column header name</a:t>
            </a:r>
          </a:p>
          <a:p>
            <a:pPr>
              <a:lnSpc>
                <a:spcPct val="90000"/>
              </a:lnSpc>
            </a:pPr>
            <a:r>
              <a:rPr lang="en-US" sz="1000" dirty="0">
                <a:solidFill>
                  <a:schemeClr val="tx1"/>
                </a:solidFill>
              </a:rPr>
              <a:t>Row contents, destination column</a:t>
            </a:r>
          </a:p>
        </p:txBody>
      </p:sp>
      <p:sp>
        <p:nvSpPr>
          <p:cNvPr id="54" name="Rechteck 53"/>
          <p:cNvSpPr/>
          <p:nvPr/>
        </p:nvSpPr>
        <p:spPr>
          <a:xfrm>
            <a:off x="395800" y="3285300"/>
            <a:ext cx="1584220" cy="5037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    5 ]</a:t>
            </a:r>
          </a:p>
          <a:p>
            <a:pPr>
              <a:lnSpc>
                <a:spcPct val="95000"/>
              </a:lnSpc>
            </a:pPr>
            <a:r>
              <a:rPr lang="en-US" sz="1000" dirty="0">
                <a:solidFill>
                  <a:schemeClr val="tx1"/>
                </a:solidFill>
              </a:rPr>
              <a:t>[ table: -7, -10 ]</a:t>
            </a:r>
          </a:p>
          <a:p>
            <a:pPr>
              <a:lnSpc>
                <a:spcPct val="95000"/>
              </a:lnSpc>
            </a:pPr>
            <a:r>
              <a:rPr lang="en-US" sz="1000" dirty="0">
                <a:solidFill>
                  <a:schemeClr val="tx1"/>
                </a:solidFill>
              </a:rPr>
              <a:t>[ table:  1, -10 ]</a:t>
            </a:r>
          </a:p>
          <a:p>
            <a:pPr>
              <a:lnSpc>
                <a:spcPct val="95000"/>
              </a:lnSpc>
            </a:pPr>
            <a:r>
              <a:rPr lang="en-US" sz="1000" dirty="0">
                <a:solidFill>
                  <a:schemeClr val="tx1"/>
                </a:solidFill>
              </a:rPr>
              <a:t>[ table: -7,    5 ]</a:t>
            </a:r>
          </a:p>
        </p:txBody>
      </p:sp>
      <p:sp>
        <p:nvSpPr>
          <p:cNvPr id="55" name="Rechteck 54"/>
          <p:cNvSpPr/>
          <p:nvPr/>
        </p:nvSpPr>
        <p:spPr>
          <a:xfrm>
            <a:off x="4139060" y="328598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City, San Francisco]</a:t>
            </a:r>
          </a:p>
          <a:p>
            <a:pPr>
              <a:lnSpc>
                <a:spcPct val="95000"/>
              </a:lnSpc>
            </a:pPr>
            <a:r>
              <a:rPr lang="en-US" sz="1000" dirty="0">
                <a:solidFill>
                  <a:schemeClr val="tx1"/>
                </a:solidFill>
              </a:rPr>
              <a:t>[ table: 1, San Francisco]</a:t>
            </a:r>
          </a:p>
          <a:p>
            <a:pPr>
              <a:lnSpc>
                <a:spcPct val="95000"/>
              </a:lnSpc>
            </a:pPr>
            <a:r>
              <a:rPr lang="en-US" sz="1000" dirty="0">
                <a:solidFill>
                  <a:schemeClr val="tx1"/>
                </a:solidFill>
              </a:rPr>
              <a:t>[ table: -7, San Francisco]</a:t>
            </a:r>
          </a:p>
          <a:p>
            <a:pPr>
              <a:lnSpc>
                <a:spcPct val="95000"/>
              </a:lnSpc>
            </a:pPr>
            <a:endParaRPr lang="en-US" sz="1000" dirty="0">
              <a:solidFill>
                <a:schemeClr val="tx1"/>
              </a:solidFill>
            </a:endParaRPr>
          </a:p>
        </p:txBody>
      </p:sp>
      <p:sp>
        <p:nvSpPr>
          <p:cNvPr id="78" name="Rechteck 77"/>
          <p:cNvSpPr/>
          <p:nvPr/>
        </p:nvSpPr>
        <p:spPr>
          <a:xfrm>
            <a:off x="2268020" y="90934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Simple Access</a:t>
            </a:r>
          </a:p>
        </p:txBody>
      </p:sp>
      <p:sp>
        <p:nvSpPr>
          <p:cNvPr id="79" name="Rechteck 78"/>
          <p:cNvSpPr/>
          <p:nvPr/>
        </p:nvSpPr>
        <p:spPr>
          <a:xfrm>
            <a:off x="2268020" y="112536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Column header name</a:t>
            </a:r>
          </a:p>
          <a:p>
            <a:pPr>
              <a:lnSpc>
                <a:spcPct val="90000"/>
              </a:lnSpc>
            </a:pPr>
            <a:r>
              <a:rPr lang="en-US" sz="1000" dirty="0">
                <a:solidFill>
                  <a:schemeClr val="tx1"/>
                </a:solidFill>
              </a:rPr>
              <a:t>Row number</a:t>
            </a:r>
          </a:p>
        </p:txBody>
      </p:sp>
      <p:sp>
        <p:nvSpPr>
          <p:cNvPr id="81" name="Rechteck 80"/>
          <p:cNvSpPr/>
          <p:nvPr/>
        </p:nvSpPr>
        <p:spPr>
          <a:xfrm>
            <a:off x="2267800" y="328564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City,    5 ]</a:t>
            </a:r>
          </a:p>
          <a:p>
            <a:pPr>
              <a:lnSpc>
                <a:spcPct val="95000"/>
              </a:lnSpc>
            </a:pPr>
            <a:r>
              <a:rPr lang="en-US" sz="1000" dirty="0">
                <a:solidFill>
                  <a:schemeClr val="tx1"/>
                </a:solidFill>
              </a:rPr>
              <a:t>[ table: City, -10 ]</a:t>
            </a:r>
          </a:p>
        </p:txBody>
      </p:sp>
      <p:sp>
        <p:nvSpPr>
          <p:cNvPr id="159" name="Rechteck 158"/>
          <p:cNvSpPr/>
          <p:nvPr/>
        </p:nvSpPr>
        <p:spPr>
          <a:xfrm>
            <a:off x="252000" y="177348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0/-15</a:t>
            </a:r>
          </a:p>
        </p:txBody>
      </p:sp>
      <p:sp>
        <p:nvSpPr>
          <p:cNvPr id="160" name="Rechteck 159"/>
          <p:cNvSpPr/>
          <p:nvPr/>
        </p:nvSpPr>
        <p:spPr>
          <a:xfrm>
            <a:off x="252000" y="213353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5/-10</a:t>
            </a:r>
          </a:p>
        </p:txBody>
      </p:sp>
      <p:sp>
        <p:nvSpPr>
          <p:cNvPr id="161" name="Rechteck 160"/>
          <p:cNvSpPr/>
          <p:nvPr/>
        </p:nvSpPr>
        <p:spPr>
          <a:xfrm>
            <a:off x="252000" y="314167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14/-1</a:t>
            </a:r>
          </a:p>
        </p:txBody>
      </p:sp>
      <p:sp>
        <p:nvSpPr>
          <p:cNvPr id="193" name="Rechteck 192"/>
          <p:cNvSpPr/>
          <p:nvPr/>
        </p:nvSpPr>
        <p:spPr>
          <a:xfrm>
            <a:off x="68415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194" name="Rechteck 193"/>
          <p:cNvSpPr/>
          <p:nvPr/>
        </p:nvSpPr>
        <p:spPr>
          <a:xfrm>
            <a:off x="39580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0/-8</a:t>
            </a:r>
          </a:p>
        </p:txBody>
      </p:sp>
      <p:sp>
        <p:nvSpPr>
          <p:cNvPr id="195" name="Rechteck 194"/>
          <p:cNvSpPr/>
          <p:nvPr/>
        </p:nvSpPr>
        <p:spPr>
          <a:xfrm>
            <a:off x="183615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7/-1</a:t>
            </a:r>
          </a:p>
        </p:txBody>
      </p:sp>
      <p:sp>
        <p:nvSpPr>
          <p:cNvPr id="71" name="Rechteck 70">
            <a:extLst>
              <a:ext uri="{FF2B5EF4-FFF2-40B4-BE49-F238E27FC236}">
                <a16:creationId xmlns:a16="http://schemas.microsoft.com/office/drawing/2014/main" id="{B44D7697-07FC-4033-BDD5-782F55FD7A82}"/>
              </a:ext>
            </a:extLst>
          </p:cNvPr>
          <p:cNvSpPr/>
          <p:nvPr/>
        </p:nvSpPr>
        <p:spPr>
          <a:xfrm>
            <a:off x="2267798"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a:extLst>
              <a:ext uri="{FF2B5EF4-FFF2-40B4-BE49-F238E27FC236}">
                <a16:creationId xmlns:a16="http://schemas.microsoft.com/office/drawing/2014/main" id="{6EDD713C-8F52-4616-94B6-5DED0E9BE5E9}"/>
              </a:ext>
            </a:extLst>
          </p:cNvPr>
          <p:cNvSpPr/>
          <p:nvPr/>
        </p:nvSpPr>
        <p:spPr>
          <a:xfrm>
            <a:off x="2412000" y="2132940"/>
            <a:ext cx="288020" cy="720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5" name="Gerade Verbindung 94">
            <a:extLst>
              <a:ext uri="{FF2B5EF4-FFF2-40B4-BE49-F238E27FC236}">
                <a16:creationId xmlns:a16="http://schemas.microsoft.com/office/drawing/2014/main" id="{E299F31E-999E-4B6A-BE08-C6DF8CBA79D8}"/>
              </a:ext>
            </a:extLst>
          </p:cNvPr>
          <p:cNvCxnSpPr/>
          <p:nvPr/>
        </p:nvCxnSpPr>
        <p:spPr>
          <a:xfrm>
            <a:off x="2267798"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 Verbindung 94">
            <a:extLst>
              <a:ext uri="{FF2B5EF4-FFF2-40B4-BE49-F238E27FC236}">
                <a16:creationId xmlns:a16="http://schemas.microsoft.com/office/drawing/2014/main" id="{13050CD7-B594-441E-9F3A-BDDF2C5614A0}"/>
              </a:ext>
            </a:extLst>
          </p:cNvPr>
          <p:cNvCxnSpPr/>
          <p:nvPr/>
        </p:nvCxnSpPr>
        <p:spPr>
          <a:xfrm>
            <a:off x="2700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Gerade Verbindung 94">
            <a:extLst>
              <a:ext uri="{FF2B5EF4-FFF2-40B4-BE49-F238E27FC236}">
                <a16:creationId xmlns:a16="http://schemas.microsoft.com/office/drawing/2014/main" id="{6CB76CFF-37B9-4562-BD68-5A6F24FAA9BC}"/>
              </a:ext>
            </a:extLst>
          </p:cNvPr>
          <p:cNvCxnSpPr/>
          <p:nvPr/>
        </p:nvCxnSpPr>
        <p:spPr>
          <a:xfrm>
            <a:off x="2412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8" name="Rechteck 87">
            <a:extLst>
              <a:ext uri="{FF2B5EF4-FFF2-40B4-BE49-F238E27FC236}">
                <a16:creationId xmlns:a16="http://schemas.microsoft.com/office/drawing/2014/main" id="{67C684D8-C2C7-47D6-846C-59D75D452257}"/>
              </a:ext>
            </a:extLst>
          </p:cNvPr>
          <p:cNvSpPr/>
          <p:nvPr/>
        </p:nvSpPr>
        <p:spPr>
          <a:xfrm>
            <a:off x="540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89" name="Rechteck 88">
            <a:extLst>
              <a:ext uri="{FF2B5EF4-FFF2-40B4-BE49-F238E27FC236}">
                <a16:creationId xmlns:a16="http://schemas.microsoft.com/office/drawing/2014/main" id="{4E202A9E-4846-4983-B4FD-B67753EBB23F}"/>
              </a:ext>
            </a:extLst>
          </p:cNvPr>
          <p:cNvSpPr/>
          <p:nvPr/>
        </p:nvSpPr>
        <p:spPr>
          <a:xfrm>
            <a:off x="2412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91" name="Rechteck 90">
            <a:extLst>
              <a:ext uri="{FF2B5EF4-FFF2-40B4-BE49-F238E27FC236}">
                <a16:creationId xmlns:a16="http://schemas.microsoft.com/office/drawing/2014/main" id="{2AF53772-4B33-4DAB-8D63-B557AFBED022}"/>
              </a:ext>
            </a:extLst>
          </p:cNvPr>
          <p:cNvSpPr/>
          <p:nvPr/>
        </p:nvSpPr>
        <p:spPr>
          <a:xfrm>
            <a:off x="428492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Returns row number 5</a:t>
            </a:r>
          </a:p>
        </p:txBody>
      </p:sp>
      <p:sp>
        <p:nvSpPr>
          <p:cNvPr id="92" name="Rechteck 91">
            <a:extLst>
              <a:ext uri="{FF2B5EF4-FFF2-40B4-BE49-F238E27FC236}">
                <a16:creationId xmlns:a16="http://schemas.microsoft.com/office/drawing/2014/main" id="{8D6850DD-C165-4E9F-8410-CF4658B0CFA1}"/>
              </a:ext>
            </a:extLst>
          </p:cNvPr>
          <p:cNvSpPr/>
          <p:nvPr/>
        </p:nvSpPr>
        <p:spPr>
          <a:xfrm>
            <a:off x="248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3" name="Rechteck 92">
            <a:extLst>
              <a:ext uri="{FF2B5EF4-FFF2-40B4-BE49-F238E27FC236}">
                <a16:creationId xmlns:a16="http://schemas.microsoft.com/office/drawing/2014/main" id="{ECA6964E-083E-40C6-9B3D-F697E70E5FC1}"/>
              </a:ext>
            </a:extLst>
          </p:cNvPr>
          <p:cNvSpPr/>
          <p:nvPr/>
        </p:nvSpPr>
        <p:spPr>
          <a:xfrm>
            <a:off x="6011800" y="177302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4" name="Rechteck 93">
            <a:extLst>
              <a:ext uri="{FF2B5EF4-FFF2-40B4-BE49-F238E27FC236}">
                <a16:creationId xmlns:a16="http://schemas.microsoft.com/office/drawing/2014/main" id="{7AA3CDA5-AFDF-4E21-B8D5-582E73FCFCE5}"/>
              </a:ext>
            </a:extLst>
          </p:cNvPr>
          <p:cNvSpPr/>
          <p:nvPr/>
        </p:nvSpPr>
        <p:spPr>
          <a:xfrm>
            <a:off x="6156000" y="2133070"/>
            <a:ext cx="288020" cy="7193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a:extLst>
              <a:ext uri="{FF2B5EF4-FFF2-40B4-BE49-F238E27FC236}">
                <a16:creationId xmlns:a16="http://schemas.microsoft.com/office/drawing/2014/main" id="{B2D14F6B-AB47-4A1A-821D-D5527E75CCA4}"/>
              </a:ext>
            </a:extLst>
          </p:cNvPr>
          <p:cNvCxnSpPr/>
          <p:nvPr/>
        </p:nvCxnSpPr>
        <p:spPr>
          <a:xfrm>
            <a:off x="6011800" y="184503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Gerade Verbindung 94">
            <a:extLst>
              <a:ext uri="{FF2B5EF4-FFF2-40B4-BE49-F238E27FC236}">
                <a16:creationId xmlns:a16="http://schemas.microsoft.com/office/drawing/2014/main" id="{6E31139D-CB2A-418B-9A55-DB82C73B75F0}"/>
              </a:ext>
            </a:extLst>
          </p:cNvPr>
          <p:cNvCxnSpPr/>
          <p:nvPr/>
        </p:nvCxnSpPr>
        <p:spPr>
          <a:xfrm>
            <a:off x="6444020" y="177302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Gerade Verbindung 94">
            <a:extLst>
              <a:ext uri="{FF2B5EF4-FFF2-40B4-BE49-F238E27FC236}">
                <a16:creationId xmlns:a16="http://schemas.microsoft.com/office/drawing/2014/main" id="{7C4512C5-5344-49D0-94F2-3E3ACFE1B06E}"/>
              </a:ext>
            </a:extLst>
          </p:cNvPr>
          <p:cNvCxnSpPr/>
          <p:nvPr/>
        </p:nvCxnSpPr>
        <p:spPr>
          <a:xfrm>
            <a:off x="6156000" y="177302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8" name="Rechteck 97">
            <a:extLst>
              <a:ext uri="{FF2B5EF4-FFF2-40B4-BE49-F238E27FC236}">
                <a16:creationId xmlns:a16="http://schemas.microsoft.com/office/drawing/2014/main" id="{BFBFED63-7E0B-4ABF-AD08-91D657B8EBF3}"/>
              </a:ext>
            </a:extLst>
          </p:cNvPr>
          <p:cNvSpPr/>
          <p:nvPr/>
        </p:nvSpPr>
        <p:spPr>
          <a:xfrm>
            <a:off x="622815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9" name="Rechteck 98">
            <a:extLst>
              <a:ext uri="{FF2B5EF4-FFF2-40B4-BE49-F238E27FC236}">
                <a16:creationId xmlns:a16="http://schemas.microsoft.com/office/drawing/2014/main" id="{40068BAE-E977-408D-80E1-BF0D9A7442BB}"/>
              </a:ext>
            </a:extLst>
          </p:cNvPr>
          <p:cNvSpPr/>
          <p:nvPr/>
        </p:nvSpPr>
        <p:spPr>
          <a:xfrm>
            <a:off x="6011800" y="3285000"/>
            <a:ext cx="28082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City, San Francisco, famous attraction]</a:t>
            </a:r>
          </a:p>
          <a:p>
            <a:pPr>
              <a:lnSpc>
                <a:spcPct val="95000"/>
              </a:lnSpc>
            </a:pPr>
            <a:r>
              <a:rPr lang="en-US" sz="1000" dirty="0">
                <a:solidFill>
                  <a:schemeClr val="tx1"/>
                </a:solidFill>
              </a:rPr>
              <a:t>[ table: 1, 5, 4]</a:t>
            </a:r>
          </a:p>
          <a:p>
            <a:pPr>
              <a:lnSpc>
                <a:spcPct val="95000"/>
              </a:lnSpc>
            </a:pPr>
            <a:r>
              <a:rPr lang="en-US" sz="1000" dirty="0">
                <a:solidFill>
                  <a:schemeClr val="tx1"/>
                </a:solidFill>
              </a:rPr>
              <a:t>[ table: -7, -10, -4]</a:t>
            </a:r>
          </a:p>
          <a:p>
            <a:pPr>
              <a:lnSpc>
                <a:spcPct val="95000"/>
              </a:lnSpc>
            </a:pPr>
            <a:r>
              <a:rPr lang="en-US" sz="1000" dirty="0">
                <a:solidFill>
                  <a:schemeClr val="tx1"/>
                </a:solidFill>
              </a:rPr>
              <a:t>( Any combination of above is possible )</a:t>
            </a:r>
          </a:p>
        </p:txBody>
      </p:sp>
      <p:sp>
        <p:nvSpPr>
          <p:cNvPr id="100" name="Rechteck 99">
            <a:extLst>
              <a:ext uri="{FF2B5EF4-FFF2-40B4-BE49-F238E27FC236}">
                <a16:creationId xmlns:a16="http://schemas.microsoft.com/office/drawing/2014/main" id="{5EA693AF-F9A5-4DEB-AE8C-1213E96492DD}"/>
              </a:ext>
            </a:extLst>
          </p:cNvPr>
          <p:cNvSpPr/>
          <p:nvPr/>
        </p:nvSpPr>
        <p:spPr>
          <a:xfrm>
            <a:off x="6012000" y="220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(S. Francisco)</a:t>
            </a:r>
          </a:p>
        </p:txBody>
      </p:sp>
      <p:sp>
        <p:nvSpPr>
          <p:cNvPr id="101" name="Rechteck 100">
            <a:extLst>
              <a:ext uri="{FF2B5EF4-FFF2-40B4-BE49-F238E27FC236}">
                <a16:creationId xmlns:a16="http://schemas.microsoft.com/office/drawing/2014/main" id="{648CB817-2E01-4346-9C8D-477332F7BA6A}"/>
              </a:ext>
            </a:extLst>
          </p:cNvPr>
          <p:cNvSpPr/>
          <p:nvPr/>
        </p:nvSpPr>
        <p:spPr>
          <a:xfrm>
            <a:off x="694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sp>
        <p:nvSpPr>
          <p:cNvPr id="102" name="Rechteck 101">
            <a:extLst>
              <a:ext uri="{FF2B5EF4-FFF2-40B4-BE49-F238E27FC236}">
                <a16:creationId xmlns:a16="http://schemas.microsoft.com/office/drawing/2014/main" id="{03D20A9E-A71B-4E17-845D-04B4F81C3B31}"/>
              </a:ext>
            </a:extLst>
          </p:cNvPr>
          <p:cNvSpPr/>
          <p:nvPr/>
        </p:nvSpPr>
        <p:spPr>
          <a:xfrm>
            <a:off x="6804000" y="2132990"/>
            <a:ext cx="288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3" name="Rechteck 102">
            <a:extLst>
              <a:ext uri="{FF2B5EF4-FFF2-40B4-BE49-F238E27FC236}">
                <a16:creationId xmlns:a16="http://schemas.microsoft.com/office/drawing/2014/main" id="{1D418521-2E4F-46B8-AB90-FCA570A4E3D2}"/>
              </a:ext>
            </a:extLst>
          </p:cNvPr>
          <p:cNvSpPr/>
          <p:nvPr/>
        </p:nvSpPr>
        <p:spPr>
          <a:xfrm>
            <a:off x="6660000" y="220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Golden Gate</a:t>
            </a:r>
          </a:p>
        </p:txBody>
      </p:sp>
      <p:cxnSp>
        <p:nvCxnSpPr>
          <p:cNvPr id="5" name="Gerade Verbindung mit Pfeil 4">
            <a:extLst>
              <a:ext uri="{FF2B5EF4-FFF2-40B4-BE49-F238E27FC236}">
                <a16:creationId xmlns:a16="http://schemas.microsoft.com/office/drawing/2014/main" id="{BE005F7A-12AF-4E72-8E06-1E0DFFBC8394}"/>
              </a:ext>
            </a:extLst>
          </p:cNvPr>
          <p:cNvCxnSpPr>
            <a:cxnSpLocks/>
          </p:cNvCxnSpPr>
          <p:nvPr/>
        </p:nvCxnSpPr>
        <p:spPr>
          <a:xfrm>
            <a:off x="6516000" y="2133000"/>
            <a:ext cx="21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Gerade Verbindung 94">
            <a:extLst>
              <a:ext uri="{FF2B5EF4-FFF2-40B4-BE49-F238E27FC236}">
                <a16:creationId xmlns:a16="http://schemas.microsoft.com/office/drawing/2014/main" id="{C03979A1-F89D-4061-8ED4-5B8E520AF4EB}"/>
              </a:ext>
            </a:extLst>
          </p:cNvPr>
          <p:cNvCxnSpPr/>
          <p:nvPr/>
        </p:nvCxnSpPr>
        <p:spPr>
          <a:xfrm>
            <a:off x="6804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Gerade Verbindung 94">
            <a:extLst>
              <a:ext uri="{FF2B5EF4-FFF2-40B4-BE49-F238E27FC236}">
                <a16:creationId xmlns:a16="http://schemas.microsoft.com/office/drawing/2014/main" id="{DDCC57CE-41D7-4885-BE47-C1F9F49E7ED7}"/>
              </a:ext>
            </a:extLst>
          </p:cNvPr>
          <p:cNvCxnSpPr/>
          <p:nvPr/>
        </p:nvCxnSpPr>
        <p:spPr>
          <a:xfrm>
            <a:off x="7092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Rechteck 105">
            <a:extLst>
              <a:ext uri="{FF2B5EF4-FFF2-40B4-BE49-F238E27FC236}">
                <a16:creationId xmlns:a16="http://schemas.microsoft.com/office/drawing/2014/main" id="{30978A30-4B08-44E6-ABE5-2129B759A10E}"/>
              </a:ext>
            </a:extLst>
          </p:cNvPr>
          <p:cNvSpPr/>
          <p:nvPr/>
        </p:nvSpPr>
        <p:spPr>
          <a:xfrm>
            <a:off x="6876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Tree>
    <p:extLst>
      <p:ext uri="{BB962C8B-B14F-4D97-AF65-F5344CB8AC3E}">
        <p14:creationId xmlns:p14="http://schemas.microsoft.com/office/powerpoint/2010/main" val="3418399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CD31ACD9-02AB-487B-B4D1-CEA11910056C}"/>
              </a:ext>
            </a:extLst>
          </p:cNvPr>
          <p:cNvSpPr/>
          <p:nvPr/>
        </p:nvSpPr>
        <p:spPr>
          <a:xfrm>
            <a:off x="396000" y="2133030"/>
            <a:ext cx="1584000" cy="72010"/>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 name="Rechteck 3">
            <a:extLst>
              <a:ext uri="{FF2B5EF4-FFF2-40B4-BE49-F238E27FC236}">
                <a16:creationId xmlns:a16="http://schemas.microsoft.com/office/drawing/2014/main" id="{3F5EAFC2-72F8-4D18-AB4D-C5022D0ACC67}"/>
              </a:ext>
            </a:extLst>
          </p:cNvPr>
          <p:cNvSpPr/>
          <p:nvPr/>
        </p:nvSpPr>
        <p:spPr>
          <a:xfrm>
            <a:off x="2268000" y="2133000"/>
            <a:ext cx="1584000" cy="72010"/>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Accessing Tables</a:t>
            </a:r>
            <a:br>
              <a:rPr lang="en-US" dirty="0"/>
            </a:br>
            <a:r>
              <a:rPr lang="en-US" sz="1600" dirty="0"/>
              <a:t>Simple Access – Partial Table Specification</a:t>
            </a:r>
          </a:p>
        </p:txBody>
      </p:sp>
      <p:sp>
        <p:nvSpPr>
          <p:cNvPr id="6" name="Textplatzhalter 5"/>
          <p:cNvSpPr>
            <a:spLocks noGrp="1"/>
          </p:cNvSpPr>
          <p:nvPr>
            <p:ph type="body" sz="quarter" idx="16"/>
          </p:nvPr>
        </p:nvSpPr>
        <p:spPr/>
        <p:txBody>
          <a:bodyPr/>
          <a:lstStyle/>
          <a:p>
            <a:endParaRPr lang="en-US" dirty="0"/>
          </a:p>
        </p:txBody>
      </p:sp>
      <p:sp>
        <p:nvSpPr>
          <p:cNvPr id="212" name="Rechteck 211"/>
          <p:cNvSpPr/>
          <p:nvPr/>
        </p:nvSpPr>
        <p:spPr>
          <a:xfrm>
            <a:off x="395800" y="17730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3" name="Rechteck 212"/>
          <p:cNvSpPr/>
          <p:nvPr/>
        </p:nvSpPr>
        <p:spPr>
          <a:xfrm>
            <a:off x="540000" y="2133140"/>
            <a:ext cx="288020" cy="720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4" name="Gerade Verbindung 94"/>
          <p:cNvCxnSpPr/>
          <p:nvPr/>
        </p:nvCxnSpPr>
        <p:spPr>
          <a:xfrm>
            <a:off x="395800" y="18451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Gerade Verbindung 94"/>
          <p:cNvCxnSpPr/>
          <p:nvPr/>
        </p:nvCxnSpPr>
        <p:spPr>
          <a:xfrm>
            <a:off x="828020" y="17730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Gerade Verbindung 94"/>
          <p:cNvCxnSpPr/>
          <p:nvPr/>
        </p:nvCxnSpPr>
        <p:spPr>
          <a:xfrm>
            <a:off x="540000" y="17730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p:cNvSpPr/>
          <p:nvPr/>
        </p:nvSpPr>
        <p:spPr>
          <a:xfrm>
            <a:off x="395800" y="90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Simple Access</a:t>
            </a:r>
          </a:p>
        </p:txBody>
      </p:sp>
      <p:sp>
        <p:nvSpPr>
          <p:cNvPr id="223" name="Rechteck 222"/>
          <p:cNvSpPr/>
          <p:nvPr/>
        </p:nvSpPr>
        <p:spPr>
          <a:xfrm>
            <a:off x="395800" y="112502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Column number</a:t>
            </a:r>
          </a:p>
          <a:p>
            <a:pPr>
              <a:lnSpc>
                <a:spcPct val="90000"/>
              </a:lnSpc>
            </a:pPr>
            <a:r>
              <a:rPr lang="en-US" sz="1000" dirty="0">
                <a:solidFill>
                  <a:schemeClr val="tx1"/>
                </a:solidFill>
              </a:rPr>
              <a:t>Row number</a:t>
            </a:r>
          </a:p>
        </p:txBody>
      </p:sp>
      <p:sp>
        <p:nvSpPr>
          <p:cNvPr id="228" name="Rechteck 227"/>
          <p:cNvSpPr/>
          <p:nvPr/>
        </p:nvSpPr>
        <p:spPr>
          <a:xfrm>
            <a:off x="4139060" y="177377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9" name="Rechteck 228"/>
          <p:cNvSpPr/>
          <p:nvPr/>
        </p:nvSpPr>
        <p:spPr>
          <a:xfrm>
            <a:off x="4284000" y="2133820"/>
            <a:ext cx="288020" cy="720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0" name="Gerade Verbindung 94"/>
          <p:cNvCxnSpPr/>
          <p:nvPr/>
        </p:nvCxnSpPr>
        <p:spPr>
          <a:xfrm>
            <a:off x="4139060" y="184578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Gerade Verbindung 94"/>
          <p:cNvCxnSpPr/>
          <p:nvPr/>
        </p:nvCxnSpPr>
        <p:spPr>
          <a:xfrm>
            <a:off x="4572020" y="177377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Gerade Verbindung 94"/>
          <p:cNvCxnSpPr/>
          <p:nvPr/>
        </p:nvCxnSpPr>
        <p:spPr>
          <a:xfrm>
            <a:off x="4284000" y="177377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38" name="Rechteck 237"/>
          <p:cNvSpPr/>
          <p:nvPr/>
        </p:nvSpPr>
        <p:spPr>
          <a:xfrm>
            <a:off x="413906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Simple Access</a:t>
            </a:r>
          </a:p>
        </p:txBody>
      </p:sp>
      <p:sp>
        <p:nvSpPr>
          <p:cNvPr id="239" name="Rechteck 238"/>
          <p:cNvSpPr/>
          <p:nvPr/>
        </p:nvSpPr>
        <p:spPr>
          <a:xfrm>
            <a:off x="413906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Column header name / number</a:t>
            </a:r>
          </a:p>
          <a:p>
            <a:pPr>
              <a:lnSpc>
                <a:spcPct val="90000"/>
              </a:lnSpc>
            </a:pPr>
            <a:r>
              <a:rPr lang="en-US" sz="1000" dirty="0">
                <a:solidFill>
                  <a:schemeClr val="tx1"/>
                </a:solidFill>
              </a:rPr>
              <a:t>Row contents</a:t>
            </a:r>
          </a:p>
        </p:txBody>
      </p:sp>
      <p:sp>
        <p:nvSpPr>
          <p:cNvPr id="252" name="Rechteck 251"/>
          <p:cNvSpPr/>
          <p:nvPr/>
        </p:nvSpPr>
        <p:spPr>
          <a:xfrm>
            <a:off x="4356150" y="162975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270" name="Rechteck 269"/>
          <p:cNvSpPr/>
          <p:nvPr/>
        </p:nvSpPr>
        <p:spPr>
          <a:xfrm>
            <a:off x="601158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Simple Lookup Access</a:t>
            </a:r>
          </a:p>
        </p:txBody>
      </p:sp>
      <p:sp>
        <p:nvSpPr>
          <p:cNvPr id="272" name="Rechteck 271"/>
          <p:cNvSpPr/>
          <p:nvPr/>
        </p:nvSpPr>
        <p:spPr>
          <a:xfrm>
            <a:off x="601158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Column header name</a:t>
            </a:r>
          </a:p>
          <a:p>
            <a:pPr>
              <a:lnSpc>
                <a:spcPct val="90000"/>
              </a:lnSpc>
            </a:pPr>
            <a:r>
              <a:rPr lang="en-US" sz="1000" dirty="0">
                <a:solidFill>
                  <a:schemeClr val="tx1"/>
                </a:solidFill>
              </a:rPr>
              <a:t>Row contents, destination column</a:t>
            </a:r>
          </a:p>
        </p:txBody>
      </p:sp>
      <p:sp>
        <p:nvSpPr>
          <p:cNvPr id="54" name="Rechteck 53"/>
          <p:cNvSpPr/>
          <p:nvPr/>
        </p:nvSpPr>
        <p:spPr>
          <a:xfrm>
            <a:off x="395800" y="3285300"/>
            <a:ext cx="1584220" cy="5037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[ 1 ]</a:t>
            </a:r>
          </a:p>
          <a:p>
            <a:pPr>
              <a:lnSpc>
                <a:spcPct val="95000"/>
              </a:lnSpc>
            </a:pPr>
            <a:r>
              <a:rPr lang="en-US" sz="1000" dirty="0">
                <a:solidFill>
                  <a:schemeClr val="tx1"/>
                </a:solidFill>
              </a:rPr>
              <a:t>[ -7  ]</a:t>
            </a:r>
          </a:p>
        </p:txBody>
      </p:sp>
      <p:sp>
        <p:nvSpPr>
          <p:cNvPr id="55" name="Rechteck 54"/>
          <p:cNvSpPr/>
          <p:nvPr/>
        </p:nvSpPr>
        <p:spPr>
          <a:xfrm>
            <a:off x="4139060" y="328598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[City, San Francisco]</a:t>
            </a:r>
          </a:p>
        </p:txBody>
      </p:sp>
      <p:sp>
        <p:nvSpPr>
          <p:cNvPr id="78" name="Rechteck 77"/>
          <p:cNvSpPr/>
          <p:nvPr/>
        </p:nvSpPr>
        <p:spPr>
          <a:xfrm>
            <a:off x="2268020" y="90934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Simple Access</a:t>
            </a:r>
          </a:p>
        </p:txBody>
      </p:sp>
      <p:sp>
        <p:nvSpPr>
          <p:cNvPr id="79" name="Rechteck 78"/>
          <p:cNvSpPr/>
          <p:nvPr/>
        </p:nvSpPr>
        <p:spPr>
          <a:xfrm>
            <a:off x="2268020" y="112536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Column header name</a:t>
            </a:r>
          </a:p>
          <a:p>
            <a:pPr>
              <a:lnSpc>
                <a:spcPct val="90000"/>
              </a:lnSpc>
            </a:pPr>
            <a:r>
              <a:rPr lang="en-US" sz="1000" dirty="0">
                <a:solidFill>
                  <a:schemeClr val="tx1"/>
                </a:solidFill>
              </a:rPr>
              <a:t>Row number</a:t>
            </a:r>
          </a:p>
        </p:txBody>
      </p:sp>
      <p:sp>
        <p:nvSpPr>
          <p:cNvPr id="81" name="Rechteck 80"/>
          <p:cNvSpPr/>
          <p:nvPr/>
        </p:nvSpPr>
        <p:spPr>
          <a:xfrm>
            <a:off x="2267800" y="328564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City ]</a:t>
            </a:r>
          </a:p>
        </p:txBody>
      </p:sp>
      <p:sp>
        <p:nvSpPr>
          <p:cNvPr id="159" name="Rechteck 158"/>
          <p:cNvSpPr/>
          <p:nvPr/>
        </p:nvSpPr>
        <p:spPr>
          <a:xfrm>
            <a:off x="252000" y="177348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0/-15</a:t>
            </a:r>
          </a:p>
        </p:txBody>
      </p:sp>
      <p:sp>
        <p:nvSpPr>
          <p:cNvPr id="160" name="Rechteck 159"/>
          <p:cNvSpPr/>
          <p:nvPr/>
        </p:nvSpPr>
        <p:spPr>
          <a:xfrm>
            <a:off x="252000" y="213353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5/-10</a:t>
            </a:r>
          </a:p>
        </p:txBody>
      </p:sp>
      <p:sp>
        <p:nvSpPr>
          <p:cNvPr id="161" name="Rechteck 160"/>
          <p:cNvSpPr/>
          <p:nvPr/>
        </p:nvSpPr>
        <p:spPr>
          <a:xfrm>
            <a:off x="252000" y="314167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14/-1</a:t>
            </a:r>
          </a:p>
        </p:txBody>
      </p:sp>
      <p:sp>
        <p:nvSpPr>
          <p:cNvPr id="193" name="Rechteck 192"/>
          <p:cNvSpPr/>
          <p:nvPr/>
        </p:nvSpPr>
        <p:spPr>
          <a:xfrm>
            <a:off x="612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194" name="Rechteck 193"/>
          <p:cNvSpPr/>
          <p:nvPr/>
        </p:nvSpPr>
        <p:spPr>
          <a:xfrm>
            <a:off x="32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0/-8</a:t>
            </a:r>
          </a:p>
        </p:txBody>
      </p:sp>
      <p:sp>
        <p:nvSpPr>
          <p:cNvPr id="195" name="Rechteck 194"/>
          <p:cNvSpPr/>
          <p:nvPr/>
        </p:nvSpPr>
        <p:spPr>
          <a:xfrm>
            <a:off x="183615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7/-1</a:t>
            </a:r>
          </a:p>
        </p:txBody>
      </p:sp>
      <p:sp>
        <p:nvSpPr>
          <p:cNvPr id="71" name="Rechteck 70">
            <a:extLst>
              <a:ext uri="{FF2B5EF4-FFF2-40B4-BE49-F238E27FC236}">
                <a16:creationId xmlns:a16="http://schemas.microsoft.com/office/drawing/2014/main" id="{B44D7697-07FC-4033-BDD5-782F55FD7A82}"/>
              </a:ext>
            </a:extLst>
          </p:cNvPr>
          <p:cNvSpPr/>
          <p:nvPr/>
        </p:nvSpPr>
        <p:spPr>
          <a:xfrm>
            <a:off x="2267798"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a:extLst>
              <a:ext uri="{FF2B5EF4-FFF2-40B4-BE49-F238E27FC236}">
                <a16:creationId xmlns:a16="http://schemas.microsoft.com/office/drawing/2014/main" id="{6EDD713C-8F52-4616-94B6-5DED0E9BE5E9}"/>
              </a:ext>
            </a:extLst>
          </p:cNvPr>
          <p:cNvSpPr/>
          <p:nvPr/>
        </p:nvSpPr>
        <p:spPr>
          <a:xfrm>
            <a:off x="2412000" y="2132940"/>
            <a:ext cx="288020" cy="720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5" name="Gerade Verbindung 94">
            <a:extLst>
              <a:ext uri="{FF2B5EF4-FFF2-40B4-BE49-F238E27FC236}">
                <a16:creationId xmlns:a16="http://schemas.microsoft.com/office/drawing/2014/main" id="{E299F31E-999E-4B6A-BE08-C6DF8CBA79D8}"/>
              </a:ext>
            </a:extLst>
          </p:cNvPr>
          <p:cNvCxnSpPr/>
          <p:nvPr/>
        </p:nvCxnSpPr>
        <p:spPr>
          <a:xfrm>
            <a:off x="2267798"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 Verbindung 94">
            <a:extLst>
              <a:ext uri="{FF2B5EF4-FFF2-40B4-BE49-F238E27FC236}">
                <a16:creationId xmlns:a16="http://schemas.microsoft.com/office/drawing/2014/main" id="{13050CD7-B594-441E-9F3A-BDDF2C5614A0}"/>
              </a:ext>
            </a:extLst>
          </p:cNvPr>
          <p:cNvCxnSpPr/>
          <p:nvPr/>
        </p:nvCxnSpPr>
        <p:spPr>
          <a:xfrm>
            <a:off x="2700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Gerade Verbindung 94">
            <a:extLst>
              <a:ext uri="{FF2B5EF4-FFF2-40B4-BE49-F238E27FC236}">
                <a16:creationId xmlns:a16="http://schemas.microsoft.com/office/drawing/2014/main" id="{6CB76CFF-37B9-4562-BD68-5A6F24FAA9BC}"/>
              </a:ext>
            </a:extLst>
          </p:cNvPr>
          <p:cNvCxnSpPr/>
          <p:nvPr/>
        </p:nvCxnSpPr>
        <p:spPr>
          <a:xfrm>
            <a:off x="2412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8" name="Rechteck 87">
            <a:extLst>
              <a:ext uri="{FF2B5EF4-FFF2-40B4-BE49-F238E27FC236}">
                <a16:creationId xmlns:a16="http://schemas.microsoft.com/office/drawing/2014/main" id="{67C684D8-C2C7-47D6-846C-59D75D452257}"/>
              </a:ext>
            </a:extLst>
          </p:cNvPr>
          <p:cNvSpPr/>
          <p:nvPr/>
        </p:nvSpPr>
        <p:spPr>
          <a:xfrm>
            <a:off x="540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89" name="Rechteck 88">
            <a:extLst>
              <a:ext uri="{FF2B5EF4-FFF2-40B4-BE49-F238E27FC236}">
                <a16:creationId xmlns:a16="http://schemas.microsoft.com/office/drawing/2014/main" id="{4E202A9E-4846-4983-B4FD-B67753EBB23F}"/>
              </a:ext>
            </a:extLst>
          </p:cNvPr>
          <p:cNvSpPr/>
          <p:nvPr/>
        </p:nvSpPr>
        <p:spPr>
          <a:xfrm>
            <a:off x="2412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91" name="Rechteck 90">
            <a:extLst>
              <a:ext uri="{FF2B5EF4-FFF2-40B4-BE49-F238E27FC236}">
                <a16:creationId xmlns:a16="http://schemas.microsoft.com/office/drawing/2014/main" id="{2AF53772-4B33-4DAB-8D63-B557AFBED022}"/>
              </a:ext>
            </a:extLst>
          </p:cNvPr>
          <p:cNvSpPr/>
          <p:nvPr/>
        </p:nvSpPr>
        <p:spPr>
          <a:xfrm>
            <a:off x="4284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Returns row number 5</a:t>
            </a:r>
          </a:p>
        </p:txBody>
      </p:sp>
      <p:sp>
        <p:nvSpPr>
          <p:cNvPr id="92" name="Rechteck 91">
            <a:extLst>
              <a:ext uri="{FF2B5EF4-FFF2-40B4-BE49-F238E27FC236}">
                <a16:creationId xmlns:a16="http://schemas.microsoft.com/office/drawing/2014/main" id="{8D6850DD-C165-4E9F-8410-CF4658B0CFA1}"/>
              </a:ext>
            </a:extLst>
          </p:cNvPr>
          <p:cNvSpPr/>
          <p:nvPr/>
        </p:nvSpPr>
        <p:spPr>
          <a:xfrm>
            <a:off x="248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3" name="Rechteck 92">
            <a:extLst>
              <a:ext uri="{FF2B5EF4-FFF2-40B4-BE49-F238E27FC236}">
                <a16:creationId xmlns:a16="http://schemas.microsoft.com/office/drawing/2014/main" id="{ECA6964E-083E-40C6-9B3D-F697E70E5FC1}"/>
              </a:ext>
            </a:extLst>
          </p:cNvPr>
          <p:cNvSpPr/>
          <p:nvPr/>
        </p:nvSpPr>
        <p:spPr>
          <a:xfrm>
            <a:off x="6011800" y="177302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4" name="Rechteck 93">
            <a:extLst>
              <a:ext uri="{FF2B5EF4-FFF2-40B4-BE49-F238E27FC236}">
                <a16:creationId xmlns:a16="http://schemas.microsoft.com/office/drawing/2014/main" id="{7AA3CDA5-AFDF-4E21-B8D5-582E73FCFCE5}"/>
              </a:ext>
            </a:extLst>
          </p:cNvPr>
          <p:cNvSpPr/>
          <p:nvPr/>
        </p:nvSpPr>
        <p:spPr>
          <a:xfrm>
            <a:off x="6156000" y="2133070"/>
            <a:ext cx="288020" cy="720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a:extLst>
              <a:ext uri="{FF2B5EF4-FFF2-40B4-BE49-F238E27FC236}">
                <a16:creationId xmlns:a16="http://schemas.microsoft.com/office/drawing/2014/main" id="{B2D14F6B-AB47-4A1A-821D-D5527E75CCA4}"/>
              </a:ext>
            </a:extLst>
          </p:cNvPr>
          <p:cNvCxnSpPr/>
          <p:nvPr/>
        </p:nvCxnSpPr>
        <p:spPr>
          <a:xfrm>
            <a:off x="6011800" y="184503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Gerade Verbindung 94">
            <a:extLst>
              <a:ext uri="{FF2B5EF4-FFF2-40B4-BE49-F238E27FC236}">
                <a16:creationId xmlns:a16="http://schemas.microsoft.com/office/drawing/2014/main" id="{6E31139D-CB2A-418B-9A55-DB82C73B75F0}"/>
              </a:ext>
            </a:extLst>
          </p:cNvPr>
          <p:cNvCxnSpPr/>
          <p:nvPr/>
        </p:nvCxnSpPr>
        <p:spPr>
          <a:xfrm>
            <a:off x="6444020" y="177302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Gerade Verbindung 94">
            <a:extLst>
              <a:ext uri="{FF2B5EF4-FFF2-40B4-BE49-F238E27FC236}">
                <a16:creationId xmlns:a16="http://schemas.microsoft.com/office/drawing/2014/main" id="{7C4512C5-5344-49D0-94F2-3E3ACFE1B06E}"/>
              </a:ext>
            </a:extLst>
          </p:cNvPr>
          <p:cNvCxnSpPr/>
          <p:nvPr/>
        </p:nvCxnSpPr>
        <p:spPr>
          <a:xfrm>
            <a:off x="6156000" y="177302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8" name="Rechteck 97">
            <a:extLst>
              <a:ext uri="{FF2B5EF4-FFF2-40B4-BE49-F238E27FC236}">
                <a16:creationId xmlns:a16="http://schemas.microsoft.com/office/drawing/2014/main" id="{BFBFED63-7E0B-4ABF-AD08-91D657B8EBF3}"/>
              </a:ext>
            </a:extLst>
          </p:cNvPr>
          <p:cNvSpPr/>
          <p:nvPr/>
        </p:nvSpPr>
        <p:spPr>
          <a:xfrm>
            <a:off x="622815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9" name="Rechteck 98">
            <a:extLst>
              <a:ext uri="{FF2B5EF4-FFF2-40B4-BE49-F238E27FC236}">
                <a16:creationId xmlns:a16="http://schemas.microsoft.com/office/drawing/2014/main" id="{40068BAE-E977-408D-80E1-BF0D9A7442BB}"/>
              </a:ext>
            </a:extLst>
          </p:cNvPr>
          <p:cNvSpPr/>
          <p:nvPr/>
        </p:nvSpPr>
        <p:spPr>
          <a:xfrm>
            <a:off x="6011800" y="3285000"/>
            <a:ext cx="28082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[City, San Francisco, famous attraction]</a:t>
            </a:r>
          </a:p>
          <a:p>
            <a:pPr>
              <a:lnSpc>
                <a:spcPct val="95000"/>
              </a:lnSpc>
            </a:pPr>
            <a:r>
              <a:rPr lang="en-US" sz="1000" dirty="0">
                <a:solidFill>
                  <a:schemeClr val="tx1"/>
                </a:solidFill>
              </a:rPr>
              <a:t>[ 1, row(), 4 ]</a:t>
            </a:r>
          </a:p>
          <a:p>
            <a:pPr>
              <a:lnSpc>
                <a:spcPct val="95000"/>
              </a:lnSpc>
            </a:pPr>
            <a:r>
              <a:rPr lang="en-US" sz="1000" dirty="0">
                <a:solidFill>
                  <a:schemeClr val="tx1"/>
                </a:solidFill>
              </a:rPr>
              <a:t>[-7, row(), -4]</a:t>
            </a:r>
          </a:p>
          <a:p>
            <a:pPr>
              <a:lnSpc>
                <a:spcPct val="95000"/>
              </a:lnSpc>
            </a:pPr>
            <a:r>
              <a:rPr lang="en-US" sz="1000" dirty="0">
                <a:solidFill>
                  <a:schemeClr val="tx1"/>
                </a:solidFill>
              </a:rPr>
              <a:t>( Any combination of above is possible )</a:t>
            </a:r>
          </a:p>
        </p:txBody>
      </p:sp>
      <p:sp>
        <p:nvSpPr>
          <p:cNvPr id="100" name="Rechteck 99">
            <a:extLst>
              <a:ext uri="{FF2B5EF4-FFF2-40B4-BE49-F238E27FC236}">
                <a16:creationId xmlns:a16="http://schemas.microsoft.com/office/drawing/2014/main" id="{5EA693AF-F9A5-4DEB-AE8C-1213E96492DD}"/>
              </a:ext>
            </a:extLst>
          </p:cNvPr>
          <p:cNvSpPr/>
          <p:nvPr/>
        </p:nvSpPr>
        <p:spPr>
          <a:xfrm>
            <a:off x="6012000" y="220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(S. Francisco)</a:t>
            </a:r>
          </a:p>
        </p:txBody>
      </p:sp>
      <p:sp>
        <p:nvSpPr>
          <p:cNvPr id="101" name="Rechteck 100">
            <a:extLst>
              <a:ext uri="{FF2B5EF4-FFF2-40B4-BE49-F238E27FC236}">
                <a16:creationId xmlns:a16="http://schemas.microsoft.com/office/drawing/2014/main" id="{648CB817-2E01-4346-9C8D-477332F7BA6A}"/>
              </a:ext>
            </a:extLst>
          </p:cNvPr>
          <p:cNvSpPr/>
          <p:nvPr/>
        </p:nvSpPr>
        <p:spPr>
          <a:xfrm>
            <a:off x="694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sp>
        <p:nvSpPr>
          <p:cNvPr id="102" name="Rechteck 101">
            <a:extLst>
              <a:ext uri="{FF2B5EF4-FFF2-40B4-BE49-F238E27FC236}">
                <a16:creationId xmlns:a16="http://schemas.microsoft.com/office/drawing/2014/main" id="{03D20A9E-A71B-4E17-845D-04B4F81C3B31}"/>
              </a:ext>
            </a:extLst>
          </p:cNvPr>
          <p:cNvSpPr/>
          <p:nvPr/>
        </p:nvSpPr>
        <p:spPr>
          <a:xfrm>
            <a:off x="6804000" y="2132990"/>
            <a:ext cx="288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3" name="Rechteck 102">
            <a:extLst>
              <a:ext uri="{FF2B5EF4-FFF2-40B4-BE49-F238E27FC236}">
                <a16:creationId xmlns:a16="http://schemas.microsoft.com/office/drawing/2014/main" id="{1D418521-2E4F-46B8-AB90-FCA570A4E3D2}"/>
              </a:ext>
            </a:extLst>
          </p:cNvPr>
          <p:cNvSpPr/>
          <p:nvPr/>
        </p:nvSpPr>
        <p:spPr>
          <a:xfrm>
            <a:off x="6660000" y="220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Golden Gate</a:t>
            </a:r>
          </a:p>
        </p:txBody>
      </p:sp>
      <p:cxnSp>
        <p:nvCxnSpPr>
          <p:cNvPr id="5" name="Gerade Verbindung mit Pfeil 4">
            <a:extLst>
              <a:ext uri="{FF2B5EF4-FFF2-40B4-BE49-F238E27FC236}">
                <a16:creationId xmlns:a16="http://schemas.microsoft.com/office/drawing/2014/main" id="{BE005F7A-12AF-4E72-8E06-1E0DFFBC8394}"/>
              </a:ext>
            </a:extLst>
          </p:cNvPr>
          <p:cNvCxnSpPr>
            <a:cxnSpLocks/>
          </p:cNvCxnSpPr>
          <p:nvPr/>
        </p:nvCxnSpPr>
        <p:spPr>
          <a:xfrm>
            <a:off x="6516000" y="2133000"/>
            <a:ext cx="21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Gerade Verbindung 94">
            <a:extLst>
              <a:ext uri="{FF2B5EF4-FFF2-40B4-BE49-F238E27FC236}">
                <a16:creationId xmlns:a16="http://schemas.microsoft.com/office/drawing/2014/main" id="{C03979A1-F89D-4061-8ED4-5B8E520AF4EB}"/>
              </a:ext>
            </a:extLst>
          </p:cNvPr>
          <p:cNvCxnSpPr/>
          <p:nvPr/>
        </p:nvCxnSpPr>
        <p:spPr>
          <a:xfrm>
            <a:off x="6804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Gerade Verbindung 94">
            <a:extLst>
              <a:ext uri="{FF2B5EF4-FFF2-40B4-BE49-F238E27FC236}">
                <a16:creationId xmlns:a16="http://schemas.microsoft.com/office/drawing/2014/main" id="{DDCC57CE-41D7-4885-BE47-C1F9F49E7ED7}"/>
              </a:ext>
            </a:extLst>
          </p:cNvPr>
          <p:cNvCxnSpPr/>
          <p:nvPr/>
        </p:nvCxnSpPr>
        <p:spPr>
          <a:xfrm>
            <a:off x="7092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Rechteck 105">
            <a:extLst>
              <a:ext uri="{FF2B5EF4-FFF2-40B4-BE49-F238E27FC236}">
                <a16:creationId xmlns:a16="http://schemas.microsoft.com/office/drawing/2014/main" id="{30978A30-4B08-44E6-ABE5-2129B759A10E}"/>
              </a:ext>
            </a:extLst>
          </p:cNvPr>
          <p:cNvSpPr/>
          <p:nvPr/>
        </p:nvSpPr>
        <p:spPr>
          <a:xfrm>
            <a:off x="6876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Tree>
    <p:extLst>
      <p:ext uri="{BB962C8B-B14F-4D97-AF65-F5344CB8AC3E}">
        <p14:creationId xmlns:p14="http://schemas.microsoft.com/office/powerpoint/2010/main" val="3364563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Accessing Tables</a:t>
            </a:r>
            <a:br>
              <a:rPr lang="en-US" dirty="0"/>
            </a:br>
            <a:r>
              <a:rPr lang="en-US" sz="1600" dirty="0"/>
              <a:t>Horizontal Access – Full Table Specification – Sets</a:t>
            </a:r>
          </a:p>
        </p:txBody>
      </p:sp>
      <p:sp>
        <p:nvSpPr>
          <p:cNvPr id="6" name="Textplatzhalter 5"/>
          <p:cNvSpPr>
            <a:spLocks noGrp="1"/>
          </p:cNvSpPr>
          <p:nvPr>
            <p:ph type="body" sz="quarter" idx="16"/>
          </p:nvPr>
        </p:nvSpPr>
        <p:spPr/>
        <p:txBody>
          <a:bodyPr/>
          <a:lstStyle/>
          <a:p>
            <a:r>
              <a:rPr lang="en-US" dirty="0"/>
              <a:t>Description_Table_Horizontal_Access_Parameter_Set_Full.png</a:t>
            </a:r>
          </a:p>
        </p:txBody>
      </p:sp>
      <p:sp>
        <p:nvSpPr>
          <p:cNvPr id="212" name="Rechteck 211"/>
          <p:cNvSpPr/>
          <p:nvPr/>
        </p:nvSpPr>
        <p:spPr>
          <a:xfrm>
            <a:off x="395800" y="17730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3" name="Rechteck 212"/>
          <p:cNvSpPr/>
          <p:nvPr/>
        </p:nvSpPr>
        <p:spPr>
          <a:xfrm>
            <a:off x="540000" y="2133140"/>
            <a:ext cx="288020" cy="711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4" name="Gerade Verbindung 94"/>
          <p:cNvCxnSpPr/>
          <p:nvPr/>
        </p:nvCxnSpPr>
        <p:spPr>
          <a:xfrm>
            <a:off x="395800" y="18451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Gerade Verbindung 94"/>
          <p:cNvCxnSpPr/>
          <p:nvPr/>
        </p:nvCxnSpPr>
        <p:spPr>
          <a:xfrm>
            <a:off x="828020" y="17730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Gerade Verbindung 94"/>
          <p:cNvCxnSpPr/>
          <p:nvPr/>
        </p:nvCxnSpPr>
        <p:spPr>
          <a:xfrm>
            <a:off x="540000" y="17730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p:cNvSpPr/>
          <p:nvPr/>
        </p:nvSpPr>
        <p:spPr>
          <a:xfrm>
            <a:off x="395800" y="90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a:t>
            </a:r>
          </a:p>
        </p:txBody>
      </p:sp>
      <p:sp>
        <p:nvSpPr>
          <p:cNvPr id="223" name="Rechteck 222"/>
          <p:cNvSpPr/>
          <p:nvPr/>
        </p:nvSpPr>
        <p:spPr>
          <a:xfrm>
            <a:off x="395800" y="112502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Set containing</a:t>
            </a:r>
          </a:p>
          <a:p>
            <a:pPr>
              <a:lnSpc>
                <a:spcPct val="90000"/>
              </a:lnSpc>
            </a:pPr>
            <a:r>
              <a:rPr lang="en-US" sz="1000" dirty="0">
                <a:solidFill>
                  <a:schemeClr val="tx1"/>
                </a:solidFill>
              </a:rPr>
              <a:t>column numbers</a:t>
            </a:r>
          </a:p>
        </p:txBody>
      </p:sp>
      <p:sp>
        <p:nvSpPr>
          <p:cNvPr id="228" name="Rechteck 227"/>
          <p:cNvSpPr/>
          <p:nvPr/>
        </p:nvSpPr>
        <p:spPr>
          <a:xfrm>
            <a:off x="4139060" y="177377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9" name="Rechteck 228"/>
          <p:cNvSpPr/>
          <p:nvPr/>
        </p:nvSpPr>
        <p:spPr>
          <a:xfrm>
            <a:off x="4284000" y="2133820"/>
            <a:ext cx="288020" cy="711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0" name="Gerade Verbindung 94"/>
          <p:cNvCxnSpPr/>
          <p:nvPr/>
        </p:nvCxnSpPr>
        <p:spPr>
          <a:xfrm>
            <a:off x="4139060" y="184578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Gerade Verbindung 94"/>
          <p:cNvCxnSpPr/>
          <p:nvPr/>
        </p:nvCxnSpPr>
        <p:spPr>
          <a:xfrm>
            <a:off x="4572020" y="177377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Gerade Verbindung 94"/>
          <p:cNvCxnSpPr/>
          <p:nvPr/>
        </p:nvCxnSpPr>
        <p:spPr>
          <a:xfrm>
            <a:off x="4284000" y="177377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38" name="Rechteck 237"/>
          <p:cNvSpPr/>
          <p:nvPr/>
        </p:nvSpPr>
        <p:spPr>
          <a:xfrm>
            <a:off x="413906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a:t>
            </a:r>
          </a:p>
        </p:txBody>
      </p:sp>
      <p:sp>
        <p:nvSpPr>
          <p:cNvPr id="239" name="Rechteck 238"/>
          <p:cNvSpPr/>
          <p:nvPr/>
        </p:nvSpPr>
        <p:spPr>
          <a:xfrm>
            <a:off x="413906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Set, match 1</a:t>
            </a:r>
            <a:r>
              <a:rPr lang="en-US" sz="1000" baseline="30000" dirty="0">
                <a:solidFill>
                  <a:schemeClr val="tx1"/>
                </a:solidFill>
              </a:rPr>
              <a:t>st</a:t>
            </a:r>
            <a:endParaRPr lang="en-US" sz="1000" dirty="0">
              <a:solidFill>
                <a:schemeClr val="tx1"/>
              </a:solidFill>
            </a:endParaRPr>
          </a:p>
          <a:p>
            <a:pPr>
              <a:lnSpc>
                <a:spcPct val="90000"/>
              </a:lnSpc>
            </a:pPr>
            <a:r>
              <a:rPr lang="en-US" sz="1000" dirty="0">
                <a:solidFill>
                  <a:schemeClr val="tx1"/>
                </a:solidFill>
              </a:rPr>
              <a:t>element with data below</a:t>
            </a:r>
          </a:p>
        </p:txBody>
      </p:sp>
      <p:sp>
        <p:nvSpPr>
          <p:cNvPr id="252" name="Rechteck 251"/>
          <p:cNvSpPr/>
          <p:nvPr/>
        </p:nvSpPr>
        <p:spPr>
          <a:xfrm>
            <a:off x="4428150" y="162975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270" name="Rechteck 269"/>
          <p:cNvSpPr/>
          <p:nvPr/>
        </p:nvSpPr>
        <p:spPr>
          <a:xfrm>
            <a:off x="601158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Lookup Access</a:t>
            </a:r>
          </a:p>
        </p:txBody>
      </p:sp>
      <p:sp>
        <p:nvSpPr>
          <p:cNvPr id="272" name="Rechteck 271"/>
          <p:cNvSpPr/>
          <p:nvPr/>
        </p:nvSpPr>
        <p:spPr>
          <a:xfrm>
            <a:off x="601158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Set in 2</a:t>
            </a:r>
            <a:r>
              <a:rPr lang="en-US" sz="1000" baseline="30000" dirty="0">
                <a:solidFill>
                  <a:schemeClr val="tx1"/>
                </a:solidFill>
              </a:rPr>
              <a:t>nd</a:t>
            </a:r>
            <a:r>
              <a:rPr lang="en-US" sz="1000" dirty="0">
                <a:solidFill>
                  <a:schemeClr val="tx1"/>
                </a:solidFill>
              </a:rPr>
              <a:t> column</a:t>
            </a:r>
          </a:p>
          <a:p>
            <a:pPr>
              <a:lnSpc>
                <a:spcPct val="90000"/>
              </a:lnSpc>
            </a:pPr>
            <a:r>
              <a:rPr lang="en-US" sz="1000" dirty="0">
                <a:solidFill>
                  <a:schemeClr val="tx1"/>
                </a:solidFill>
              </a:rPr>
              <a:t>specifier to retrieve multiple items</a:t>
            </a:r>
          </a:p>
        </p:txBody>
      </p:sp>
      <p:sp>
        <p:nvSpPr>
          <p:cNvPr id="54" name="Rechteck 53"/>
          <p:cNvSpPr/>
          <p:nvPr/>
        </p:nvSpPr>
        <p:spPr>
          <a:xfrm>
            <a:off x="395800" y="3285300"/>
            <a:ext cx="1584220" cy="5037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{1,4},    5 ]</a:t>
            </a:r>
          </a:p>
          <a:p>
            <a:pPr>
              <a:lnSpc>
                <a:spcPct val="95000"/>
              </a:lnSpc>
            </a:pPr>
            <a:r>
              <a:rPr lang="en-US" sz="1000" dirty="0">
                <a:solidFill>
                  <a:schemeClr val="tx1"/>
                </a:solidFill>
              </a:rPr>
              <a:t>[ table: {-7,-4}, -10 ]</a:t>
            </a:r>
            <a:br>
              <a:rPr lang="en-US" sz="1000" dirty="0">
                <a:solidFill>
                  <a:schemeClr val="tx1"/>
                </a:solidFill>
              </a:rPr>
            </a:br>
            <a:endParaRPr lang="en-US" sz="1000" dirty="0">
              <a:solidFill>
                <a:schemeClr val="tx1"/>
              </a:solidFill>
            </a:endParaRPr>
          </a:p>
        </p:txBody>
      </p:sp>
      <p:sp>
        <p:nvSpPr>
          <p:cNvPr id="55" name="Rechteck 54"/>
          <p:cNvSpPr/>
          <p:nvPr/>
        </p:nvSpPr>
        <p:spPr>
          <a:xfrm>
            <a:off x="4139060" y="3285980"/>
            <a:ext cx="1584220" cy="1151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 City, </a:t>
            </a:r>
          </a:p>
          <a:p>
            <a:pPr>
              <a:lnSpc>
                <a:spcPct val="95000"/>
              </a:lnSpc>
            </a:pPr>
            <a:r>
              <a:rPr lang="en-US" sz="1000" dirty="0">
                <a:solidFill>
                  <a:schemeClr val="tx1"/>
                </a:solidFill>
              </a:rPr>
              <a:t>  Famous attraction }, </a:t>
            </a:r>
          </a:p>
          <a:p>
            <a:pPr>
              <a:lnSpc>
                <a:spcPct val="95000"/>
              </a:lnSpc>
            </a:pPr>
            <a:r>
              <a:rPr lang="en-US" sz="1000" dirty="0">
                <a:solidFill>
                  <a:schemeClr val="tx1"/>
                </a:solidFill>
              </a:rPr>
              <a:t>  San Francisco ]</a:t>
            </a:r>
          </a:p>
          <a:p>
            <a:pPr>
              <a:lnSpc>
                <a:spcPct val="95000"/>
              </a:lnSpc>
            </a:pPr>
            <a:r>
              <a:rPr lang="en-US" sz="1000" dirty="0">
                <a:solidFill>
                  <a:schemeClr val="tx1"/>
                </a:solidFill>
              </a:rPr>
              <a:t>Returns row number 5</a:t>
            </a:r>
          </a:p>
          <a:p>
            <a:pPr>
              <a:lnSpc>
                <a:spcPct val="95000"/>
              </a:lnSpc>
            </a:pPr>
            <a:br>
              <a:rPr lang="en-US" sz="1000" b="1" dirty="0">
                <a:solidFill>
                  <a:schemeClr val="tx1"/>
                </a:solidFill>
              </a:rPr>
            </a:br>
            <a:r>
              <a:rPr lang="en-US" sz="1000" b="1" dirty="0">
                <a:solidFill>
                  <a:schemeClr val="tx1"/>
                </a:solidFill>
              </a:rPr>
              <a:t>Attention: </a:t>
            </a:r>
            <a:br>
              <a:rPr lang="en-US" sz="1000" b="1" dirty="0">
                <a:solidFill>
                  <a:schemeClr val="tx1"/>
                </a:solidFill>
              </a:rPr>
            </a:br>
            <a:r>
              <a:rPr lang="en-US" sz="1000" b="1" dirty="0">
                <a:solidFill>
                  <a:schemeClr val="tx1"/>
                </a:solidFill>
              </a:rPr>
              <a:t>Only 1</a:t>
            </a:r>
            <a:r>
              <a:rPr lang="en-US" sz="1000" b="1" baseline="30000" dirty="0">
                <a:solidFill>
                  <a:schemeClr val="tx1"/>
                </a:solidFill>
              </a:rPr>
              <a:t>st</a:t>
            </a:r>
            <a:r>
              <a:rPr lang="en-US" sz="1000" b="1" dirty="0">
                <a:solidFill>
                  <a:schemeClr val="tx1"/>
                </a:solidFill>
              </a:rPr>
              <a:t> element compared</a:t>
            </a:r>
          </a:p>
        </p:txBody>
      </p:sp>
      <p:sp>
        <p:nvSpPr>
          <p:cNvPr id="78" name="Rechteck 77"/>
          <p:cNvSpPr/>
          <p:nvPr/>
        </p:nvSpPr>
        <p:spPr>
          <a:xfrm>
            <a:off x="2268020" y="90934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a:t>
            </a:r>
          </a:p>
        </p:txBody>
      </p:sp>
      <p:sp>
        <p:nvSpPr>
          <p:cNvPr id="79" name="Rechteck 78"/>
          <p:cNvSpPr/>
          <p:nvPr/>
        </p:nvSpPr>
        <p:spPr>
          <a:xfrm>
            <a:off x="2268020" y="112536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Set containing header</a:t>
            </a:r>
          </a:p>
          <a:p>
            <a:pPr>
              <a:lnSpc>
                <a:spcPct val="90000"/>
              </a:lnSpc>
            </a:pPr>
            <a:r>
              <a:rPr lang="en-US" sz="1000" dirty="0">
                <a:solidFill>
                  <a:schemeClr val="tx1"/>
                </a:solidFill>
              </a:rPr>
              <a:t>names or column numbers</a:t>
            </a:r>
          </a:p>
        </p:txBody>
      </p:sp>
      <p:sp>
        <p:nvSpPr>
          <p:cNvPr id="81" name="Rechteck 80"/>
          <p:cNvSpPr/>
          <p:nvPr/>
        </p:nvSpPr>
        <p:spPr>
          <a:xfrm>
            <a:off x="2267800" y="328564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 City, </a:t>
            </a:r>
          </a:p>
          <a:p>
            <a:pPr>
              <a:lnSpc>
                <a:spcPct val="95000"/>
              </a:lnSpc>
            </a:pPr>
            <a:r>
              <a:rPr lang="en-US" sz="1000" dirty="0">
                <a:solidFill>
                  <a:schemeClr val="tx1"/>
                </a:solidFill>
              </a:rPr>
              <a:t>  Famous attraction }, 5 ]</a:t>
            </a:r>
          </a:p>
          <a:p>
            <a:pPr>
              <a:lnSpc>
                <a:spcPct val="95000"/>
              </a:lnSpc>
            </a:pPr>
            <a:r>
              <a:rPr lang="en-US" sz="1000" dirty="0">
                <a:solidFill>
                  <a:schemeClr val="tx1"/>
                </a:solidFill>
              </a:rPr>
              <a:t>[ table: { City, 4 }, -10 ]</a:t>
            </a:r>
          </a:p>
          <a:p>
            <a:pPr>
              <a:lnSpc>
                <a:spcPct val="95000"/>
              </a:lnSpc>
            </a:pPr>
            <a:endParaRPr lang="en-US" sz="1000" dirty="0">
              <a:solidFill>
                <a:schemeClr val="tx1"/>
              </a:solidFill>
            </a:endParaRPr>
          </a:p>
        </p:txBody>
      </p:sp>
      <p:sp>
        <p:nvSpPr>
          <p:cNvPr id="159" name="Rechteck 158"/>
          <p:cNvSpPr/>
          <p:nvPr/>
        </p:nvSpPr>
        <p:spPr>
          <a:xfrm>
            <a:off x="252000" y="177348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0/-15</a:t>
            </a:r>
          </a:p>
        </p:txBody>
      </p:sp>
      <p:sp>
        <p:nvSpPr>
          <p:cNvPr id="160" name="Rechteck 159"/>
          <p:cNvSpPr/>
          <p:nvPr/>
        </p:nvSpPr>
        <p:spPr>
          <a:xfrm>
            <a:off x="252000" y="213353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5/-10</a:t>
            </a:r>
          </a:p>
        </p:txBody>
      </p:sp>
      <p:sp>
        <p:nvSpPr>
          <p:cNvPr id="161" name="Rechteck 160"/>
          <p:cNvSpPr/>
          <p:nvPr/>
        </p:nvSpPr>
        <p:spPr>
          <a:xfrm>
            <a:off x="252000" y="314167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14/-1</a:t>
            </a:r>
          </a:p>
        </p:txBody>
      </p:sp>
      <p:sp>
        <p:nvSpPr>
          <p:cNvPr id="193" name="Rechteck 192"/>
          <p:cNvSpPr/>
          <p:nvPr/>
        </p:nvSpPr>
        <p:spPr>
          <a:xfrm>
            <a:off x="612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194" name="Rechteck 193"/>
          <p:cNvSpPr/>
          <p:nvPr/>
        </p:nvSpPr>
        <p:spPr>
          <a:xfrm>
            <a:off x="32413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0/-8</a:t>
            </a:r>
          </a:p>
        </p:txBody>
      </p:sp>
      <p:sp>
        <p:nvSpPr>
          <p:cNvPr id="71" name="Rechteck 70">
            <a:extLst>
              <a:ext uri="{FF2B5EF4-FFF2-40B4-BE49-F238E27FC236}">
                <a16:creationId xmlns:a16="http://schemas.microsoft.com/office/drawing/2014/main" id="{B44D7697-07FC-4033-BDD5-782F55FD7A82}"/>
              </a:ext>
            </a:extLst>
          </p:cNvPr>
          <p:cNvSpPr/>
          <p:nvPr/>
        </p:nvSpPr>
        <p:spPr>
          <a:xfrm>
            <a:off x="2267798"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a:extLst>
              <a:ext uri="{FF2B5EF4-FFF2-40B4-BE49-F238E27FC236}">
                <a16:creationId xmlns:a16="http://schemas.microsoft.com/office/drawing/2014/main" id="{6EDD713C-8F52-4616-94B6-5DED0E9BE5E9}"/>
              </a:ext>
            </a:extLst>
          </p:cNvPr>
          <p:cNvSpPr/>
          <p:nvPr/>
        </p:nvSpPr>
        <p:spPr>
          <a:xfrm>
            <a:off x="2412000" y="2132940"/>
            <a:ext cx="288020" cy="711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5" name="Gerade Verbindung 94">
            <a:extLst>
              <a:ext uri="{FF2B5EF4-FFF2-40B4-BE49-F238E27FC236}">
                <a16:creationId xmlns:a16="http://schemas.microsoft.com/office/drawing/2014/main" id="{E299F31E-999E-4B6A-BE08-C6DF8CBA79D8}"/>
              </a:ext>
            </a:extLst>
          </p:cNvPr>
          <p:cNvCxnSpPr/>
          <p:nvPr/>
        </p:nvCxnSpPr>
        <p:spPr>
          <a:xfrm>
            <a:off x="2267798"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 Verbindung 94">
            <a:extLst>
              <a:ext uri="{FF2B5EF4-FFF2-40B4-BE49-F238E27FC236}">
                <a16:creationId xmlns:a16="http://schemas.microsoft.com/office/drawing/2014/main" id="{13050CD7-B594-441E-9F3A-BDDF2C5614A0}"/>
              </a:ext>
            </a:extLst>
          </p:cNvPr>
          <p:cNvCxnSpPr/>
          <p:nvPr/>
        </p:nvCxnSpPr>
        <p:spPr>
          <a:xfrm>
            <a:off x="2700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Gerade Verbindung 94">
            <a:extLst>
              <a:ext uri="{FF2B5EF4-FFF2-40B4-BE49-F238E27FC236}">
                <a16:creationId xmlns:a16="http://schemas.microsoft.com/office/drawing/2014/main" id="{6CB76CFF-37B9-4562-BD68-5A6F24FAA9BC}"/>
              </a:ext>
            </a:extLst>
          </p:cNvPr>
          <p:cNvCxnSpPr/>
          <p:nvPr/>
        </p:nvCxnSpPr>
        <p:spPr>
          <a:xfrm>
            <a:off x="2412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8" name="Rechteck 87">
            <a:extLst>
              <a:ext uri="{FF2B5EF4-FFF2-40B4-BE49-F238E27FC236}">
                <a16:creationId xmlns:a16="http://schemas.microsoft.com/office/drawing/2014/main" id="{67C684D8-C2C7-47D6-846C-59D75D452257}"/>
              </a:ext>
            </a:extLst>
          </p:cNvPr>
          <p:cNvSpPr/>
          <p:nvPr/>
        </p:nvSpPr>
        <p:spPr>
          <a:xfrm>
            <a:off x="468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89" name="Rechteck 88">
            <a:extLst>
              <a:ext uri="{FF2B5EF4-FFF2-40B4-BE49-F238E27FC236}">
                <a16:creationId xmlns:a16="http://schemas.microsoft.com/office/drawing/2014/main" id="{4E202A9E-4846-4983-B4FD-B67753EBB23F}"/>
              </a:ext>
            </a:extLst>
          </p:cNvPr>
          <p:cNvSpPr/>
          <p:nvPr/>
        </p:nvSpPr>
        <p:spPr>
          <a:xfrm>
            <a:off x="2412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91" name="Rechteck 90">
            <a:extLst>
              <a:ext uri="{FF2B5EF4-FFF2-40B4-BE49-F238E27FC236}">
                <a16:creationId xmlns:a16="http://schemas.microsoft.com/office/drawing/2014/main" id="{2AF53772-4B33-4DAB-8D63-B557AFBED022}"/>
              </a:ext>
            </a:extLst>
          </p:cNvPr>
          <p:cNvSpPr/>
          <p:nvPr/>
        </p:nvSpPr>
        <p:spPr>
          <a:xfrm>
            <a:off x="428492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Returns row number 5</a:t>
            </a:r>
          </a:p>
        </p:txBody>
      </p:sp>
      <p:sp>
        <p:nvSpPr>
          <p:cNvPr id="92" name="Rechteck 91">
            <a:extLst>
              <a:ext uri="{FF2B5EF4-FFF2-40B4-BE49-F238E27FC236}">
                <a16:creationId xmlns:a16="http://schemas.microsoft.com/office/drawing/2014/main" id="{8D6850DD-C165-4E9F-8410-CF4658B0CFA1}"/>
              </a:ext>
            </a:extLst>
          </p:cNvPr>
          <p:cNvSpPr/>
          <p:nvPr/>
        </p:nvSpPr>
        <p:spPr>
          <a:xfrm>
            <a:off x="2556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3" name="Rechteck 92">
            <a:extLst>
              <a:ext uri="{FF2B5EF4-FFF2-40B4-BE49-F238E27FC236}">
                <a16:creationId xmlns:a16="http://schemas.microsoft.com/office/drawing/2014/main" id="{ECA6964E-083E-40C6-9B3D-F697E70E5FC1}"/>
              </a:ext>
            </a:extLst>
          </p:cNvPr>
          <p:cNvSpPr/>
          <p:nvPr/>
        </p:nvSpPr>
        <p:spPr>
          <a:xfrm>
            <a:off x="6011800" y="177302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4" name="Rechteck 93">
            <a:extLst>
              <a:ext uri="{FF2B5EF4-FFF2-40B4-BE49-F238E27FC236}">
                <a16:creationId xmlns:a16="http://schemas.microsoft.com/office/drawing/2014/main" id="{7AA3CDA5-AFDF-4E21-B8D5-582E73FCFCE5}"/>
              </a:ext>
            </a:extLst>
          </p:cNvPr>
          <p:cNvSpPr/>
          <p:nvPr/>
        </p:nvSpPr>
        <p:spPr>
          <a:xfrm>
            <a:off x="6156000" y="2133070"/>
            <a:ext cx="288020" cy="7193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a:extLst>
              <a:ext uri="{FF2B5EF4-FFF2-40B4-BE49-F238E27FC236}">
                <a16:creationId xmlns:a16="http://schemas.microsoft.com/office/drawing/2014/main" id="{B2D14F6B-AB47-4A1A-821D-D5527E75CCA4}"/>
              </a:ext>
            </a:extLst>
          </p:cNvPr>
          <p:cNvCxnSpPr/>
          <p:nvPr/>
        </p:nvCxnSpPr>
        <p:spPr>
          <a:xfrm>
            <a:off x="6011800" y="184503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Gerade Verbindung 94">
            <a:extLst>
              <a:ext uri="{FF2B5EF4-FFF2-40B4-BE49-F238E27FC236}">
                <a16:creationId xmlns:a16="http://schemas.microsoft.com/office/drawing/2014/main" id="{6E31139D-CB2A-418B-9A55-DB82C73B75F0}"/>
              </a:ext>
            </a:extLst>
          </p:cNvPr>
          <p:cNvCxnSpPr/>
          <p:nvPr/>
        </p:nvCxnSpPr>
        <p:spPr>
          <a:xfrm>
            <a:off x="6444020" y="177302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Gerade Verbindung 94">
            <a:extLst>
              <a:ext uri="{FF2B5EF4-FFF2-40B4-BE49-F238E27FC236}">
                <a16:creationId xmlns:a16="http://schemas.microsoft.com/office/drawing/2014/main" id="{7C4512C5-5344-49D0-94F2-3E3ACFE1B06E}"/>
              </a:ext>
            </a:extLst>
          </p:cNvPr>
          <p:cNvCxnSpPr/>
          <p:nvPr/>
        </p:nvCxnSpPr>
        <p:spPr>
          <a:xfrm>
            <a:off x="6156000" y="177302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8" name="Rechteck 97">
            <a:extLst>
              <a:ext uri="{FF2B5EF4-FFF2-40B4-BE49-F238E27FC236}">
                <a16:creationId xmlns:a16="http://schemas.microsoft.com/office/drawing/2014/main" id="{BFBFED63-7E0B-4ABF-AD08-91D657B8EBF3}"/>
              </a:ext>
            </a:extLst>
          </p:cNvPr>
          <p:cNvSpPr/>
          <p:nvPr/>
        </p:nvSpPr>
        <p:spPr>
          <a:xfrm>
            <a:off x="622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9" name="Rechteck 98">
            <a:extLst>
              <a:ext uri="{FF2B5EF4-FFF2-40B4-BE49-F238E27FC236}">
                <a16:creationId xmlns:a16="http://schemas.microsoft.com/office/drawing/2014/main" id="{40068BAE-E977-408D-80E1-BF0D9A7442BB}"/>
              </a:ext>
            </a:extLst>
          </p:cNvPr>
          <p:cNvSpPr/>
          <p:nvPr/>
        </p:nvSpPr>
        <p:spPr>
          <a:xfrm>
            <a:off x="6011800" y="3285000"/>
            <a:ext cx="28082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City, San Francisco, </a:t>
            </a:r>
          </a:p>
          <a:p>
            <a:pPr>
              <a:lnSpc>
                <a:spcPct val="95000"/>
              </a:lnSpc>
            </a:pPr>
            <a:r>
              <a:rPr lang="en-US" sz="1000" dirty="0">
                <a:solidFill>
                  <a:schemeClr val="tx1"/>
                </a:solidFill>
              </a:rPr>
              <a:t>  { Famous attraction,</a:t>
            </a:r>
          </a:p>
          <a:p>
            <a:pPr>
              <a:lnSpc>
                <a:spcPct val="95000"/>
              </a:lnSpc>
            </a:pPr>
            <a:r>
              <a:rPr lang="en-US" sz="1000" dirty="0">
                <a:solidFill>
                  <a:schemeClr val="tx1"/>
                </a:solidFill>
              </a:rPr>
              <a:t>    Country } ]</a:t>
            </a:r>
          </a:p>
        </p:txBody>
      </p:sp>
      <p:sp>
        <p:nvSpPr>
          <p:cNvPr id="100" name="Rechteck 99">
            <a:extLst>
              <a:ext uri="{FF2B5EF4-FFF2-40B4-BE49-F238E27FC236}">
                <a16:creationId xmlns:a16="http://schemas.microsoft.com/office/drawing/2014/main" id="{5EA693AF-F9A5-4DEB-AE8C-1213E96492DD}"/>
              </a:ext>
            </a:extLst>
          </p:cNvPr>
          <p:cNvSpPr/>
          <p:nvPr/>
        </p:nvSpPr>
        <p:spPr>
          <a:xfrm>
            <a:off x="6012000" y="220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USA</a:t>
            </a:r>
          </a:p>
        </p:txBody>
      </p:sp>
      <p:sp>
        <p:nvSpPr>
          <p:cNvPr id="101" name="Rechteck 100">
            <a:extLst>
              <a:ext uri="{FF2B5EF4-FFF2-40B4-BE49-F238E27FC236}">
                <a16:creationId xmlns:a16="http://schemas.microsoft.com/office/drawing/2014/main" id="{648CB817-2E01-4346-9C8D-477332F7BA6A}"/>
              </a:ext>
            </a:extLst>
          </p:cNvPr>
          <p:cNvSpPr/>
          <p:nvPr/>
        </p:nvSpPr>
        <p:spPr>
          <a:xfrm>
            <a:off x="694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sp>
        <p:nvSpPr>
          <p:cNvPr id="102" name="Rechteck 101">
            <a:extLst>
              <a:ext uri="{FF2B5EF4-FFF2-40B4-BE49-F238E27FC236}">
                <a16:creationId xmlns:a16="http://schemas.microsoft.com/office/drawing/2014/main" id="{03D20A9E-A71B-4E17-845D-04B4F81C3B31}"/>
              </a:ext>
            </a:extLst>
          </p:cNvPr>
          <p:cNvSpPr/>
          <p:nvPr/>
        </p:nvSpPr>
        <p:spPr>
          <a:xfrm>
            <a:off x="6804000" y="2132990"/>
            <a:ext cx="288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3" name="Rechteck 102">
            <a:extLst>
              <a:ext uri="{FF2B5EF4-FFF2-40B4-BE49-F238E27FC236}">
                <a16:creationId xmlns:a16="http://schemas.microsoft.com/office/drawing/2014/main" id="{1D418521-2E4F-46B8-AB90-FCA570A4E3D2}"/>
              </a:ext>
            </a:extLst>
          </p:cNvPr>
          <p:cNvSpPr/>
          <p:nvPr/>
        </p:nvSpPr>
        <p:spPr>
          <a:xfrm>
            <a:off x="6660000" y="220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Golden Gate</a:t>
            </a:r>
          </a:p>
        </p:txBody>
      </p:sp>
      <p:cxnSp>
        <p:nvCxnSpPr>
          <p:cNvPr id="5" name="Gerade Verbindung mit Pfeil 4">
            <a:extLst>
              <a:ext uri="{FF2B5EF4-FFF2-40B4-BE49-F238E27FC236}">
                <a16:creationId xmlns:a16="http://schemas.microsoft.com/office/drawing/2014/main" id="{BE005F7A-12AF-4E72-8E06-1E0DFFBC8394}"/>
              </a:ext>
            </a:extLst>
          </p:cNvPr>
          <p:cNvCxnSpPr>
            <a:cxnSpLocks/>
          </p:cNvCxnSpPr>
          <p:nvPr/>
        </p:nvCxnSpPr>
        <p:spPr>
          <a:xfrm>
            <a:off x="6516000" y="2133000"/>
            <a:ext cx="21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Gerade Verbindung 94">
            <a:extLst>
              <a:ext uri="{FF2B5EF4-FFF2-40B4-BE49-F238E27FC236}">
                <a16:creationId xmlns:a16="http://schemas.microsoft.com/office/drawing/2014/main" id="{C03979A1-F89D-4061-8ED4-5B8E520AF4EB}"/>
              </a:ext>
            </a:extLst>
          </p:cNvPr>
          <p:cNvCxnSpPr/>
          <p:nvPr/>
        </p:nvCxnSpPr>
        <p:spPr>
          <a:xfrm>
            <a:off x="6804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Gerade Verbindung 94">
            <a:extLst>
              <a:ext uri="{FF2B5EF4-FFF2-40B4-BE49-F238E27FC236}">
                <a16:creationId xmlns:a16="http://schemas.microsoft.com/office/drawing/2014/main" id="{DDCC57CE-41D7-4885-BE47-C1F9F49E7ED7}"/>
              </a:ext>
            </a:extLst>
          </p:cNvPr>
          <p:cNvCxnSpPr/>
          <p:nvPr/>
        </p:nvCxnSpPr>
        <p:spPr>
          <a:xfrm>
            <a:off x="7092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Rechteck 105">
            <a:extLst>
              <a:ext uri="{FF2B5EF4-FFF2-40B4-BE49-F238E27FC236}">
                <a16:creationId xmlns:a16="http://schemas.microsoft.com/office/drawing/2014/main" id="{30978A30-4B08-44E6-ABE5-2129B759A10E}"/>
              </a:ext>
            </a:extLst>
          </p:cNvPr>
          <p:cNvSpPr/>
          <p:nvPr/>
        </p:nvSpPr>
        <p:spPr>
          <a:xfrm>
            <a:off x="6876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
        <p:nvSpPr>
          <p:cNvPr id="62" name="Rechteck 61">
            <a:extLst>
              <a:ext uri="{FF2B5EF4-FFF2-40B4-BE49-F238E27FC236}">
                <a16:creationId xmlns:a16="http://schemas.microsoft.com/office/drawing/2014/main" id="{4E1376F1-70AE-4BDA-8DD0-C0B423209ECA}"/>
              </a:ext>
            </a:extLst>
          </p:cNvPr>
          <p:cNvSpPr/>
          <p:nvPr/>
        </p:nvSpPr>
        <p:spPr>
          <a:xfrm>
            <a:off x="1332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sp>
        <p:nvSpPr>
          <p:cNvPr id="63" name="Rechteck 62">
            <a:extLst>
              <a:ext uri="{FF2B5EF4-FFF2-40B4-BE49-F238E27FC236}">
                <a16:creationId xmlns:a16="http://schemas.microsoft.com/office/drawing/2014/main" id="{422BC97E-E859-423E-BA44-FEB10128B0B1}"/>
              </a:ext>
            </a:extLst>
          </p:cNvPr>
          <p:cNvSpPr/>
          <p:nvPr/>
        </p:nvSpPr>
        <p:spPr>
          <a:xfrm>
            <a:off x="1188000" y="213299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4" name="Rechteck 63">
            <a:extLst>
              <a:ext uri="{FF2B5EF4-FFF2-40B4-BE49-F238E27FC236}">
                <a16:creationId xmlns:a16="http://schemas.microsoft.com/office/drawing/2014/main" id="{18389487-316E-4B45-803A-A019D98985E9}"/>
              </a:ext>
            </a:extLst>
          </p:cNvPr>
          <p:cNvSpPr/>
          <p:nvPr/>
        </p:nvSpPr>
        <p:spPr>
          <a:xfrm>
            <a:off x="1044000" y="220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Golden Gate</a:t>
            </a:r>
          </a:p>
        </p:txBody>
      </p:sp>
      <p:cxnSp>
        <p:nvCxnSpPr>
          <p:cNvPr id="65" name="Gerade Verbindung 94">
            <a:extLst>
              <a:ext uri="{FF2B5EF4-FFF2-40B4-BE49-F238E27FC236}">
                <a16:creationId xmlns:a16="http://schemas.microsoft.com/office/drawing/2014/main" id="{31EC0C8B-85F6-480F-9933-86DBA39C0F74}"/>
              </a:ext>
            </a:extLst>
          </p:cNvPr>
          <p:cNvCxnSpPr/>
          <p:nvPr/>
        </p:nvCxnSpPr>
        <p:spPr>
          <a:xfrm>
            <a:off x="1188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Gerade Verbindung 94">
            <a:extLst>
              <a:ext uri="{FF2B5EF4-FFF2-40B4-BE49-F238E27FC236}">
                <a16:creationId xmlns:a16="http://schemas.microsoft.com/office/drawing/2014/main" id="{A3E61FB8-4C7F-4099-9DFE-BE0798D1EE3F}"/>
              </a:ext>
            </a:extLst>
          </p:cNvPr>
          <p:cNvCxnSpPr/>
          <p:nvPr/>
        </p:nvCxnSpPr>
        <p:spPr>
          <a:xfrm>
            <a:off x="1476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67" name="Rechteck 66">
            <a:extLst>
              <a:ext uri="{FF2B5EF4-FFF2-40B4-BE49-F238E27FC236}">
                <a16:creationId xmlns:a16="http://schemas.microsoft.com/office/drawing/2014/main" id="{DD81A319-789C-4877-BF8E-9E5D66BAD063}"/>
              </a:ext>
            </a:extLst>
          </p:cNvPr>
          <p:cNvSpPr/>
          <p:nvPr/>
        </p:nvSpPr>
        <p:spPr>
          <a:xfrm>
            <a:off x="1260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
        <p:nvSpPr>
          <p:cNvPr id="82" name="Rechteck 81">
            <a:extLst>
              <a:ext uri="{FF2B5EF4-FFF2-40B4-BE49-F238E27FC236}">
                <a16:creationId xmlns:a16="http://schemas.microsoft.com/office/drawing/2014/main" id="{A8B8204D-6807-4139-BD5E-68AACF7383AB}"/>
              </a:ext>
            </a:extLst>
          </p:cNvPr>
          <p:cNvSpPr/>
          <p:nvPr/>
        </p:nvSpPr>
        <p:spPr>
          <a:xfrm>
            <a:off x="226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Country</a:t>
            </a:r>
          </a:p>
        </p:txBody>
      </p:sp>
      <p:sp>
        <p:nvSpPr>
          <p:cNvPr id="125" name="Rechteck 124">
            <a:extLst>
              <a:ext uri="{FF2B5EF4-FFF2-40B4-BE49-F238E27FC236}">
                <a16:creationId xmlns:a16="http://schemas.microsoft.com/office/drawing/2014/main" id="{433DF6AF-511D-47C6-9139-A1D5E1F1A0D3}"/>
              </a:ext>
            </a:extLst>
          </p:cNvPr>
          <p:cNvSpPr/>
          <p:nvPr/>
        </p:nvSpPr>
        <p:spPr>
          <a:xfrm>
            <a:off x="6012000" y="2133000"/>
            <a:ext cx="144000" cy="72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6" name="Rechteck 125">
            <a:extLst>
              <a:ext uri="{FF2B5EF4-FFF2-40B4-BE49-F238E27FC236}">
                <a16:creationId xmlns:a16="http://schemas.microsoft.com/office/drawing/2014/main" id="{4FF78091-EB2D-4CFA-B9BB-C9ACF0FA92CB}"/>
              </a:ext>
            </a:extLst>
          </p:cNvPr>
          <p:cNvSpPr/>
          <p:nvPr/>
        </p:nvSpPr>
        <p:spPr>
          <a:xfrm>
            <a:off x="586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Country</a:t>
            </a:r>
          </a:p>
        </p:txBody>
      </p:sp>
      <p:cxnSp>
        <p:nvCxnSpPr>
          <p:cNvPr id="127" name="Gerade Verbindung mit Pfeil 126">
            <a:extLst>
              <a:ext uri="{FF2B5EF4-FFF2-40B4-BE49-F238E27FC236}">
                <a16:creationId xmlns:a16="http://schemas.microsoft.com/office/drawing/2014/main" id="{00CA427A-B89E-4FD1-A2DB-1A8C7952F7C2}"/>
              </a:ext>
            </a:extLst>
          </p:cNvPr>
          <p:cNvCxnSpPr>
            <a:cxnSpLocks/>
          </p:cNvCxnSpPr>
          <p:nvPr/>
        </p:nvCxnSpPr>
        <p:spPr>
          <a:xfrm flipH="1">
            <a:off x="6228000" y="2061000"/>
            <a:ext cx="21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Rechteck 127">
            <a:extLst>
              <a:ext uri="{FF2B5EF4-FFF2-40B4-BE49-F238E27FC236}">
                <a16:creationId xmlns:a16="http://schemas.microsoft.com/office/drawing/2014/main" id="{DD23C8F8-B52C-49EC-AB8C-D9D76899A439}"/>
              </a:ext>
            </a:extLst>
          </p:cNvPr>
          <p:cNvSpPr/>
          <p:nvPr/>
        </p:nvSpPr>
        <p:spPr>
          <a:xfrm>
            <a:off x="6372000" y="2421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{Golden Gate, USA} returned</a:t>
            </a:r>
          </a:p>
        </p:txBody>
      </p:sp>
      <p:sp>
        <p:nvSpPr>
          <p:cNvPr id="129" name="Rechteck 128">
            <a:extLst>
              <a:ext uri="{FF2B5EF4-FFF2-40B4-BE49-F238E27FC236}">
                <a16:creationId xmlns:a16="http://schemas.microsoft.com/office/drawing/2014/main" id="{BAF218A9-6B80-4FE2-B554-07876A060B78}"/>
              </a:ext>
            </a:extLst>
          </p:cNvPr>
          <p:cNvSpPr/>
          <p:nvPr/>
        </p:nvSpPr>
        <p:spPr>
          <a:xfrm>
            <a:off x="514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sp>
        <p:nvSpPr>
          <p:cNvPr id="130" name="Rechteck 129">
            <a:extLst>
              <a:ext uri="{FF2B5EF4-FFF2-40B4-BE49-F238E27FC236}">
                <a16:creationId xmlns:a16="http://schemas.microsoft.com/office/drawing/2014/main" id="{1C0B259F-D96D-4B01-A498-F517A0624068}"/>
              </a:ext>
            </a:extLst>
          </p:cNvPr>
          <p:cNvSpPr/>
          <p:nvPr/>
        </p:nvSpPr>
        <p:spPr>
          <a:xfrm>
            <a:off x="5004000" y="213299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33" name="Gerade Verbindung 94">
            <a:extLst>
              <a:ext uri="{FF2B5EF4-FFF2-40B4-BE49-F238E27FC236}">
                <a16:creationId xmlns:a16="http://schemas.microsoft.com/office/drawing/2014/main" id="{05C9F4B2-54E9-4C8C-92CD-EC4018F1328A}"/>
              </a:ext>
            </a:extLst>
          </p:cNvPr>
          <p:cNvCxnSpPr/>
          <p:nvPr/>
        </p:nvCxnSpPr>
        <p:spPr>
          <a:xfrm>
            <a:off x="5004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Gerade Verbindung 94">
            <a:extLst>
              <a:ext uri="{FF2B5EF4-FFF2-40B4-BE49-F238E27FC236}">
                <a16:creationId xmlns:a16="http://schemas.microsoft.com/office/drawing/2014/main" id="{8473150E-42F1-4647-9090-790F414FA557}"/>
              </a:ext>
            </a:extLst>
          </p:cNvPr>
          <p:cNvCxnSpPr/>
          <p:nvPr/>
        </p:nvCxnSpPr>
        <p:spPr>
          <a:xfrm>
            <a:off x="5292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35" name="Rechteck 134">
            <a:extLst>
              <a:ext uri="{FF2B5EF4-FFF2-40B4-BE49-F238E27FC236}">
                <a16:creationId xmlns:a16="http://schemas.microsoft.com/office/drawing/2014/main" id="{8DE4828E-BF6B-40FF-9C9F-CA75E0D753C2}"/>
              </a:ext>
            </a:extLst>
          </p:cNvPr>
          <p:cNvSpPr/>
          <p:nvPr/>
        </p:nvSpPr>
        <p:spPr>
          <a:xfrm>
            <a:off x="5076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
        <p:nvSpPr>
          <p:cNvPr id="123" name="Rechteck 122">
            <a:extLst>
              <a:ext uri="{FF2B5EF4-FFF2-40B4-BE49-F238E27FC236}">
                <a16:creationId xmlns:a16="http://schemas.microsoft.com/office/drawing/2014/main" id="{28EE221B-2902-4D5A-97DB-980166568A37}"/>
              </a:ext>
            </a:extLst>
          </p:cNvPr>
          <p:cNvSpPr/>
          <p:nvPr/>
        </p:nvSpPr>
        <p:spPr>
          <a:xfrm>
            <a:off x="3132000" y="213300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4" name="Rechteck 123">
            <a:extLst>
              <a:ext uri="{FF2B5EF4-FFF2-40B4-BE49-F238E27FC236}">
                <a16:creationId xmlns:a16="http://schemas.microsoft.com/office/drawing/2014/main" id="{4BF3AC23-56B3-4FDA-BD1C-7C6205B95E00}"/>
              </a:ext>
            </a:extLst>
          </p:cNvPr>
          <p:cNvSpPr/>
          <p:nvPr/>
        </p:nvSpPr>
        <p:spPr>
          <a:xfrm>
            <a:off x="3276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cxnSp>
        <p:nvCxnSpPr>
          <p:cNvPr id="131" name="Gerade Verbindung 94">
            <a:extLst>
              <a:ext uri="{FF2B5EF4-FFF2-40B4-BE49-F238E27FC236}">
                <a16:creationId xmlns:a16="http://schemas.microsoft.com/office/drawing/2014/main" id="{6F652A38-DC02-4370-8DE7-102FB9071594}"/>
              </a:ext>
            </a:extLst>
          </p:cNvPr>
          <p:cNvCxnSpPr/>
          <p:nvPr/>
        </p:nvCxnSpPr>
        <p:spPr>
          <a:xfrm>
            <a:off x="3132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Gerade Verbindung 94">
            <a:extLst>
              <a:ext uri="{FF2B5EF4-FFF2-40B4-BE49-F238E27FC236}">
                <a16:creationId xmlns:a16="http://schemas.microsoft.com/office/drawing/2014/main" id="{A9EA8EAF-9FAE-4AF0-85A6-8044375C6605}"/>
              </a:ext>
            </a:extLst>
          </p:cNvPr>
          <p:cNvCxnSpPr/>
          <p:nvPr/>
        </p:nvCxnSpPr>
        <p:spPr>
          <a:xfrm>
            <a:off x="3420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36" name="Rechteck 135">
            <a:extLst>
              <a:ext uri="{FF2B5EF4-FFF2-40B4-BE49-F238E27FC236}">
                <a16:creationId xmlns:a16="http://schemas.microsoft.com/office/drawing/2014/main" id="{EC29FEB4-A905-4109-ABFE-D7C7723BAE59}"/>
              </a:ext>
            </a:extLst>
          </p:cNvPr>
          <p:cNvSpPr/>
          <p:nvPr/>
        </p:nvSpPr>
        <p:spPr>
          <a:xfrm>
            <a:off x="3204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Tree>
    <p:extLst>
      <p:ext uri="{BB962C8B-B14F-4D97-AF65-F5344CB8AC3E}">
        <p14:creationId xmlns:p14="http://schemas.microsoft.com/office/powerpoint/2010/main" val="3943767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Accessing Tables</a:t>
            </a:r>
            <a:br>
              <a:rPr lang="en-US" dirty="0"/>
            </a:br>
            <a:r>
              <a:rPr lang="en-US" sz="1600" dirty="0"/>
              <a:t>Horizontal Access – Full Table Specification – Wildcards</a:t>
            </a:r>
          </a:p>
        </p:txBody>
      </p:sp>
      <p:sp>
        <p:nvSpPr>
          <p:cNvPr id="6" name="Textplatzhalter 5"/>
          <p:cNvSpPr>
            <a:spLocks noGrp="1"/>
          </p:cNvSpPr>
          <p:nvPr>
            <p:ph type="body" sz="quarter" idx="16"/>
          </p:nvPr>
        </p:nvSpPr>
        <p:spPr/>
        <p:txBody>
          <a:bodyPr/>
          <a:lstStyle/>
          <a:p>
            <a:r>
              <a:rPr lang="en-US" dirty="0"/>
              <a:t>Description_Table_Horizontal_Access_Wildcard_Full.png</a:t>
            </a:r>
          </a:p>
        </p:txBody>
      </p:sp>
      <p:sp>
        <p:nvSpPr>
          <p:cNvPr id="212" name="Rechteck 211"/>
          <p:cNvSpPr/>
          <p:nvPr/>
        </p:nvSpPr>
        <p:spPr>
          <a:xfrm>
            <a:off x="395800" y="17730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3" name="Rechteck 212"/>
          <p:cNvSpPr/>
          <p:nvPr/>
        </p:nvSpPr>
        <p:spPr>
          <a:xfrm>
            <a:off x="540000" y="2133000"/>
            <a:ext cx="288020" cy="7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4" name="Gerade Verbindung 94"/>
          <p:cNvCxnSpPr/>
          <p:nvPr/>
        </p:nvCxnSpPr>
        <p:spPr>
          <a:xfrm>
            <a:off x="395800" y="18451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Gerade Verbindung 94"/>
          <p:cNvCxnSpPr/>
          <p:nvPr/>
        </p:nvCxnSpPr>
        <p:spPr>
          <a:xfrm>
            <a:off x="828020" y="17730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Gerade Verbindung 94"/>
          <p:cNvCxnSpPr/>
          <p:nvPr/>
        </p:nvCxnSpPr>
        <p:spPr>
          <a:xfrm>
            <a:off x="540000" y="17730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p:cNvSpPr/>
          <p:nvPr/>
        </p:nvSpPr>
        <p:spPr>
          <a:xfrm>
            <a:off x="395800" y="765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a:t>
            </a:r>
          </a:p>
        </p:txBody>
      </p:sp>
      <p:sp>
        <p:nvSpPr>
          <p:cNvPr id="223" name="Rechteck 222"/>
          <p:cNvSpPr/>
          <p:nvPr/>
        </p:nvSpPr>
        <p:spPr>
          <a:xfrm>
            <a:off x="395800" y="98102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Wildcard in 1</a:t>
            </a:r>
            <a:r>
              <a:rPr lang="en-US" sz="1000" baseline="30000" dirty="0">
                <a:solidFill>
                  <a:schemeClr val="tx1"/>
                </a:solidFill>
              </a:rPr>
              <a:t>st</a:t>
            </a:r>
            <a:r>
              <a:rPr lang="en-US" sz="1000" dirty="0">
                <a:solidFill>
                  <a:schemeClr val="tx1"/>
                </a:solidFill>
              </a:rPr>
              <a:t> column</a:t>
            </a:r>
          </a:p>
          <a:p>
            <a:pPr>
              <a:lnSpc>
                <a:spcPct val="90000"/>
              </a:lnSpc>
            </a:pPr>
            <a:r>
              <a:rPr lang="en-US" sz="1000" dirty="0">
                <a:solidFill>
                  <a:schemeClr val="tx1"/>
                </a:solidFill>
              </a:rPr>
              <a:t>specifier</a:t>
            </a:r>
          </a:p>
        </p:txBody>
      </p:sp>
      <p:sp>
        <p:nvSpPr>
          <p:cNvPr id="238" name="Rechteck 237"/>
          <p:cNvSpPr/>
          <p:nvPr/>
        </p:nvSpPr>
        <p:spPr>
          <a:xfrm>
            <a:off x="4139060" y="765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Lookup Access</a:t>
            </a:r>
          </a:p>
        </p:txBody>
      </p:sp>
      <p:sp>
        <p:nvSpPr>
          <p:cNvPr id="239" name="Rechteck 238"/>
          <p:cNvSpPr/>
          <p:nvPr/>
        </p:nvSpPr>
        <p:spPr>
          <a:xfrm>
            <a:off x="4139060" y="981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Wildcard in 1</a:t>
            </a:r>
            <a:r>
              <a:rPr lang="en-US" sz="1000" baseline="30000" dirty="0">
                <a:solidFill>
                  <a:schemeClr val="tx1"/>
                </a:solidFill>
              </a:rPr>
              <a:t>st</a:t>
            </a:r>
            <a:r>
              <a:rPr lang="en-US" sz="1000" dirty="0">
                <a:solidFill>
                  <a:schemeClr val="tx1"/>
                </a:solidFill>
              </a:rPr>
              <a:t> column specifier,</a:t>
            </a:r>
          </a:p>
          <a:p>
            <a:pPr>
              <a:lnSpc>
                <a:spcPct val="90000"/>
              </a:lnSpc>
            </a:pPr>
            <a:r>
              <a:rPr lang="en-US" sz="1000" dirty="0">
                <a:solidFill>
                  <a:schemeClr val="tx1"/>
                </a:solidFill>
              </a:rPr>
              <a:t>set in 2</a:t>
            </a:r>
            <a:r>
              <a:rPr lang="en-US" sz="1000" baseline="30000" dirty="0">
                <a:solidFill>
                  <a:schemeClr val="tx1"/>
                </a:solidFill>
              </a:rPr>
              <a:t>nd</a:t>
            </a:r>
            <a:r>
              <a:rPr lang="en-US" sz="1000" dirty="0">
                <a:solidFill>
                  <a:schemeClr val="tx1"/>
                </a:solidFill>
              </a:rPr>
              <a:t> specifier</a:t>
            </a:r>
          </a:p>
        </p:txBody>
      </p:sp>
      <p:sp>
        <p:nvSpPr>
          <p:cNvPr id="270" name="Rechteck 269"/>
          <p:cNvSpPr/>
          <p:nvPr/>
        </p:nvSpPr>
        <p:spPr>
          <a:xfrm>
            <a:off x="6011580" y="765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Lookup Access</a:t>
            </a:r>
          </a:p>
        </p:txBody>
      </p:sp>
      <p:sp>
        <p:nvSpPr>
          <p:cNvPr id="272" name="Rechteck 271"/>
          <p:cNvSpPr/>
          <p:nvPr/>
        </p:nvSpPr>
        <p:spPr>
          <a:xfrm>
            <a:off x="6011580" y="981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Wildcard in 2</a:t>
            </a:r>
            <a:r>
              <a:rPr lang="en-US" sz="1000" baseline="30000" dirty="0">
                <a:solidFill>
                  <a:schemeClr val="tx1"/>
                </a:solidFill>
              </a:rPr>
              <a:t>nd</a:t>
            </a:r>
            <a:r>
              <a:rPr lang="en-US" sz="1000" dirty="0">
                <a:solidFill>
                  <a:schemeClr val="tx1"/>
                </a:solidFill>
              </a:rPr>
              <a:t> column specifier</a:t>
            </a:r>
          </a:p>
        </p:txBody>
      </p:sp>
      <p:sp>
        <p:nvSpPr>
          <p:cNvPr id="54" name="Rechteck 53"/>
          <p:cNvSpPr/>
          <p:nvPr/>
        </p:nvSpPr>
        <p:spPr>
          <a:xfrm>
            <a:off x="395800" y="3285300"/>
            <a:ext cx="1584220" cy="5037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:'F*',   5 ]</a:t>
            </a:r>
          </a:p>
          <a:p>
            <a:pPr>
              <a:lnSpc>
                <a:spcPct val="95000"/>
              </a:lnSpc>
            </a:pPr>
            <a:r>
              <a:rPr lang="en-US" sz="1000" dirty="0">
                <a:solidFill>
                  <a:schemeClr val="tx1"/>
                </a:solidFill>
              </a:rPr>
              <a:t>[ table:  :'F*',-10 ]</a:t>
            </a:r>
          </a:p>
          <a:p>
            <a:pPr>
              <a:lnSpc>
                <a:spcPct val="95000"/>
              </a:lnSpc>
            </a:pPr>
            <a:endParaRPr lang="en-US" sz="1000" dirty="0">
              <a:solidFill>
                <a:schemeClr val="tx1"/>
              </a:solidFill>
            </a:endParaRPr>
          </a:p>
        </p:txBody>
      </p:sp>
      <p:sp>
        <p:nvSpPr>
          <p:cNvPr id="78" name="Rechteck 77"/>
          <p:cNvSpPr/>
          <p:nvPr/>
        </p:nvSpPr>
        <p:spPr>
          <a:xfrm>
            <a:off x="2268020" y="76534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a:t>
            </a:r>
          </a:p>
        </p:txBody>
      </p:sp>
      <p:sp>
        <p:nvSpPr>
          <p:cNvPr id="79" name="Rechteck 78"/>
          <p:cNvSpPr/>
          <p:nvPr/>
        </p:nvSpPr>
        <p:spPr>
          <a:xfrm>
            <a:off x="2268020" y="98136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Wildcard in 1</a:t>
            </a:r>
            <a:r>
              <a:rPr lang="en-US" sz="1000" baseline="30000" dirty="0">
                <a:solidFill>
                  <a:schemeClr val="tx1"/>
                </a:solidFill>
              </a:rPr>
              <a:t>st</a:t>
            </a:r>
            <a:r>
              <a:rPr lang="en-US" sz="1000" dirty="0">
                <a:solidFill>
                  <a:schemeClr val="tx1"/>
                </a:solidFill>
              </a:rPr>
              <a:t> column</a:t>
            </a:r>
          </a:p>
          <a:p>
            <a:pPr>
              <a:lnSpc>
                <a:spcPct val="90000"/>
              </a:lnSpc>
            </a:pPr>
            <a:r>
              <a:rPr lang="en-US" sz="1000" dirty="0">
                <a:solidFill>
                  <a:schemeClr val="tx1"/>
                </a:solidFill>
              </a:rPr>
              <a:t>specifier, search</a:t>
            </a:r>
          </a:p>
        </p:txBody>
      </p:sp>
      <p:sp>
        <p:nvSpPr>
          <p:cNvPr id="81" name="Rechteck 80"/>
          <p:cNvSpPr/>
          <p:nvPr/>
        </p:nvSpPr>
        <p:spPr>
          <a:xfrm>
            <a:off x="2267800" y="328564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:'F*', Golden Gate]</a:t>
            </a:r>
          </a:p>
          <a:p>
            <a:pPr>
              <a:lnSpc>
                <a:spcPct val="95000"/>
              </a:lnSpc>
            </a:pPr>
            <a:endParaRPr lang="en-US" sz="1000" dirty="0">
              <a:solidFill>
                <a:schemeClr val="tx1"/>
              </a:solidFill>
            </a:endParaRPr>
          </a:p>
        </p:txBody>
      </p:sp>
      <p:sp>
        <p:nvSpPr>
          <p:cNvPr id="159" name="Rechteck 158"/>
          <p:cNvSpPr/>
          <p:nvPr/>
        </p:nvSpPr>
        <p:spPr>
          <a:xfrm>
            <a:off x="252000" y="177348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0/-15</a:t>
            </a:r>
          </a:p>
        </p:txBody>
      </p:sp>
      <p:sp>
        <p:nvSpPr>
          <p:cNvPr id="160" name="Rechteck 159"/>
          <p:cNvSpPr/>
          <p:nvPr/>
        </p:nvSpPr>
        <p:spPr>
          <a:xfrm>
            <a:off x="252000" y="213353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5/-10</a:t>
            </a:r>
          </a:p>
        </p:txBody>
      </p:sp>
      <p:sp>
        <p:nvSpPr>
          <p:cNvPr id="161" name="Rechteck 160"/>
          <p:cNvSpPr/>
          <p:nvPr/>
        </p:nvSpPr>
        <p:spPr>
          <a:xfrm>
            <a:off x="252000" y="314167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14/-1</a:t>
            </a:r>
          </a:p>
        </p:txBody>
      </p:sp>
      <p:sp>
        <p:nvSpPr>
          <p:cNvPr id="193" name="Rechteck 192"/>
          <p:cNvSpPr/>
          <p:nvPr/>
        </p:nvSpPr>
        <p:spPr>
          <a:xfrm>
            <a:off x="612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194" name="Rechteck 193"/>
          <p:cNvSpPr/>
          <p:nvPr/>
        </p:nvSpPr>
        <p:spPr>
          <a:xfrm>
            <a:off x="32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0/-8</a:t>
            </a:r>
          </a:p>
        </p:txBody>
      </p:sp>
      <p:sp>
        <p:nvSpPr>
          <p:cNvPr id="71" name="Rechteck 70">
            <a:extLst>
              <a:ext uri="{FF2B5EF4-FFF2-40B4-BE49-F238E27FC236}">
                <a16:creationId xmlns:a16="http://schemas.microsoft.com/office/drawing/2014/main" id="{B44D7697-07FC-4033-BDD5-782F55FD7A82}"/>
              </a:ext>
            </a:extLst>
          </p:cNvPr>
          <p:cNvSpPr/>
          <p:nvPr/>
        </p:nvSpPr>
        <p:spPr>
          <a:xfrm>
            <a:off x="2267798"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5" name="Gerade Verbindung 94">
            <a:extLst>
              <a:ext uri="{FF2B5EF4-FFF2-40B4-BE49-F238E27FC236}">
                <a16:creationId xmlns:a16="http://schemas.microsoft.com/office/drawing/2014/main" id="{E299F31E-999E-4B6A-BE08-C6DF8CBA79D8}"/>
              </a:ext>
            </a:extLst>
          </p:cNvPr>
          <p:cNvCxnSpPr/>
          <p:nvPr/>
        </p:nvCxnSpPr>
        <p:spPr>
          <a:xfrm>
            <a:off x="2267798"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 Verbindung 94">
            <a:extLst>
              <a:ext uri="{FF2B5EF4-FFF2-40B4-BE49-F238E27FC236}">
                <a16:creationId xmlns:a16="http://schemas.microsoft.com/office/drawing/2014/main" id="{13050CD7-B594-441E-9F3A-BDDF2C5614A0}"/>
              </a:ext>
            </a:extLst>
          </p:cNvPr>
          <p:cNvCxnSpPr/>
          <p:nvPr/>
        </p:nvCxnSpPr>
        <p:spPr>
          <a:xfrm>
            <a:off x="2700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Gerade Verbindung 94">
            <a:extLst>
              <a:ext uri="{FF2B5EF4-FFF2-40B4-BE49-F238E27FC236}">
                <a16:creationId xmlns:a16="http://schemas.microsoft.com/office/drawing/2014/main" id="{6CB76CFF-37B9-4562-BD68-5A6F24FAA9BC}"/>
              </a:ext>
            </a:extLst>
          </p:cNvPr>
          <p:cNvCxnSpPr/>
          <p:nvPr/>
        </p:nvCxnSpPr>
        <p:spPr>
          <a:xfrm>
            <a:off x="2412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8" name="Rechteck 87">
            <a:extLst>
              <a:ext uri="{FF2B5EF4-FFF2-40B4-BE49-F238E27FC236}">
                <a16:creationId xmlns:a16="http://schemas.microsoft.com/office/drawing/2014/main" id="{67C684D8-C2C7-47D6-846C-59D75D452257}"/>
              </a:ext>
            </a:extLst>
          </p:cNvPr>
          <p:cNvSpPr/>
          <p:nvPr/>
        </p:nvSpPr>
        <p:spPr>
          <a:xfrm>
            <a:off x="468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92" name="Rechteck 91">
            <a:extLst>
              <a:ext uri="{FF2B5EF4-FFF2-40B4-BE49-F238E27FC236}">
                <a16:creationId xmlns:a16="http://schemas.microsoft.com/office/drawing/2014/main" id="{8D6850DD-C165-4E9F-8410-CF4658B0CFA1}"/>
              </a:ext>
            </a:extLst>
          </p:cNvPr>
          <p:cNvSpPr/>
          <p:nvPr/>
        </p:nvSpPr>
        <p:spPr>
          <a:xfrm>
            <a:off x="248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9" name="Rechteck 98">
            <a:extLst>
              <a:ext uri="{FF2B5EF4-FFF2-40B4-BE49-F238E27FC236}">
                <a16:creationId xmlns:a16="http://schemas.microsoft.com/office/drawing/2014/main" id="{40068BAE-E977-408D-80E1-BF0D9A7442BB}"/>
              </a:ext>
            </a:extLst>
          </p:cNvPr>
          <p:cNvSpPr/>
          <p:nvPr/>
        </p:nvSpPr>
        <p:spPr>
          <a:xfrm>
            <a:off x="6011800" y="3285000"/>
            <a:ext cx="28082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 City, San Francisco, :'F*' ]</a:t>
            </a:r>
          </a:p>
          <a:p>
            <a:pPr>
              <a:lnSpc>
                <a:spcPct val="95000"/>
              </a:lnSpc>
            </a:pPr>
            <a:r>
              <a:rPr lang="en-US" sz="1000" dirty="0">
                <a:solidFill>
                  <a:schemeClr val="tx1"/>
                </a:solidFill>
              </a:rPr>
              <a:t>[ table : City, 5, :'F*' ]</a:t>
            </a:r>
          </a:p>
          <a:p>
            <a:pPr>
              <a:lnSpc>
                <a:spcPct val="95000"/>
              </a:lnSpc>
            </a:pPr>
            <a:r>
              <a:rPr lang="en-US" sz="1000" dirty="0">
                <a:solidFill>
                  <a:schemeClr val="tx1"/>
                </a:solidFill>
              </a:rPr>
              <a:t>[ table : 1, 5, :'F*' ]</a:t>
            </a:r>
          </a:p>
          <a:p>
            <a:pPr>
              <a:lnSpc>
                <a:spcPct val="95000"/>
              </a:lnSpc>
            </a:pPr>
            <a:r>
              <a:rPr lang="en-US" sz="1000" dirty="0">
                <a:solidFill>
                  <a:schemeClr val="tx1"/>
                </a:solidFill>
              </a:rPr>
              <a:t>[ table : -7, -10, :'F*']</a:t>
            </a:r>
          </a:p>
          <a:p>
            <a:pPr>
              <a:lnSpc>
                <a:spcPct val="95000"/>
              </a:lnSpc>
            </a:pPr>
            <a:endParaRPr lang="en-US" sz="1000" dirty="0">
              <a:solidFill>
                <a:schemeClr val="tx1"/>
              </a:solidFill>
            </a:endParaRPr>
          </a:p>
        </p:txBody>
      </p:sp>
      <p:sp>
        <p:nvSpPr>
          <p:cNvPr id="62" name="Rechteck 61">
            <a:extLst>
              <a:ext uri="{FF2B5EF4-FFF2-40B4-BE49-F238E27FC236}">
                <a16:creationId xmlns:a16="http://schemas.microsoft.com/office/drawing/2014/main" id="{4E1376F1-70AE-4BDA-8DD0-C0B423209ECA}"/>
              </a:ext>
            </a:extLst>
          </p:cNvPr>
          <p:cNvSpPr/>
          <p:nvPr/>
        </p:nvSpPr>
        <p:spPr>
          <a:xfrm>
            <a:off x="1188000" y="1413000"/>
            <a:ext cx="216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a:p>
            <a:pPr algn="ctr"/>
            <a:r>
              <a:rPr lang="en-US" sz="800" dirty="0">
                <a:solidFill>
                  <a:schemeClr val="tx1"/>
                </a:solidFill>
              </a:rPr>
              <a:t>Famous</a:t>
            </a:r>
            <a:br>
              <a:rPr lang="en-US" sz="800" dirty="0">
                <a:solidFill>
                  <a:schemeClr val="tx1"/>
                </a:solidFill>
              </a:rPr>
            </a:br>
            <a:r>
              <a:rPr lang="en-US" sz="800" dirty="0">
                <a:solidFill>
                  <a:schemeClr val="tx1"/>
                </a:solidFill>
              </a:rPr>
              <a:t>attraction</a:t>
            </a:r>
          </a:p>
        </p:txBody>
      </p:sp>
      <p:sp>
        <p:nvSpPr>
          <p:cNvPr id="63" name="Rechteck 62">
            <a:extLst>
              <a:ext uri="{FF2B5EF4-FFF2-40B4-BE49-F238E27FC236}">
                <a16:creationId xmlns:a16="http://schemas.microsoft.com/office/drawing/2014/main" id="{422BC97E-E859-423E-BA44-FEB10128B0B1}"/>
              </a:ext>
            </a:extLst>
          </p:cNvPr>
          <p:cNvSpPr/>
          <p:nvPr/>
        </p:nvSpPr>
        <p:spPr>
          <a:xfrm>
            <a:off x="1188000" y="213299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4" name="Rechteck 63">
            <a:extLst>
              <a:ext uri="{FF2B5EF4-FFF2-40B4-BE49-F238E27FC236}">
                <a16:creationId xmlns:a16="http://schemas.microsoft.com/office/drawing/2014/main" id="{18389487-316E-4B45-803A-A019D98985E9}"/>
              </a:ext>
            </a:extLst>
          </p:cNvPr>
          <p:cNvSpPr/>
          <p:nvPr/>
        </p:nvSpPr>
        <p:spPr>
          <a:xfrm>
            <a:off x="1188000" y="2277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Golden</a:t>
            </a:r>
          </a:p>
          <a:p>
            <a:pPr algn="ctr">
              <a:lnSpc>
                <a:spcPct val="95000"/>
              </a:lnSpc>
            </a:pPr>
            <a:r>
              <a:rPr lang="en-US" sz="800" dirty="0">
                <a:solidFill>
                  <a:schemeClr val="tx1"/>
                </a:solidFill>
              </a:rPr>
              <a:t>Gate</a:t>
            </a:r>
          </a:p>
        </p:txBody>
      </p:sp>
      <p:cxnSp>
        <p:nvCxnSpPr>
          <p:cNvPr id="65" name="Gerade Verbindung 94">
            <a:extLst>
              <a:ext uri="{FF2B5EF4-FFF2-40B4-BE49-F238E27FC236}">
                <a16:creationId xmlns:a16="http://schemas.microsoft.com/office/drawing/2014/main" id="{31EC0C8B-85F6-480F-9933-86DBA39C0F74}"/>
              </a:ext>
            </a:extLst>
          </p:cNvPr>
          <p:cNvCxnSpPr/>
          <p:nvPr/>
        </p:nvCxnSpPr>
        <p:spPr>
          <a:xfrm>
            <a:off x="1188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Gerade Verbindung 94">
            <a:extLst>
              <a:ext uri="{FF2B5EF4-FFF2-40B4-BE49-F238E27FC236}">
                <a16:creationId xmlns:a16="http://schemas.microsoft.com/office/drawing/2014/main" id="{A3E61FB8-4C7F-4099-9DFE-BE0798D1EE3F}"/>
              </a:ext>
            </a:extLst>
          </p:cNvPr>
          <p:cNvCxnSpPr/>
          <p:nvPr/>
        </p:nvCxnSpPr>
        <p:spPr>
          <a:xfrm>
            <a:off x="1476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2" name="Rechteck 81">
            <a:extLst>
              <a:ext uri="{FF2B5EF4-FFF2-40B4-BE49-F238E27FC236}">
                <a16:creationId xmlns:a16="http://schemas.microsoft.com/office/drawing/2014/main" id="{A8B8204D-6807-4139-BD5E-68AACF7383AB}"/>
              </a:ext>
            </a:extLst>
          </p:cNvPr>
          <p:cNvSpPr/>
          <p:nvPr/>
        </p:nvSpPr>
        <p:spPr>
          <a:xfrm>
            <a:off x="219613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Country</a:t>
            </a:r>
          </a:p>
        </p:txBody>
      </p:sp>
      <p:cxnSp>
        <p:nvCxnSpPr>
          <p:cNvPr id="80" name="Gerade Verbindung 94">
            <a:extLst>
              <a:ext uri="{FF2B5EF4-FFF2-40B4-BE49-F238E27FC236}">
                <a16:creationId xmlns:a16="http://schemas.microsoft.com/office/drawing/2014/main" id="{39FB2146-D7B7-4BD4-A25C-1E8FD146B309}"/>
              </a:ext>
            </a:extLst>
          </p:cNvPr>
          <p:cNvCxnSpPr/>
          <p:nvPr/>
        </p:nvCxnSpPr>
        <p:spPr>
          <a:xfrm>
            <a:off x="1548000" y="177303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Gerade Verbindung 94">
            <a:extLst>
              <a:ext uri="{FF2B5EF4-FFF2-40B4-BE49-F238E27FC236}">
                <a16:creationId xmlns:a16="http://schemas.microsoft.com/office/drawing/2014/main" id="{EC62C8AF-5279-41F7-A11B-AA47122A8410}"/>
              </a:ext>
            </a:extLst>
          </p:cNvPr>
          <p:cNvCxnSpPr/>
          <p:nvPr/>
        </p:nvCxnSpPr>
        <p:spPr>
          <a:xfrm>
            <a:off x="1836000"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4" name="Rechteck 83">
            <a:extLst>
              <a:ext uri="{FF2B5EF4-FFF2-40B4-BE49-F238E27FC236}">
                <a16:creationId xmlns:a16="http://schemas.microsoft.com/office/drawing/2014/main" id="{F28B33CB-7433-433F-8392-539F66B6A2CE}"/>
              </a:ext>
            </a:extLst>
          </p:cNvPr>
          <p:cNvSpPr/>
          <p:nvPr/>
        </p:nvSpPr>
        <p:spPr>
          <a:xfrm>
            <a:off x="1548000" y="213300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5" name="Rechteck 84">
            <a:extLst>
              <a:ext uri="{FF2B5EF4-FFF2-40B4-BE49-F238E27FC236}">
                <a16:creationId xmlns:a16="http://schemas.microsoft.com/office/drawing/2014/main" id="{F8546368-2B93-4BD2-BD6B-A017E60DD039}"/>
              </a:ext>
            </a:extLst>
          </p:cNvPr>
          <p:cNvSpPr/>
          <p:nvPr/>
        </p:nvSpPr>
        <p:spPr>
          <a:xfrm>
            <a:off x="1692130" y="1413000"/>
            <a:ext cx="7187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a:t>
            </a:r>
            <a:br>
              <a:rPr lang="en-US" sz="800" dirty="0">
                <a:solidFill>
                  <a:schemeClr val="tx1"/>
                </a:solidFill>
              </a:rPr>
            </a:br>
            <a:r>
              <a:rPr lang="en-US" sz="800" dirty="0">
                <a:solidFill>
                  <a:schemeClr val="tx1"/>
                </a:solidFill>
              </a:rPr>
              <a:t>cultural</a:t>
            </a:r>
          </a:p>
          <a:p>
            <a:pPr algn="ctr"/>
            <a:r>
              <a:rPr lang="en-US" sz="800" dirty="0">
                <a:solidFill>
                  <a:schemeClr val="tx1"/>
                </a:solidFill>
              </a:rPr>
              <a:t>place</a:t>
            </a:r>
          </a:p>
        </p:txBody>
      </p:sp>
      <p:sp>
        <p:nvSpPr>
          <p:cNvPr id="86" name="Rechteck 85">
            <a:extLst>
              <a:ext uri="{FF2B5EF4-FFF2-40B4-BE49-F238E27FC236}">
                <a16:creationId xmlns:a16="http://schemas.microsoft.com/office/drawing/2014/main" id="{70C47781-15EA-4CC4-BAE4-65B7212C5F8B}"/>
              </a:ext>
            </a:extLst>
          </p:cNvPr>
          <p:cNvSpPr/>
          <p:nvPr/>
        </p:nvSpPr>
        <p:spPr>
          <a:xfrm>
            <a:off x="1548000" y="2277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SF-</a:t>
            </a:r>
            <a:br>
              <a:rPr lang="en-US" sz="800" dirty="0">
                <a:solidFill>
                  <a:schemeClr val="tx1"/>
                </a:solidFill>
              </a:rPr>
            </a:br>
            <a:r>
              <a:rPr lang="en-US" sz="800" dirty="0">
                <a:solidFill>
                  <a:schemeClr val="tx1"/>
                </a:solidFill>
              </a:rPr>
              <a:t>MOMA</a:t>
            </a:r>
          </a:p>
        </p:txBody>
      </p:sp>
      <p:sp>
        <p:nvSpPr>
          <p:cNvPr id="3" name="Rechteck 2">
            <a:extLst>
              <a:ext uri="{FF2B5EF4-FFF2-40B4-BE49-F238E27FC236}">
                <a16:creationId xmlns:a16="http://schemas.microsoft.com/office/drawing/2014/main" id="{112287FA-BE91-4955-BCD2-9B37A45CBFA7}"/>
              </a:ext>
            </a:extLst>
          </p:cNvPr>
          <p:cNvSpPr/>
          <p:nvPr/>
        </p:nvSpPr>
        <p:spPr>
          <a:xfrm>
            <a:off x="2412000" y="2133000"/>
            <a:ext cx="288020" cy="721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 name="Rechteck 3">
            <a:extLst>
              <a:ext uri="{FF2B5EF4-FFF2-40B4-BE49-F238E27FC236}">
                <a16:creationId xmlns:a16="http://schemas.microsoft.com/office/drawing/2014/main" id="{56EC43EC-11A9-464B-B402-7BA278FD6044}"/>
              </a:ext>
            </a:extLst>
          </p:cNvPr>
          <p:cNvSpPr/>
          <p:nvPr/>
        </p:nvSpPr>
        <p:spPr>
          <a:xfrm>
            <a:off x="2340000" y="220501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7" name="Rechteck 6">
            <a:extLst>
              <a:ext uri="{FF2B5EF4-FFF2-40B4-BE49-F238E27FC236}">
                <a16:creationId xmlns:a16="http://schemas.microsoft.com/office/drawing/2014/main" id="{DCB851AE-4C53-4259-874B-F2F6E540896E}"/>
              </a:ext>
            </a:extLst>
          </p:cNvPr>
          <p:cNvSpPr/>
          <p:nvPr/>
        </p:nvSpPr>
        <p:spPr>
          <a:xfrm>
            <a:off x="3060000" y="213300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 name="Rechteck 7">
            <a:extLst>
              <a:ext uri="{FF2B5EF4-FFF2-40B4-BE49-F238E27FC236}">
                <a16:creationId xmlns:a16="http://schemas.microsoft.com/office/drawing/2014/main" id="{2A2579EB-D53C-4B8A-916B-18CC0F82BDC9}"/>
              </a:ext>
            </a:extLst>
          </p:cNvPr>
          <p:cNvSpPr/>
          <p:nvPr/>
        </p:nvSpPr>
        <p:spPr>
          <a:xfrm>
            <a:off x="3060000" y="227701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Golden</a:t>
            </a:r>
          </a:p>
          <a:p>
            <a:pPr algn="ctr">
              <a:lnSpc>
                <a:spcPct val="95000"/>
              </a:lnSpc>
            </a:pPr>
            <a:r>
              <a:rPr lang="en-US" sz="800" dirty="0">
                <a:solidFill>
                  <a:schemeClr val="tx1"/>
                </a:solidFill>
              </a:rPr>
              <a:t>Gate</a:t>
            </a:r>
          </a:p>
        </p:txBody>
      </p:sp>
      <p:sp>
        <p:nvSpPr>
          <p:cNvPr id="9" name="Rechteck 8">
            <a:extLst>
              <a:ext uri="{FF2B5EF4-FFF2-40B4-BE49-F238E27FC236}">
                <a16:creationId xmlns:a16="http://schemas.microsoft.com/office/drawing/2014/main" id="{B208DC48-BE61-4A77-8423-A8B037AD3083}"/>
              </a:ext>
            </a:extLst>
          </p:cNvPr>
          <p:cNvSpPr/>
          <p:nvPr/>
        </p:nvSpPr>
        <p:spPr>
          <a:xfrm>
            <a:off x="3420000" y="213301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 name="Rechteck 9">
            <a:extLst>
              <a:ext uri="{FF2B5EF4-FFF2-40B4-BE49-F238E27FC236}">
                <a16:creationId xmlns:a16="http://schemas.microsoft.com/office/drawing/2014/main" id="{EF69B028-0331-4228-90D2-886110C76338}"/>
              </a:ext>
            </a:extLst>
          </p:cNvPr>
          <p:cNvSpPr/>
          <p:nvPr/>
        </p:nvSpPr>
        <p:spPr>
          <a:xfrm>
            <a:off x="3420000" y="227701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SF-</a:t>
            </a:r>
            <a:br>
              <a:rPr lang="en-US" sz="800" dirty="0">
                <a:solidFill>
                  <a:schemeClr val="tx1"/>
                </a:solidFill>
              </a:rPr>
            </a:br>
            <a:r>
              <a:rPr lang="en-US" sz="800" dirty="0">
                <a:solidFill>
                  <a:schemeClr val="tx1"/>
                </a:solidFill>
              </a:rPr>
              <a:t>MOMA</a:t>
            </a:r>
          </a:p>
        </p:txBody>
      </p:sp>
      <p:sp>
        <p:nvSpPr>
          <p:cNvPr id="111" name="Rechteck 110">
            <a:extLst>
              <a:ext uri="{FF2B5EF4-FFF2-40B4-BE49-F238E27FC236}">
                <a16:creationId xmlns:a16="http://schemas.microsoft.com/office/drawing/2014/main" id="{43A55F76-ACEB-4AF2-B4BD-25E16E9D819C}"/>
              </a:ext>
            </a:extLst>
          </p:cNvPr>
          <p:cNvSpPr/>
          <p:nvPr/>
        </p:nvSpPr>
        <p:spPr>
          <a:xfrm>
            <a:off x="3060000" y="1413000"/>
            <a:ext cx="216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a:p>
            <a:pPr algn="ctr"/>
            <a:r>
              <a:rPr lang="en-US" sz="800" dirty="0">
                <a:solidFill>
                  <a:schemeClr val="tx1"/>
                </a:solidFill>
              </a:rPr>
              <a:t>Famous</a:t>
            </a:r>
            <a:br>
              <a:rPr lang="en-US" sz="800" dirty="0">
                <a:solidFill>
                  <a:schemeClr val="tx1"/>
                </a:solidFill>
              </a:rPr>
            </a:br>
            <a:r>
              <a:rPr lang="en-US" sz="800" dirty="0">
                <a:solidFill>
                  <a:schemeClr val="tx1"/>
                </a:solidFill>
              </a:rPr>
              <a:t>attraction</a:t>
            </a:r>
          </a:p>
        </p:txBody>
      </p:sp>
      <p:cxnSp>
        <p:nvCxnSpPr>
          <p:cNvPr id="112" name="Gerade Verbindung 94">
            <a:extLst>
              <a:ext uri="{FF2B5EF4-FFF2-40B4-BE49-F238E27FC236}">
                <a16:creationId xmlns:a16="http://schemas.microsoft.com/office/drawing/2014/main" id="{C68C69E3-6D41-454D-9124-B045D72D206B}"/>
              </a:ext>
            </a:extLst>
          </p:cNvPr>
          <p:cNvCxnSpPr/>
          <p:nvPr/>
        </p:nvCxnSpPr>
        <p:spPr>
          <a:xfrm>
            <a:off x="3060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Gerade Verbindung 94">
            <a:extLst>
              <a:ext uri="{FF2B5EF4-FFF2-40B4-BE49-F238E27FC236}">
                <a16:creationId xmlns:a16="http://schemas.microsoft.com/office/drawing/2014/main" id="{C40D6DE1-6E95-49BF-91FD-7D6E34A56CA7}"/>
              </a:ext>
            </a:extLst>
          </p:cNvPr>
          <p:cNvCxnSpPr/>
          <p:nvPr/>
        </p:nvCxnSpPr>
        <p:spPr>
          <a:xfrm>
            <a:off x="3348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Gerade Verbindung 94">
            <a:extLst>
              <a:ext uri="{FF2B5EF4-FFF2-40B4-BE49-F238E27FC236}">
                <a16:creationId xmlns:a16="http://schemas.microsoft.com/office/drawing/2014/main" id="{E7984C40-8AFB-4E5E-8E72-0FA85C1B7CB3}"/>
              </a:ext>
            </a:extLst>
          </p:cNvPr>
          <p:cNvCxnSpPr/>
          <p:nvPr/>
        </p:nvCxnSpPr>
        <p:spPr>
          <a:xfrm>
            <a:off x="3420000" y="177303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Gerade Verbindung 94">
            <a:extLst>
              <a:ext uri="{FF2B5EF4-FFF2-40B4-BE49-F238E27FC236}">
                <a16:creationId xmlns:a16="http://schemas.microsoft.com/office/drawing/2014/main" id="{42BD60C8-5889-4E20-B7E1-E83BE73EF2EC}"/>
              </a:ext>
            </a:extLst>
          </p:cNvPr>
          <p:cNvCxnSpPr/>
          <p:nvPr/>
        </p:nvCxnSpPr>
        <p:spPr>
          <a:xfrm>
            <a:off x="3708000"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16" name="Rechteck 115">
            <a:extLst>
              <a:ext uri="{FF2B5EF4-FFF2-40B4-BE49-F238E27FC236}">
                <a16:creationId xmlns:a16="http://schemas.microsoft.com/office/drawing/2014/main" id="{574BC955-BCD9-4A6D-83A5-5A206C2D4929}"/>
              </a:ext>
            </a:extLst>
          </p:cNvPr>
          <p:cNvSpPr/>
          <p:nvPr/>
        </p:nvSpPr>
        <p:spPr>
          <a:xfrm>
            <a:off x="3564130" y="1413000"/>
            <a:ext cx="7187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a:t>
            </a:r>
            <a:br>
              <a:rPr lang="en-US" sz="800" dirty="0">
                <a:solidFill>
                  <a:schemeClr val="tx1"/>
                </a:solidFill>
              </a:rPr>
            </a:br>
            <a:r>
              <a:rPr lang="en-US" sz="800" dirty="0">
                <a:solidFill>
                  <a:schemeClr val="tx1"/>
                </a:solidFill>
              </a:rPr>
              <a:t>cultural</a:t>
            </a:r>
          </a:p>
          <a:p>
            <a:pPr algn="ctr"/>
            <a:r>
              <a:rPr lang="en-US" sz="800" dirty="0">
                <a:solidFill>
                  <a:schemeClr val="tx1"/>
                </a:solidFill>
              </a:rPr>
              <a:t>place</a:t>
            </a:r>
          </a:p>
        </p:txBody>
      </p:sp>
      <p:sp>
        <p:nvSpPr>
          <p:cNvPr id="117" name="Rechteck 116">
            <a:extLst>
              <a:ext uri="{FF2B5EF4-FFF2-40B4-BE49-F238E27FC236}">
                <a16:creationId xmlns:a16="http://schemas.microsoft.com/office/drawing/2014/main" id="{D688F9F5-8F98-446F-8998-568906F29D7A}"/>
              </a:ext>
            </a:extLst>
          </p:cNvPr>
          <p:cNvSpPr/>
          <p:nvPr/>
        </p:nvSpPr>
        <p:spPr>
          <a:xfrm>
            <a:off x="4140000" y="328500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 : 'F*', Golden Gate,</a:t>
            </a:r>
          </a:p>
          <a:p>
            <a:pPr>
              <a:lnSpc>
                <a:spcPct val="95000"/>
              </a:lnSpc>
            </a:pPr>
            <a:r>
              <a:rPr lang="en-US" sz="1000" dirty="0">
                <a:solidFill>
                  <a:schemeClr val="tx1"/>
                </a:solidFill>
              </a:rPr>
              <a:t> { City, Famous cultural place } ]</a:t>
            </a:r>
          </a:p>
        </p:txBody>
      </p:sp>
      <p:sp>
        <p:nvSpPr>
          <p:cNvPr id="119" name="Rechteck 118">
            <a:extLst>
              <a:ext uri="{FF2B5EF4-FFF2-40B4-BE49-F238E27FC236}">
                <a16:creationId xmlns:a16="http://schemas.microsoft.com/office/drawing/2014/main" id="{E50584F2-5FB2-4CA6-9626-3BDB9AB6B80E}"/>
              </a:ext>
            </a:extLst>
          </p:cNvPr>
          <p:cNvSpPr/>
          <p:nvPr/>
        </p:nvSpPr>
        <p:spPr>
          <a:xfrm>
            <a:off x="4140000"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20" name="Gerade Verbindung 94">
            <a:extLst>
              <a:ext uri="{FF2B5EF4-FFF2-40B4-BE49-F238E27FC236}">
                <a16:creationId xmlns:a16="http://schemas.microsoft.com/office/drawing/2014/main" id="{B5E4C638-FC63-4E5C-B3CC-9A4B4EF418A8}"/>
              </a:ext>
            </a:extLst>
          </p:cNvPr>
          <p:cNvCxnSpPr/>
          <p:nvPr/>
        </p:nvCxnSpPr>
        <p:spPr>
          <a:xfrm>
            <a:off x="4140000"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Gerade Verbindung 94">
            <a:extLst>
              <a:ext uri="{FF2B5EF4-FFF2-40B4-BE49-F238E27FC236}">
                <a16:creationId xmlns:a16="http://schemas.microsoft.com/office/drawing/2014/main" id="{6CB3CCF6-7FAC-43BA-9EC5-DCBFCF8112B6}"/>
              </a:ext>
            </a:extLst>
          </p:cNvPr>
          <p:cNvCxnSpPr/>
          <p:nvPr/>
        </p:nvCxnSpPr>
        <p:spPr>
          <a:xfrm>
            <a:off x="4572222"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Gerade Verbindung 94">
            <a:extLst>
              <a:ext uri="{FF2B5EF4-FFF2-40B4-BE49-F238E27FC236}">
                <a16:creationId xmlns:a16="http://schemas.microsoft.com/office/drawing/2014/main" id="{C7CECED2-A05C-46F1-9278-EFABC9C82A4E}"/>
              </a:ext>
            </a:extLst>
          </p:cNvPr>
          <p:cNvCxnSpPr/>
          <p:nvPr/>
        </p:nvCxnSpPr>
        <p:spPr>
          <a:xfrm>
            <a:off x="4284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37" name="Rechteck 136">
            <a:extLst>
              <a:ext uri="{FF2B5EF4-FFF2-40B4-BE49-F238E27FC236}">
                <a16:creationId xmlns:a16="http://schemas.microsoft.com/office/drawing/2014/main" id="{35B7CAD8-5D02-413F-A403-EC862ED13078}"/>
              </a:ext>
            </a:extLst>
          </p:cNvPr>
          <p:cNvSpPr/>
          <p:nvPr/>
        </p:nvSpPr>
        <p:spPr>
          <a:xfrm>
            <a:off x="4356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138" name="Rechteck 137">
            <a:extLst>
              <a:ext uri="{FF2B5EF4-FFF2-40B4-BE49-F238E27FC236}">
                <a16:creationId xmlns:a16="http://schemas.microsoft.com/office/drawing/2014/main" id="{475BC683-24E2-4035-AE56-5713AE538BA2}"/>
              </a:ext>
            </a:extLst>
          </p:cNvPr>
          <p:cNvSpPr/>
          <p:nvPr/>
        </p:nvSpPr>
        <p:spPr>
          <a:xfrm>
            <a:off x="406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Country</a:t>
            </a:r>
          </a:p>
        </p:txBody>
      </p:sp>
      <p:sp>
        <p:nvSpPr>
          <p:cNvPr id="139" name="Rechteck 138">
            <a:extLst>
              <a:ext uri="{FF2B5EF4-FFF2-40B4-BE49-F238E27FC236}">
                <a16:creationId xmlns:a16="http://schemas.microsoft.com/office/drawing/2014/main" id="{7BA8A35D-87C2-4959-9D29-0DD821D54923}"/>
              </a:ext>
            </a:extLst>
          </p:cNvPr>
          <p:cNvSpPr/>
          <p:nvPr/>
        </p:nvSpPr>
        <p:spPr>
          <a:xfrm>
            <a:off x="4284000" y="2133000"/>
            <a:ext cx="288222" cy="7216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0" name="Rechteck 139">
            <a:extLst>
              <a:ext uri="{FF2B5EF4-FFF2-40B4-BE49-F238E27FC236}">
                <a16:creationId xmlns:a16="http://schemas.microsoft.com/office/drawing/2014/main" id="{06CF89F1-9586-47FB-BA32-BD35F4EB93AC}"/>
              </a:ext>
            </a:extLst>
          </p:cNvPr>
          <p:cNvSpPr/>
          <p:nvPr/>
        </p:nvSpPr>
        <p:spPr>
          <a:xfrm>
            <a:off x="4212202" y="220501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141" name="Rechteck 140">
            <a:extLst>
              <a:ext uri="{FF2B5EF4-FFF2-40B4-BE49-F238E27FC236}">
                <a16:creationId xmlns:a16="http://schemas.microsoft.com/office/drawing/2014/main" id="{463D1EEF-3701-4B14-8F28-5741E9D16F16}"/>
              </a:ext>
            </a:extLst>
          </p:cNvPr>
          <p:cNvSpPr/>
          <p:nvPr/>
        </p:nvSpPr>
        <p:spPr>
          <a:xfrm>
            <a:off x="4932202" y="213300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2" name="Rechteck 141">
            <a:extLst>
              <a:ext uri="{FF2B5EF4-FFF2-40B4-BE49-F238E27FC236}">
                <a16:creationId xmlns:a16="http://schemas.microsoft.com/office/drawing/2014/main" id="{CA16B9CC-C17C-4103-A446-57F107EF3D7B}"/>
              </a:ext>
            </a:extLst>
          </p:cNvPr>
          <p:cNvSpPr/>
          <p:nvPr/>
        </p:nvSpPr>
        <p:spPr>
          <a:xfrm>
            <a:off x="4932202" y="227701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Golden</a:t>
            </a:r>
          </a:p>
          <a:p>
            <a:pPr algn="ctr">
              <a:lnSpc>
                <a:spcPct val="95000"/>
              </a:lnSpc>
            </a:pPr>
            <a:r>
              <a:rPr lang="en-US" sz="800" dirty="0">
                <a:solidFill>
                  <a:schemeClr val="tx1"/>
                </a:solidFill>
              </a:rPr>
              <a:t>Gate</a:t>
            </a:r>
          </a:p>
        </p:txBody>
      </p:sp>
      <p:sp>
        <p:nvSpPr>
          <p:cNvPr id="143" name="Rechteck 142">
            <a:extLst>
              <a:ext uri="{FF2B5EF4-FFF2-40B4-BE49-F238E27FC236}">
                <a16:creationId xmlns:a16="http://schemas.microsoft.com/office/drawing/2014/main" id="{462DEB31-CF57-4F7F-9637-88313195E2A2}"/>
              </a:ext>
            </a:extLst>
          </p:cNvPr>
          <p:cNvSpPr/>
          <p:nvPr/>
        </p:nvSpPr>
        <p:spPr>
          <a:xfrm>
            <a:off x="5292202" y="2133010"/>
            <a:ext cx="288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4" name="Rechteck 143">
            <a:extLst>
              <a:ext uri="{FF2B5EF4-FFF2-40B4-BE49-F238E27FC236}">
                <a16:creationId xmlns:a16="http://schemas.microsoft.com/office/drawing/2014/main" id="{C4EF173F-9025-4711-9304-9EB87084EEA0}"/>
              </a:ext>
            </a:extLst>
          </p:cNvPr>
          <p:cNvSpPr/>
          <p:nvPr/>
        </p:nvSpPr>
        <p:spPr>
          <a:xfrm>
            <a:off x="5292202" y="227701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SF-</a:t>
            </a:r>
            <a:br>
              <a:rPr lang="en-US" sz="800" dirty="0">
                <a:solidFill>
                  <a:schemeClr val="tx1"/>
                </a:solidFill>
              </a:rPr>
            </a:br>
            <a:r>
              <a:rPr lang="en-US" sz="800" dirty="0">
                <a:solidFill>
                  <a:schemeClr val="tx1"/>
                </a:solidFill>
              </a:rPr>
              <a:t>MOMA</a:t>
            </a:r>
          </a:p>
        </p:txBody>
      </p:sp>
      <p:sp>
        <p:nvSpPr>
          <p:cNvPr id="145" name="Rechteck 144">
            <a:extLst>
              <a:ext uri="{FF2B5EF4-FFF2-40B4-BE49-F238E27FC236}">
                <a16:creationId xmlns:a16="http://schemas.microsoft.com/office/drawing/2014/main" id="{42DB5288-AC18-44F3-8E97-90B7C8297319}"/>
              </a:ext>
            </a:extLst>
          </p:cNvPr>
          <p:cNvSpPr/>
          <p:nvPr/>
        </p:nvSpPr>
        <p:spPr>
          <a:xfrm>
            <a:off x="4932202" y="1413000"/>
            <a:ext cx="216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a:p>
            <a:pPr algn="ctr"/>
            <a:r>
              <a:rPr lang="en-US" sz="800" dirty="0">
                <a:solidFill>
                  <a:schemeClr val="tx1"/>
                </a:solidFill>
              </a:rPr>
              <a:t>Famous</a:t>
            </a:r>
            <a:br>
              <a:rPr lang="en-US" sz="800" dirty="0">
                <a:solidFill>
                  <a:schemeClr val="tx1"/>
                </a:solidFill>
              </a:rPr>
            </a:br>
            <a:r>
              <a:rPr lang="en-US" sz="800" dirty="0">
                <a:solidFill>
                  <a:schemeClr val="tx1"/>
                </a:solidFill>
              </a:rPr>
              <a:t>attraction</a:t>
            </a:r>
          </a:p>
        </p:txBody>
      </p:sp>
      <p:cxnSp>
        <p:nvCxnSpPr>
          <p:cNvPr id="146" name="Gerade Verbindung 94">
            <a:extLst>
              <a:ext uri="{FF2B5EF4-FFF2-40B4-BE49-F238E27FC236}">
                <a16:creationId xmlns:a16="http://schemas.microsoft.com/office/drawing/2014/main" id="{F369FB22-BF6A-4419-B9C6-6ADEBA624601}"/>
              </a:ext>
            </a:extLst>
          </p:cNvPr>
          <p:cNvCxnSpPr/>
          <p:nvPr/>
        </p:nvCxnSpPr>
        <p:spPr>
          <a:xfrm>
            <a:off x="4932202"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Gerade Verbindung 94">
            <a:extLst>
              <a:ext uri="{FF2B5EF4-FFF2-40B4-BE49-F238E27FC236}">
                <a16:creationId xmlns:a16="http://schemas.microsoft.com/office/drawing/2014/main" id="{DA45C47E-624B-45C4-96F7-91F43AD0D5CA}"/>
              </a:ext>
            </a:extLst>
          </p:cNvPr>
          <p:cNvCxnSpPr/>
          <p:nvPr/>
        </p:nvCxnSpPr>
        <p:spPr>
          <a:xfrm>
            <a:off x="5220202" y="177296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Gerade Verbindung 94">
            <a:extLst>
              <a:ext uri="{FF2B5EF4-FFF2-40B4-BE49-F238E27FC236}">
                <a16:creationId xmlns:a16="http://schemas.microsoft.com/office/drawing/2014/main" id="{C80C313B-CF15-4817-AEA8-E5DE1889F035}"/>
              </a:ext>
            </a:extLst>
          </p:cNvPr>
          <p:cNvCxnSpPr/>
          <p:nvPr/>
        </p:nvCxnSpPr>
        <p:spPr>
          <a:xfrm>
            <a:off x="5292202" y="177303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Gerade Verbindung 94">
            <a:extLst>
              <a:ext uri="{FF2B5EF4-FFF2-40B4-BE49-F238E27FC236}">
                <a16:creationId xmlns:a16="http://schemas.microsoft.com/office/drawing/2014/main" id="{634E4EE6-42ED-402F-9C0D-1DBC1305B4B1}"/>
              </a:ext>
            </a:extLst>
          </p:cNvPr>
          <p:cNvCxnSpPr/>
          <p:nvPr/>
        </p:nvCxnSpPr>
        <p:spPr>
          <a:xfrm>
            <a:off x="5580202"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50" name="Rechteck 149">
            <a:extLst>
              <a:ext uri="{FF2B5EF4-FFF2-40B4-BE49-F238E27FC236}">
                <a16:creationId xmlns:a16="http://schemas.microsoft.com/office/drawing/2014/main" id="{2A26ADCD-344D-4F0A-BFB7-F0D6E973884B}"/>
              </a:ext>
            </a:extLst>
          </p:cNvPr>
          <p:cNvSpPr/>
          <p:nvPr/>
        </p:nvSpPr>
        <p:spPr>
          <a:xfrm>
            <a:off x="5436332" y="1413000"/>
            <a:ext cx="7187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a:t>
            </a:r>
            <a:br>
              <a:rPr lang="en-US" sz="800" dirty="0">
                <a:solidFill>
                  <a:schemeClr val="tx1"/>
                </a:solidFill>
              </a:rPr>
            </a:br>
            <a:r>
              <a:rPr lang="en-US" sz="800" dirty="0">
                <a:solidFill>
                  <a:schemeClr val="tx1"/>
                </a:solidFill>
              </a:rPr>
              <a:t>cultural</a:t>
            </a:r>
          </a:p>
          <a:p>
            <a:pPr algn="ctr"/>
            <a:r>
              <a:rPr lang="en-US" sz="800" dirty="0">
                <a:solidFill>
                  <a:schemeClr val="tx1"/>
                </a:solidFill>
              </a:rPr>
              <a:t>place</a:t>
            </a:r>
          </a:p>
        </p:txBody>
      </p:sp>
      <p:sp>
        <p:nvSpPr>
          <p:cNvPr id="152" name="Rechteck 151">
            <a:extLst>
              <a:ext uri="{FF2B5EF4-FFF2-40B4-BE49-F238E27FC236}">
                <a16:creationId xmlns:a16="http://schemas.microsoft.com/office/drawing/2014/main" id="{127EBF7E-1110-4E93-9EA1-278EBDE08E4E}"/>
              </a:ext>
            </a:extLst>
          </p:cNvPr>
          <p:cNvSpPr/>
          <p:nvPr/>
        </p:nvSpPr>
        <p:spPr>
          <a:xfrm>
            <a:off x="6012000"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53" name="Gerade Verbindung 94">
            <a:extLst>
              <a:ext uri="{FF2B5EF4-FFF2-40B4-BE49-F238E27FC236}">
                <a16:creationId xmlns:a16="http://schemas.microsoft.com/office/drawing/2014/main" id="{DD9C2043-2B64-46CA-8EB9-796D35BD49BE}"/>
              </a:ext>
            </a:extLst>
          </p:cNvPr>
          <p:cNvCxnSpPr/>
          <p:nvPr/>
        </p:nvCxnSpPr>
        <p:spPr>
          <a:xfrm>
            <a:off x="6012000"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Gerade Verbindung 94">
            <a:extLst>
              <a:ext uri="{FF2B5EF4-FFF2-40B4-BE49-F238E27FC236}">
                <a16:creationId xmlns:a16="http://schemas.microsoft.com/office/drawing/2014/main" id="{0EEC4613-9FEA-41B6-AEF1-046526807A16}"/>
              </a:ext>
            </a:extLst>
          </p:cNvPr>
          <p:cNvCxnSpPr/>
          <p:nvPr/>
        </p:nvCxnSpPr>
        <p:spPr>
          <a:xfrm>
            <a:off x="6444222"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Gerade Verbindung 94">
            <a:extLst>
              <a:ext uri="{FF2B5EF4-FFF2-40B4-BE49-F238E27FC236}">
                <a16:creationId xmlns:a16="http://schemas.microsoft.com/office/drawing/2014/main" id="{5483A056-C668-4D25-A15B-EFCCF81B22A7}"/>
              </a:ext>
            </a:extLst>
          </p:cNvPr>
          <p:cNvCxnSpPr/>
          <p:nvPr/>
        </p:nvCxnSpPr>
        <p:spPr>
          <a:xfrm>
            <a:off x="6156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56" name="Rechteck 155">
            <a:extLst>
              <a:ext uri="{FF2B5EF4-FFF2-40B4-BE49-F238E27FC236}">
                <a16:creationId xmlns:a16="http://schemas.microsoft.com/office/drawing/2014/main" id="{B6AE057A-B82D-4CB9-BDA8-F1B36E8FEECE}"/>
              </a:ext>
            </a:extLst>
          </p:cNvPr>
          <p:cNvSpPr/>
          <p:nvPr/>
        </p:nvSpPr>
        <p:spPr>
          <a:xfrm>
            <a:off x="622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157" name="Rechteck 156">
            <a:extLst>
              <a:ext uri="{FF2B5EF4-FFF2-40B4-BE49-F238E27FC236}">
                <a16:creationId xmlns:a16="http://schemas.microsoft.com/office/drawing/2014/main" id="{8D8B1484-C4C5-463B-BCEF-F53C494D4792}"/>
              </a:ext>
            </a:extLst>
          </p:cNvPr>
          <p:cNvSpPr/>
          <p:nvPr/>
        </p:nvSpPr>
        <p:spPr>
          <a:xfrm>
            <a:off x="5940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Country</a:t>
            </a:r>
          </a:p>
        </p:txBody>
      </p:sp>
      <p:sp>
        <p:nvSpPr>
          <p:cNvPr id="158" name="Rechteck 157">
            <a:extLst>
              <a:ext uri="{FF2B5EF4-FFF2-40B4-BE49-F238E27FC236}">
                <a16:creationId xmlns:a16="http://schemas.microsoft.com/office/drawing/2014/main" id="{963BC756-FA02-49BE-9044-C9657D7F1DEE}"/>
              </a:ext>
            </a:extLst>
          </p:cNvPr>
          <p:cNvSpPr/>
          <p:nvPr/>
        </p:nvSpPr>
        <p:spPr>
          <a:xfrm>
            <a:off x="6156000" y="2133150"/>
            <a:ext cx="288222" cy="718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2" name="Rechteck 161">
            <a:extLst>
              <a:ext uri="{FF2B5EF4-FFF2-40B4-BE49-F238E27FC236}">
                <a16:creationId xmlns:a16="http://schemas.microsoft.com/office/drawing/2014/main" id="{7AB49888-BFA9-488B-8849-912063B0DB50}"/>
              </a:ext>
            </a:extLst>
          </p:cNvPr>
          <p:cNvSpPr/>
          <p:nvPr/>
        </p:nvSpPr>
        <p:spPr>
          <a:xfrm>
            <a:off x="6084202" y="220501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163" name="Rechteck 162">
            <a:extLst>
              <a:ext uri="{FF2B5EF4-FFF2-40B4-BE49-F238E27FC236}">
                <a16:creationId xmlns:a16="http://schemas.microsoft.com/office/drawing/2014/main" id="{58D7842E-D3DA-4DE5-B823-67737A9B7AEF}"/>
              </a:ext>
            </a:extLst>
          </p:cNvPr>
          <p:cNvSpPr/>
          <p:nvPr/>
        </p:nvSpPr>
        <p:spPr>
          <a:xfrm>
            <a:off x="6804202" y="2133000"/>
            <a:ext cx="288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4" name="Rechteck 163">
            <a:extLst>
              <a:ext uri="{FF2B5EF4-FFF2-40B4-BE49-F238E27FC236}">
                <a16:creationId xmlns:a16="http://schemas.microsoft.com/office/drawing/2014/main" id="{F2EDBD23-08ED-4AEE-BB19-4F5D525F3BE5}"/>
              </a:ext>
            </a:extLst>
          </p:cNvPr>
          <p:cNvSpPr/>
          <p:nvPr/>
        </p:nvSpPr>
        <p:spPr>
          <a:xfrm>
            <a:off x="6804202" y="227701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Golden</a:t>
            </a:r>
          </a:p>
          <a:p>
            <a:pPr algn="ctr">
              <a:lnSpc>
                <a:spcPct val="95000"/>
              </a:lnSpc>
            </a:pPr>
            <a:r>
              <a:rPr lang="en-US" sz="800" dirty="0">
                <a:solidFill>
                  <a:schemeClr val="tx1"/>
                </a:solidFill>
              </a:rPr>
              <a:t>Gate</a:t>
            </a:r>
          </a:p>
        </p:txBody>
      </p:sp>
      <p:sp>
        <p:nvSpPr>
          <p:cNvPr id="165" name="Rechteck 164">
            <a:extLst>
              <a:ext uri="{FF2B5EF4-FFF2-40B4-BE49-F238E27FC236}">
                <a16:creationId xmlns:a16="http://schemas.microsoft.com/office/drawing/2014/main" id="{C98E9124-0B87-4A0A-B788-ED17CC4FF45A}"/>
              </a:ext>
            </a:extLst>
          </p:cNvPr>
          <p:cNvSpPr/>
          <p:nvPr/>
        </p:nvSpPr>
        <p:spPr>
          <a:xfrm>
            <a:off x="7164202" y="2133010"/>
            <a:ext cx="288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6" name="Rechteck 165">
            <a:extLst>
              <a:ext uri="{FF2B5EF4-FFF2-40B4-BE49-F238E27FC236}">
                <a16:creationId xmlns:a16="http://schemas.microsoft.com/office/drawing/2014/main" id="{8016856C-1314-4DE7-B3EB-66A7EE52677F}"/>
              </a:ext>
            </a:extLst>
          </p:cNvPr>
          <p:cNvSpPr/>
          <p:nvPr/>
        </p:nvSpPr>
        <p:spPr>
          <a:xfrm>
            <a:off x="7164202" y="227701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SF-</a:t>
            </a:r>
            <a:br>
              <a:rPr lang="en-US" sz="800" dirty="0">
                <a:solidFill>
                  <a:schemeClr val="tx1"/>
                </a:solidFill>
              </a:rPr>
            </a:br>
            <a:r>
              <a:rPr lang="en-US" sz="800" dirty="0">
                <a:solidFill>
                  <a:schemeClr val="tx1"/>
                </a:solidFill>
              </a:rPr>
              <a:t>MOMA</a:t>
            </a:r>
          </a:p>
        </p:txBody>
      </p:sp>
      <p:sp>
        <p:nvSpPr>
          <p:cNvPr id="167" name="Rechteck 166">
            <a:extLst>
              <a:ext uri="{FF2B5EF4-FFF2-40B4-BE49-F238E27FC236}">
                <a16:creationId xmlns:a16="http://schemas.microsoft.com/office/drawing/2014/main" id="{B52AE1DE-E2D6-40AE-A21A-981224553F24}"/>
              </a:ext>
            </a:extLst>
          </p:cNvPr>
          <p:cNvSpPr/>
          <p:nvPr/>
        </p:nvSpPr>
        <p:spPr>
          <a:xfrm>
            <a:off x="6804202" y="1413000"/>
            <a:ext cx="216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a:p>
            <a:pPr algn="ctr"/>
            <a:r>
              <a:rPr lang="en-US" sz="800" dirty="0">
                <a:solidFill>
                  <a:schemeClr val="tx1"/>
                </a:solidFill>
              </a:rPr>
              <a:t>Famous</a:t>
            </a:r>
            <a:br>
              <a:rPr lang="en-US" sz="800" dirty="0">
                <a:solidFill>
                  <a:schemeClr val="tx1"/>
                </a:solidFill>
              </a:rPr>
            </a:br>
            <a:r>
              <a:rPr lang="en-US" sz="800" dirty="0">
                <a:solidFill>
                  <a:schemeClr val="tx1"/>
                </a:solidFill>
              </a:rPr>
              <a:t>attraction</a:t>
            </a:r>
          </a:p>
        </p:txBody>
      </p:sp>
      <p:cxnSp>
        <p:nvCxnSpPr>
          <p:cNvPr id="168" name="Gerade Verbindung 94">
            <a:extLst>
              <a:ext uri="{FF2B5EF4-FFF2-40B4-BE49-F238E27FC236}">
                <a16:creationId xmlns:a16="http://schemas.microsoft.com/office/drawing/2014/main" id="{6F0A7244-05A3-4418-B5D4-C17B458B42EE}"/>
              </a:ext>
            </a:extLst>
          </p:cNvPr>
          <p:cNvCxnSpPr/>
          <p:nvPr/>
        </p:nvCxnSpPr>
        <p:spPr>
          <a:xfrm>
            <a:off x="6804202"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Gerade Verbindung 94">
            <a:extLst>
              <a:ext uri="{FF2B5EF4-FFF2-40B4-BE49-F238E27FC236}">
                <a16:creationId xmlns:a16="http://schemas.microsoft.com/office/drawing/2014/main" id="{7C95766C-761D-4152-9F76-4ED4D298CD09}"/>
              </a:ext>
            </a:extLst>
          </p:cNvPr>
          <p:cNvCxnSpPr/>
          <p:nvPr/>
        </p:nvCxnSpPr>
        <p:spPr>
          <a:xfrm>
            <a:off x="7092202" y="177296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0" name="Gerade Verbindung 94">
            <a:extLst>
              <a:ext uri="{FF2B5EF4-FFF2-40B4-BE49-F238E27FC236}">
                <a16:creationId xmlns:a16="http://schemas.microsoft.com/office/drawing/2014/main" id="{EC502272-471F-4885-B97E-897006B74C87}"/>
              </a:ext>
            </a:extLst>
          </p:cNvPr>
          <p:cNvCxnSpPr/>
          <p:nvPr/>
        </p:nvCxnSpPr>
        <p:spPr>
          <a:xfrm>
            <a:off x="7164202" y="177303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Gerade Verbindung 94">
            <a:extLst>
              <a:ext uri="{FF2B5EF4-FFF2-40B4-BE49-F238E27FC236}">
                <a16:creationId xmlns:a16="http://schemas.microsoft.com/office/drawing/2014/main" id="{A12126F6-6192-425D-888D-CF0AB31CEA69}"/>
              </a:ext>
            </a:extLst>
          </p:cNvPr>
          <p:cNvCxnSpPr/>
          <p:nvPr/>
        </p:nvCxnSpPr>
        <p:spPr>
          <a:xfrm>
            <a:off x="7452202"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72" name="Rechteck 171">
            <a:extLst>
              <a:ext uri="{FF2B5EF4-FFF2-40B4-BE49-F238E27FC236}">
                <a16:creationId xmlns:a16="http://schemas.microsoft.com/office/drawing/2014/main" id="{6EFDBEF4-A75B-498A-AFFA-40129418022E}"/>
              </a:ext>
            </a:extLst>
          </p:cNvPr>
          <p:cNvSpPr/>
          <p:nvPr/>
        </p:nvSpPr>
        <p:spPr>
          <a:xfrm>
            <a:off x="7308332" y="1413000"/>
            <a:ext cx="7187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a:t>
            </a:r>
            <a:br>
              <a:rPr lang="en-US" sz="800" dirty="0">
                <a:solidFill>
                  <a:schemeClr val="tx1"/>
                </a:solidFill>
              </a:rPr>
            </a:br>
            <a:r>
              <a:rPr lang="en-US" sz="800" dirty="0">
                <a:solidFill>
                  <a:schemeClr val="tx1"/>
                </a:solidFill>
              </a:rPr>
              <a:t>cultural</a:t>
            </a:r>
          </a:p>
          <a:p>
            <a:pPr algn="ctr"/>
            <a:r>
              <a:rPr lang="en-US" sz="800" dirty="0">
                <a:solidFill>
                  <a:schemeClr val="tx1"/>
                </a:solidFill>
              </a:rPr>
              <a:t>place</a:t>
            </a:r>
          </a:p>
        </p:txBody>
      </p:sp>
      <p:cxnSp>
        <p:nvCxnSpPr>
          <p:cNvPr id="173" name="Gerade Verbindung mit Pfeil 172">
            <a:extLst>
              <a:ext uri="{FF2B5EF4-FFF2-40B4-BE49-F238E27FC236}">
                <a16:creationId xmlns:a16="http://schemas.microsoft.com/office/drawing/2014/main" id="{4C3D7769-1600-44E2-9815-3EFB59078009}"/>
              </a:ext>
            </a:extLst>
          </p:cNvPr>
          <p:cNvCxnSpPr>
            <a:cxnSpLocks/>
          </p:cNvCxnSpPr>
          <p:nvPr/>
        </p:nvCxnSpPr>
        <p:spPr>
          <a:xfrm>
            <a:off x="6372000" y="2061000"/>
            <a:ext cx="57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84846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Accessing Tables</a:t>
            </a:r>
            <a:br>
              <a:rPr lang="en-US" dirty="0"/>
            </a:br>
            <a:r>
              <a:rPr lang="en-US" sz="1600" dirty="0"/>
              <a:t>Horizontal Access – Full Table Specification – Ranges</a:t>
            </a:r>
          </a:p>
        </p:txBody>
      </p:sp>
      <p:sp>
        <p:nvSpPr>
          <p:cNvPr id="6" name="Textplatzhalter 5"/>
          <p:cNvSpPr>
            <a:spLocks noGrp="1"/>
          </p:cNvSpPr>
          <p:nvPr>
            <p:ph type="body" sz="quarter" idx="16"/>
          </p:nvPr>
        </p:nvSpPr>
        <p:spPr/>
        <p:txBody>
          <a:bodyPr/>
          <a:lstStyle/>
          <a:p>
            <a:r>
              <a:rPr lang="en-US" dirty="0"/>
              <a:t>Description_Table_Horizontal_Access_Range_Full.png</a:t>
            </a:r>
          </a:p>
        </p:txBody>
      </p:sp>
      <p:sp>
        <p:nvSpPr>
          <p:cNvPr id="212" name="Rechteck 211"/>
          <p:cNvSpPr/>
          <p:nvPr/>
        </p:nvSpPr>
        <p:spPr>
          <a:xfrm>
            <a:off x="395800" y="17730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3" name="Rechteck 212"/>
          <p:cNvSpPr/>
          <p:nvPr/>
        </p:nvSpPr>
        <p:spPr>
          <a:xfrm>
            <a:off x="540000" y="2133140"/>
            <a:ext cx="288020" cy="718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4" name="Gerade Verbindung 94"/>
          <p:cNvCxnSpPr/>
          <p:nvPr/>
        </p:nvCxnSpPr>
        <p:spPr>
          <a:xfrm>
            <a:off x="395800" y="18451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Gerade Verbindung 94"/>
          <p:cNvCxnSpPr/>
          <p:nvPr/>
        </p:nvCxnSpPr>
        <p:spPr>
          <a:xfrm>
            <a:off x="828020" y="17730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Gerade Verbindung 94"/>
          <p:cNvCxnSpPr/>
          <p:nvPr/>
        </p:nvCxnSpPr>
        <p:spPr>
          <a:xfrm>
            <a:off x="540000" y="17730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p:cNvSpPr/>
          <p:nvPr/>
        </p:nvSpPr>
        <p:spPr>
          <a:xfrm>
            <a:off x="395800" y="90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a:t>
            </a:r>
          </a:p>
        </p:txBody>
      </p:sp>
      <p:sp>
        <p:nvSpPr>
          <p:cNvPr id="223" name="Rechteck 222"/>
          <p:cNvSpPr/>
          <p:nvPr/>
        </p:nvSpPr>
        <p:spPr>
          <a:xfrm>
            <a:off x="395800" y="112502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From .. To range</a:t>
            </a:r>
          </a:p>
        </p:txBody>
      </p:sp>
      <p:sp>
        <p:nvSpPr>
          <p:cNvPr id="228" name="Rechteck 227"/>
          <p:cNvSpPr/>
          <p:nvPr/>
        </p:nvSpPr>
        <p:spPr>
          <a:xfrm>
            <a:off x="4139060" y="177377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0" name="Gerade Verbindung 94"/>
          <p:cNvCxnSpPr/>
          <p:nvPr/>
        </p:nvCxnSpPr>
        <p:spPr>
          <a:xfrm>
            <a:off x="4139060" y="184578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Gerade Verbindung 94"/>
          <p:cNvCxnSpPr/>
          <p:nvPr/>
        </p:nvCxnSpPr>
        <p:spPr>
          <a:xfrm>
            <a:off x="4572020" y="177377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Gerade Verbindung 94"/>
          <p:cNvCxnSpPr/>
          <p:nvPr/>
        </p:nvCxnSpPr>
        <p:spPr>
          <a:xfrm>
            <a:off x="4284000" y="177377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38" name="Rechteck 237"/>
          <p:cNvSpPr/>
          <p:nvPr/>
        </p:nvSpPr>
        <p:spPr>
          <a:xfrm>
            <a:off x="413906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a:t>
            </a:r>
          </a:p>
        </p:txBody>
      </p:sp>
      <p:sp>
        <p:nvSpPr>
          <p:cNvPr id="239" name="Rechteck 238"/>
          <p:cNvSpPr/>
          <p:nvPr/>
        </p:nvSpPr>
        <p:spPr>
          <a:xfrm>
            <a:off x="413906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 To range and</a:t>
            </a:r>
          </a:p>
          <a:p>
            <a:pPr>
              <a:lnSpc>
                <a:spcPct val="90000"/>
              </a:lnSpc>
            </a:pPr>
            <a:r>
              <a:rPr lang="en-US" sz="1000" dirty="0">
                <a:solidFill>
                  <a:schemeClr val="tx1"/>
                </a:solidFill>
              </a:rPr>
              <a:t>From .. ranges</a:t>
            </a:r>
          </a:p>
        </p:txBody>
      </p:sp>
      <p:sp>
        <p:nvSpPr>
          <p:cNvPr id="252" name="Rechteck 251"/>
          <p:cNvSpPr/>
          <p:nvPr/>
        </p:nvSpPr>
        <p:spPr>
          <a:xfrm>
            <a:off x="4356000" y="162975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270" name="Rechteck 269"/>
          <p:cNvSpPr/>
          <p:nvPr/>
        </p:nvSpPr>
        <p:spPr>
          <a:xfrm>
            <a:off x="601158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Lookup Access</a:t>
            </a:r>
          </a:p>
        </p:txBody>
      </p:sp>
      <p:sp>
        <p:nvSpPr>
          <p:cNvPr id="272" name="Rechteck 271"/>
          <p:cNvSpPr/>
          <p:nvPr/>
        </p:nvSpPr>
        <p:spPr>
          <a:xfrm>
            <a:off x="601158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Entire rows accessed</a:t>
            </a:r>
          </a:p>
        </p:txBody>
      </p:sp>
      <p:sp>
        <p:nvSpPr>
          <p:cNvPr id="54" name="Rechteck 53"/>
          <p:cNvSpPr/>
          <p:nvPr/>
        </p:nvSpPr>
        <p:spPr>
          <a:xfrm>
            <a:off x="395800" y="3285300"/>
            <a:ext cx="1584220" cy="5037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1..4,    5 ]</a:t>
            </a:r>
          </a:p>
          <a:p>
            <a:pPr>
              <a:lnSpc>
                <a:spcPct val="95000"/>
              </a:lnSpc>
            </a:pPr>
            <a:r>
              <a:rPr lang="en-US" sz="1000" dirty="0">
                <a:solidFill>
                  <a:schemeClr val="tx1"/>
                </a:solidFill>
              </a:rPr>
              <a:t>[ table:  1..-4,   5 ]</a:t>
            </a:r>
          </a:p>
          <a:p>
            <a:pPr>
              <a:lnSpc>
                <a:spcPct val="95000"/>
              </a:lnSpc>
            </a:pPr>
            <a:r>
              <a:rPr lang="en-US" sz="1000" dirty="0">
                <a:solidFill>
                  <a:schemeClr val="tx1"/>
                </a:solidFill>
              </a:rPr>
              <a:t>[ table: </a:t>
            </a:r>
          </a:p>
          <a:p>
            <a:pPr>
              <a:lnSpc>
                <a:spcPct val="95000"/>
              </a:lnSpc>
            </a:pPr>
            <a:r>
              <a:rPr lang="en-US" sz="1000" dirty="0">
                <a:solidFill>
                  <a:schemeClr val="tx1"/>
                </a:solidFill>
              </a:rPr>
              <a:t>  </a:t>
            </a:r>
            <a:r>
              <a:rPr lang="en-US" sz="1000" dirty="0" err="1">
                <a:solidFill>
                  <a:schemeClr val="tx1"/>
                </a:solidFill>
              </a:rPr>
              <a:t>City..Famous</a:t>
            </a:r>
            <a:r>
              <a:rPr lang="en-US" sz="1000" dirty="0">
                <a:solidFill>
                  <a:schemeClr val="tx1"/>
                </a:solidFill>
              </a:rPr>
              <a:t> attraction, -10 ]</a:t>
            </a:r>
            <a:br>
              <a:rPr lang="en-US" sz="1000" dirty="0">
                <a:solidFill>
                  <a:schemeClr val="tx1"/>
                </a:solidFill>
              </a:rPr>
            </a:br>
            <a:endParaRPr lang="en-US" sz="1000" dirty="0">
              <a:solidFill>
                <a:schemeClr val="tx1"/>
              </a:solidFill>
            </a:endParaRPr>
          </a:p>
        </p:txBody>
      </p:sp>
      <p:sp>
        <p:nvSpPr>
          <p:cNvPr id="55" name="Rechteck 54"/>
          <p:cNvSpPr/>
          <p:nvPr/>
        </p:nvSpPr>
        <p:spPr>
          <a:xfrm>
            <a:off x="4139060" y="328598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..4, 5 ]</a:t>
            </a:r>
          </a:p>
          <a:p>
            <a:pPr>
              <a:lnSpc>
                <a:spcPct val="95000"/>
              </a:lnSpc>
            </a:pPr>
            <a:r>
              <a:rPr lang="en-US" sz="1000" dirty="0">
                <a:solidFill>
                  <a:schemeClr val="tx1"/>
                </a:solidFill>
              </a:rPr>
              <a:t>[ table: 1.., Vienna]</a:t>
            </a:r>
          </a:p>
          <a:p>
            <a:pPr>
              <a:lnSpc>
                <a:spcPct val="95000"/>
              </a:lnSpc>
            </a:pPr>
            <a:r>
              <a:rPr lang="en-US" sz="1000" dirty="0">
                <a:solidFill>
                  <a:schemeClr val="tx1"/>
                </a:solidFill>
              </a:rPr>
              <a:t>[ table: 1.., 10]</a:t>
            </a:r>
          </a:p>
        </p:txBody>
      </p:sp>
      <p:sp>
        <p:nvSpPr>
          <p:cNvPr id="78" name="Rechteck 77"/>
          <p:cNvSpPr/>
          <p:nvPr/>
        </p:nvSpPr>
        <p:spPr>
          <a:xfrm>
            <a:off x="2268020" y="90934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Horizontal Access</a:t>
            </a:r>
          </a:p>
        </p:txBody>
      </p:sp>
      <p:sp>
        <p:nvSpPr>
          <p:cNvPr id="79" name="Rechteck 78"/>
          <p:cNvSpPr/>
          <p:nvPr/>
        </p:nvSpPr>
        <p:spPr>
          <a:xfrm>
            <a:off x="2268020" y="112536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From .. To range, searching</a:t>
            </a:r>
          </a:p>
          <a:p>
            <a:pPr>
              <a:lnSpc>
                <a:spcPct val="90000"/>
              </a:lnSpc>
            </a:pPr>
            <a:r>
              <a:rPr lang="en-US" sz="1000" dirty="0">
                <a:solidFill>
                  <a:schemeClr val="tx1"/>
                </a:solidFill>
              </a:rPr>
              <a:t>for matching data</a:t>
            </a:r>
          </a:p>
        </p:txBody>
      </p:sp>
      <p:sp>
        <p:nvSpPr>
          <p:cNvPr id="81" name="Rechteck 80"/>
          <p:cNvSpPr/>
          <p:nvPr/>
        </p:nvSpPr>
        <p:spPr>
          <a:xfrm>
            <a:off x="2267800" y="328564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1..4, San Francisco ]</a:t>
            </a:r>
          </a:p>
          <a:p>
            <a:pPr>
              <a:lnSpc>
                <a:spcPct val="95000"/>
              </a:lnSpc>
            </a:pPr>
            <a:r>
              <a:rPr lang="en-US" sz="1000" dirty="0">
                <a:solidFill>
                  <a:schemeClr val="tx1"/>
                </a:solidFill>
              </a:rPr>
              <a:t>[ table: </a:t>
            </a:r>
          </a:p>
          <a:p>
            <a:pPr>
              <a:lnSpc>
                <a:spcPct val="95000"/>
              </a:lnSpc>
            </a:pPr>
            <a:r>
              <a:rPr lang="en-US" sz="1000" dirty="0">
                <a:solidFill>
                  <a:schemeClr val="tx1"/>
                </a:solidFill>
              </a:rPr>
              <a:t>  </a:t>
            </a:r>
            <a:r>
              <a:rPr lang="en-US" sz="1000" dirty="0" err="1">
                <a:solidFill>
                  <a:schemeClr val="tx1"/>
                </a:solidFill>
              </a:rPr>
              <a:t>City..Famous</a:t>
            </a:r>
            <a:r>
              <a:rPr lang="en-US" sz="1000" dirty="0">
                <a:solidFill>
                  <a:schemeClr val="tx1"/>
                </a:solidFill>
              </a:rPr>
              <a:t> attraction,</a:t>
            </a:r>
            <a:br>
              <a:rPr lang="en-US" sz="1000" dirty="0">
                <a:solidFill>
                  <a:schemeClr val="tx1"/>
                </a:solidFill>
              </a:rPr>
            </a:br>
            <a:r>
              <a:rPr lang="en-US" sz="1000" dirty="0">
                <a:solidFill>
                  <a:schemeClr val="tx1"/>
                </a:solidFill>
              </a:rPr>
              <a:t>  San Francisco  ]</a:t>
            </a:r>
            <a:br>
              <a:rPr lang="en-US" sz="1000" dirty="0">
                <a:solidFill>
                  <a:schemeClr val="tx1"/>
                </a:solidFill>
              </a:rPr>
            </a:br>
            <a:endParaRPr lang="en-US" sz="1000" dirty="0">
              <a:solidFill>
                <a:schemeClr val="tx1"/>
              </a:solidFill>
            </a:endParaRPr>
          </a:p>
        </p:txBody>
      </p:sp>
      <p:sp>
        <p:nvSpPr>
          <p:cNvPr id="159" name="Rechteck 158"/>
          <p:cNvSpPr/>
          <p:nvPr/>
        </p:nvSpPr>
        <p:spPr>
          <a:xfrm>
            <a:off x="252000" y="177348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0/-15</a:t>
            </a:r>
          </a:p>
        </p:txBody>
      </p:sp>
      <p:sp>
        <p:nvSpPr>
          <p:cNvPr id="160" name="Rechteck 159"/>
          <p:cNvSpPr/>
          <p:nvPr/>
        </p:nvSpPr>
        <p:spPr>
          <a:xfrm>
            <a:off x="252000" y="213353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5/-10</a:t>
            </a:r>
          </a:p>
        </p:txBody>
      </p:sp>
      <p:sp>
        <p:nvSpPr>
          <p:cNvPr id="161" name="Rechteck 160"/>
          <p:cNvSpPr/>
          <p:nvPr/>
        </p:nvSpPr>
        <p:spPr>
          <a:xfrm>
            <a:off x="252000" y="314167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14/-1</a:t>
            </a:r>
          </a:p>
        </p:txBody>
      </p:sp>
      <p:sp>
        <p:nvSpPr>
          <p:cNvPr id="193" name="Rechteck 192"/>
          <p:cNvSpPr/>
          <p:nvPr/>
        </p:nvSpPr>
        <p:spPr>
          <a:xfrm>
            <a:off x="61235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194" name="Rechteck 193"/>
          <p:cNvSpPr/>
          <p:nvPr/>
        </p:nvSpPr>
        <p:spPr>
          <a:xfrm>
            <a:off x="32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0/-8</a:t>
            </a:r>
          </a:p>
        </p:txBody>
      </p:sp>
      <p:sp>
        <p:nvSpPr>
          <p:cNvPr id="71" name="Rechteck 70">
            <a:extLst>
              <a:ext uri="{FF2B5EF4-FFF2-40B4-BE49-F238E27FC236}">
                <a16:creationId xmlns:a16="http://schemas.microsoft.com/office/drawing/2014/main" id="{B44D7697-07FC-4033-BDD5-782F55FD7A82}"/>
              </a:ext>
            </a:extLst>
          </p:cNvPr>
          <p:cNvSpPr/>
          <p:nvPr/>
        </p:nvSpPr>
        <p:spPr>
          <a:xfrm>
            <a:off x="2267798"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a:extLst>
              <a:ext uri="{FF2B5EF4-FFF2-40B4-BE49-F238E27FC236}">
                <a16:creationId xmlns:a16="http://schemas.microsoft.com/office/drawing/2014/main" id="{6EDD713C-8F52-4616-94B6-5DED0E9BE5E9}"/>
              </a:ext>
            </a:extLst>
          </p:cNvPr>
          <p:cNvSpPr/>
          <p:nvPr/>
        </p:nvSpPr>
        <p:spPr>
          <a:xfrm>
            <a:off x="2412000" y="2132940"/>
            <a:ext cx="288020" cy="720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5" name="Gerade Verbindung 94">
            <a:extLst>
              <a:ext uri="{FF2B5EF4-FFF2-40B4-BE49-F238E27FC236}">
                <a16:creationId xmlns:a16="http://schemas.microsoft.com/office/drawing/2014/main" id="{E299F31E-999E-4B6A-BE08-C6DF8CBA79D8}"/>
              </a:ext>
            </a:extLst>
          </p:cNvPr>
          <p:cNvCxnSpPr/>
          <p:nvPr/>
        </p:nvCxnSpPr>
        <p:spPr>
          <a:xfrm>
            <a:off x="2267798"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 Verbindung 94">
            <a:extLst>
              <a:ext uri="{FF2B5EF4-FFF2-40B4-BE49-F238E27FC236}">
                <a16:creationId xmlns:a16="http://schemas.microsoft.com/office/drawing/2014/main" id="{13050CD7-B594-441E-9F3A-BDDF2C5614A0}"/>
              </a:ext>
            </a:extLst>
          </p:cNvPr>
          <p:cNvCxnSpPr/>
          <p:nvPr/>
        </p:nvCxnSpPr>
        <p:spPr>
          <a:xfrm>
            <a:off x="2700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Gerade Verbindung 94">
            <a:extLst>
              <a:ext uri="{FF2B5EF4-FFF2-40B4-BE49-F238E27FC236}">
                <a16:creationId xmlns:a16="http://schemas.microsoft.com/office/drawing/2014/main" id="{6CB76CFF-37B9-4562-BD68-5A6F24FAA9BC}"/>
              </a:ext>
            </a:extLst>
          </p:cNvPr>
          <p:cNvCxnSpPr/>
          <p:nvPr/>
        </p:nvCxnSpPr>
        <p:spPr>
          <a:xfrm>
            <a:off x="2412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8" name="Rechteck 87">
            <a:extLst>
              <a:ext uri="{FF2B5EF4-FFF2-40B4-BE49-F238E27FC236}">
                <a16:creationId xmlns:a16="http://schemas.microsoft.com/office/drawing/2014/main" id="{67C684D8-C2C7-47D6-846C-59D75D452257}"/>
              </a:ext>
            </a:extLst>
          </p:cNvPr>
          <p:cNvSpPr/>
          <p:nvPr/>
        </p:nvSpPr>
        <p:spPr>
          <a:xfrm>
            <a:off x="468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89" name="Rechteck 88">
            <a:extLst>
              <a:ext uri="{FF2B5EF4-FFF2-40B4-BE49-F238E27FC236}">
                <a16:creationId xmlns:a16="http://schemas.microsoft.com/office/drawing/2014/main" id="{4E202A9E-4846-4983-B4FD-B67753EBB23F}"/>
              </a:ext>
            </a:extLst>
          </p:cNvPr>
          <p:cNvSpPr/>
          <p:nvPr/>
        </p:nvSpPr>
        <p:spPr>
          <a:xfrm>
            <a:off x="2556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92" name="Rechteck 91">
            <a:extLst>
              <a:ext uri="{FF2B5EF4-FFF2-40B4-BE49-F238E27FC236}">
                <a16:creationId xmlns:a16="http://schemas.microsoft.com/office/drawing/2014/main" id="{8D6850DD-C165-4E9F-8410-CF4658B0CFA1}"/>
              </a:ext>
            </a:extLst>
          </p:cNvPr>
          <p:cNvSpPr/>
          <p:nvPr/>
        </p:nvSpPr>
        <p:spPr>
          <a:xfrm>
            <a:off x="248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3" name="Rechteck 92">
            <a:extLst>
              <a:ext uri="{FF2B5EF4-FFF2-40B4-BE49-F238E27FC236}">
                <a16:creationId xmlns:a16="http://schemas.microsoft.com/office/drawing/2014/main" id="{ECA6964E-083E-40C6-9B3D-F697E70E5FC1}"/>
              </a:ext>
            </a:extLst>
          </p:cNvPr>
          <p:cNvSpPr/>
          <p:nvPr/>
        </p:nvSpPr>
        <p:spPr>
          <a:xfrm>
            <a:off x="6011800" y="177302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a:extLst>
              <a:ext uri="{FF2B5EF4-FFF2-40B4-BE49-F238E27FC236}">
                <a16:creationId xmlns:a16="http://schemas.microsoft.com/office/drawing/2014/main" id="{B2D14F6B-AB47-4A1A-821D-D5527E75CCA4}"/>
              </a:ext>
            </a:extLst>
          </p:cNvPr>
          <p:cNvCxnSpPr/>
          <p:nvPr/>
        </p:nvCxnSpPr>
        <p:spPr>
          <a:xfrm>
            <a:off x="6011800" y="184503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Gerade Verbindung 94">
            <a:extLst>
              <a:ext uri="{FF2B5EF4-FFF2-40B4-BE49-F238E27FC236}">
                <a16:creationId xmlns:a16="http://schemas.microsoft.com/office/drawing/2014/main" id="{6E31139D-CB2A-418B-9A55-DB82C73B75F0}"/>
              </a:ext>
            </a:extLst>
          </p:cNvPr>
          <p:cNvCxnSpPr/>
          <p:nvPr/>
        </p:nvCxnSpPr>
        <p:spPr>
          <a:xfrm>
            <a:off x="6372000" y="177302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Gerade Verbindung 94">
            <a:extLst>
              <a:ext uri="{FF2B5EF4-FFF2-40B4-BE49-F238E27FC236}">
                <a16:creationId xmlns:a16="http://schemas.microsoft.com/office/drawing/2014/main" id="{7C4512C5-5344-49D0-94F2-3E3ACFE1B06E}"/>
              </a:ext>
            </a:extLst>
          </p:cNvPr>
          <p:cNvCxnSpPr/>
          <p:nvPr/>
        </p:nvCxnSpPr>
        <p:spPr>
          <a:xfrm>
            <a:off x="6156000" y="177302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8" name="Rechteck 97">
            <a:extLst>
              <a:ext uri="{FF2B5EF4-FFF2-40B4-BE49-F238E27FC236}">
                <a16:creationId xmlns:a16="http://schemas.microsoft.com/office/drawing/2014/main" id="{BFBFED63-7E0B-4ABF-AD08-91D657B8EBF3}"/>
              </a:ext>
            </a:extLst>
          </p:cNvPr>
          <p:cNvSpPr/>
          <p:nvPr/>
        </p:nvSpPr>
        <p:spPr>
          <a:xfrm>
            <a:off x="622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9" name="Rechteck 98">
            <a:extLst>
              <a:ext uri="{FF2B5EF4-FFF2-40B4-BE49-F238E27FC236}">
                <a16:creationId xmlns:a16="http://schemas.microsoft.com/office/drawing/2014/main" id="{40068BAE-E977-408D-80E1-BF0D9A7442BB}"/>
              </a:ext>
            </a:extLst>
          </p:cNvPr>
          <p:cNvSpPr/>
          <p:nvPr/>
        </p:nvSpPr>
        <p:spPr>
          <a:xfrm>
            <a:off x="6011800" y="3285000"/>
            <a:ext cx="28082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 5 ]</a:t>
            </a:r>
          </a:p>
          <a:p>
            <a:pPr>
              <a:lnSpc>
                <a:spcPct val="95000"/>
              </a:lnSpc>
            </a:pPr>
            <a:r>
              <a:rPr lang="en-US" sz="1000" dirty="0">
                <a:solidFill>
                  <a:schemeClr val="tx1"/>
                </a:solidFill>
              </a:rPr>
              <a:t>[ table, City, San Francisco, .. ]</a:t>
            </a:r>
          </a:p>
          <a:p>
            <a:pPr>
              <a:lnSpc>
                <a:spcPct val="95000"/>
              </a:lnSpc>
            </a:pPr>
            <a:r>
              <a:rPr lang="en-US" sz="1000" dirty="0">
                <a:solidFill>
                  <a:schemeClr val="tx1"/>
                </a:solidFill>
              </a:rPr>
              <a:t>(till last column with header name)</a:t>
            </a:r>
          </a:p>
          <a:p>
            <a:pPr>
              <a:lnSpc>
                <a:spcPct val="95000"/>
              </a:lnSpc>
            </a:pPr>
            <a:r>
              <a:rPr lang="en-US" sz="1000" dirty="0">
                <a:solidFill>
                  <a:schemeClr val="tx1"/>
                </a:solidFill>
              </a:rPr>
              <a:t>[ table, City, 10, .. ] (till end of row)</a:t>
            </a:r>
          </a:p>
        </p:txBody>
      </p:sp>
      <p:sp>
        <p:nvSpPr>
          <p:cNvPr id="101" name="Rechteck 100">
            <a:extLst>
              <a:ext uri="{FF2B5EF4-FFF2-40B4-BE49-F238E27FC236}">
                <a16:creationId xmlns:a16="http://schemas.microsoft.com/office/drawing/2014/main" id="{648CB817-2E01-4346-9C8D-477332F7BA6A}"/>
              </a:ext>
            </a:extLst>
          </p:cNvPr>
          <p:cNvSpPr/>
          <p:nvPr/>
        </p:nvSpPr>
        <p:spPr>
          <a:xfrm>
            <a:off x="694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cxnSp>
        <p:nvCxnSpPr>
          <p:cNvPr id="104" name="Gerade Verbindung 94">
            <a:extLst>
              <a:ext uri="{FF2B5EF4-FFF2-40B4-BE49-F238E27FC236}">
                <a16:creationId xmlns:a16="http://schemas.microsoft.com/office/drawing/2014/main" id="{C03979A1-F89D-4061-8ED4-5B8E520AF4EB}"/>
              </a:ext>
            </a:extLst>
          </p:cNvPr>
          <p:cNvCxnSpPr/>
          <p:nvPr/>
        </p:nvCxnSpPr>
        <p:spPr>
          <a:xfrm>
            <a:off x="6804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Gerade Verbindung 94">
            <a:extLst>
              <a:ext uri="{FF2B5EF4-FFF2-40B4-BE49-F238E27FC236}">
                <a16:creationId xmlns:a16="http://schemas.microsoft.com/office/drawing/2014/main" id="{DDCC57CE-41D7-4885-BE47-C1F9F49E7ED7}"/>
              </a:ext>
            </a:extLst>
          </p:cNvPr>
          <p:cNvCxnSpPr/>
          <p:nvPr/>
        </p:nvCxnSpPr>
        <p:spPr>
          <a:xfrm>
            <a:off x="7092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Rechteck 105">
            <a:extLst>
              <a:ext uri="{FF2B5EF4-FFF2-40B4-BE49-F238E27FC236}">
                <a16:creationId xmlns:a16="http://schemas.microsoft.com/office/drawing/2014/main" id="{30978A30-4B08-44E6-ABE5-2129B759A10E}"/>
              </a:ext>
            </a:extLst>
          </p:cNvPr>
          <p:cNvSpPr/>
          <p:nvPr/>
        </p:nvSpPr>
        <p:spPr>
          <a:xfrm>
            <a:off x="6876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
        <p:nvSpPr>
          <p:cNvPr id="62" name="Rechteck 61">
            <a:extLst>
              <a:ext uri="{FF2B5EF4-FFF2-40B4-BE49-F238E27FC236}">
                <a16:creationId xmlns:a16="http://schemas.microsoft.com/office/drawing/2014/main" id="{4E1376F1-70AE-4BDA-8DD0-C0B423209ECA}"/>
              </a:ext>
            </a:extLst>
          </p:cNvPr>
          <p:cNvSpPr/>
          <p:nvPr/>
        </p:nvSpPr>
        <p:spPr>
          <a:xfrm>
            <a:off x="1332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sp>
        <p:nvSpPr>
          <p:cNvPr id="63" name="Rechteck 62">
            <a:extLst>
              <a:ext uri="{FF2B5EF4-FFF2-40B4-BE49-F238E27FC236}">
                <a16:creationId xmlns:a16="http://schemas.microsoft.com/office/drawing/2014/main" id="{422BC97E-E859-423E-BA44-FEB10128B0B1}"/>
              </a:ext>
            </a:extLst>
          </p:cNvPr>
          <p:cNvSpPr/>
          <p:nvPr/>
        </p:nvSpPr>
        <p:spPr>
          <a:xfrm>
            <a:off x="1188000" y="213299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4" name="Rechteck 63">
            <a:extLst>
              <a:ext uri="{FF2B5EF4-FFF2-40B4-BE49-F238E27FC236}">
                <a16:creationId xmlns:a16="http://schemas.microsoft.com/office/drawing/2014/main" id="{18389487-316E-4B45-803A-A019D98985E9}"/>
              </a:ext>
            </a:extLst>
          </p:cNvPr>
          <p:cNvSpPr/>
          <p:nvPr/>
        </p:nvSpPr>
        <p:spPr>
          <a:xfrm>
            <a:off x="1044000" y="220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Golden Gate</a:t>
            </a:r>
          </a:p>
        </p:txBody>
      </p:sp>
      <p:cxnSp>
        <p:nvCxnSpPr>
          <p:cNvPr id="65" name="Gerade Verbindung 94">
            <a:extLst>
              <a:ext uri="{FF2B5EF4-FFF2-40B4-BE49-F238E27FC236}">
                <a16:creationId xmlns:a16="http://schemas.microsoft.com/office/drawing/2014/main" id="{31EC0C8B-85F6-480F-9933-86DBA39C0F74}"/>
              </a:ext>
            </a:extLst>
          </p:cNvPr>
          <p:cNvCxnSpPr/>
          <p:nvPr/>
        </p:nvCxnSpPr>
        <p:spPr>
          <a:xfrm>
            <a:off x="1188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Gerade Verbindung 94">
            <a:extLst>
              <a:ext uri="{FF2B5EF4-FFF2-40B4-BE49-F238E27FC236}">
                <a16:creationId xmlns:a16="http://schemas.microsoft.com/office/drawing/2014/main" id="{A3E61FB8-4C7F-4099-9DFE-BE0798D1EE3F}"/>
              </a:ext>
            </a:extLst>
          </p:cNvPr>
          <p:cNvCxnSpPr/>
          <p:nvPr/>
        </p:nvCxnSpPr>
        <p:spPr>
          <a:xfrm>
            <a:off x="1476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67" name="Rechteck 66">
            <a:extLst>
              <a:ext uri="{FF2B5EF4-FFF2-40B4-BE49-F238E27FC236}">
                <a16:creationId xmlns:a16="http://schemas.microsoft.com/office/drawing/2014/main" id="{DD81A319-789C-4877-BF8E-9E5D66BAD063}"/>
              </a:ext>
            </a:extLst>
          </p:cNvPr>
          <p:cNvSpPr/>
          <p:nvPr/>
        </p:nvSpPr>
        <p:spPr>
          <a:xfrm>
            <a:off x="1260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
        <p:nvSpPr>
          <p:cNvPr id="82" name="Rechteck 81">
            <a:extLst>
              <a:ext uri="{FF2B5EF4-FFF2-40B4-BE49-F238E27FC236}">
                <a16:creationId xmlns:a16="http://schemas.microsoft.com/office/drawing/2014/main" id="{A8B8204D-6807-4139-BD5E-68AACF7383AB}"/>
              </a:ext>
            </a:extLst>
          </p:cNvPr>
          <p:cNvSpPr/>
          <p:nvPr/>
        </p:nvSpPr>
        <p:spPr>
          <a:xfrm>
            <a:off x="2196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Country</a:t>
            </a:r>
          </a:p>
        </p:txBody>
      </p:sp>
      <p:sp>
        <p:nvSpPr>
          <p:cNvPr id="126" name="Rechteck 125">
            <a:extLst>
              <a:ext uri="{FF2B5EF4-FFF2-40B4-BE49-F238E27FC236}">
                <a16:creationId xmlns:a16="http://schemas.microsoft.com/office/drawing/2014/main" id="{4FF78091-EB2D-4CFA-B9BB-C9ACF0FA92CB}"/>
              </a:ext>
            </a:extLst>
          </p:cNvPr>
          <p:cNvSpPr/>
          <p:nvPr/>
        </p:nvSpPr>
        <p:spPr>
          <a:xfrm>
            <a:off x="5940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Country</a:t>
            </a:r>
          </a:p>
        </p:txBody>
      </p:sp>
      <p:sp>
        <p:nvSpPr>
          <p:cNvPr id="129" name="Rechteck 128">
            <a:extLst>
              <a:ext uri="{FF2B5EF4-FFF2-40B4-BE49-F238E27FC236}">
                <a16:creationId xmlns:a16="http://schemas.microsoft.com/office/drawing/2014/main" id="{BAF218A9-6B80-4FE2-B554-07876A060B78}"/>
              </a:ext>
            </a:extLst>
          </p:cNvPr>
          <p:cNvSpPr/>
          <p:nvPr/>
        </p:nvSpPr>
        <p:spPr>
          <a:xfrm>
            <a:off x="5076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cxnSp>
        <p:nvCxnSpPr>
          <p:cNvPr id="133" name="Gerade Verbindung 94">
            <a:extLst>
              <a:ext uri="{FF2B5EF4-FFF2-40B4-BE49-F238E27FC236}">
                <a16:creationId xmlns:a16="http://schemas.microsoft.com/office/drawing/2014/main" id="{05C9F4B2-54E9-4C8C-92CD-EC4018F1328A}"/>
              </a:ext>
            </a:extLst>
          </p:cNvPr>
          <p:cNvCxnSpPr/>
          <p:nvPr/>
        </p:nvCxnSpPr>
        <p:spPr>
          <a:xfrm>
            <a:off x="4932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Gerade Verbindung 94">
            <a:extLst>
              <a:ext uri="{FF2B5EF4-FFF2-40B4-BE49-F238E27FC236}">
                <a16:creationId xmlns:a16="http://schemas.microsoft.com/office/drawing/2014/main" id="{8473150E-42F1-4647-9090-790F414FA557}"/>
              </a:ext>
            </a:extLst>
          </p:cNvPr>
          <p:cNvCxnSpPr/>
          <p:nvPr/>
        </p:nvCxnSpPr>
        <p:spPr>
          <a:xfrm>
            <a:off x="5220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35" name="Rechteck 134">
            <a:extLst>
              <a:ext uri="{FF2B5EF4-FFF2-40B4-BE49-F238E27FC236}">
                <a16:creationId xmlns:a16="http://schemas.microsoft.com/office/drawing/2014/main" id="{8DE4828E-BF6B-40FF-9C9F-CA75E0D753C2}"/>
              </a:ext>
            </a:extLst>
          </p:cNvPr>
          <p:cNvSpPr/>
          <p:nvPr/>
        </p:nvSpPr>
        <p:spPr>
          <a:xfrm>
            <a:off x="5004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
        <p:nvSpPr>
          <p:cNvPr id="123" name="Rechteck 122">
            <a:extLst>
              <a:ext uri="{FF2B5EF4-FFF2-40B4-BE49-F238E27FC236}">
                <a16:creationId xmlns:a16="http://schemas.microsoft.com/office/drawing/2014/main" id="{28EE221B-2902-4D5A-97DB-980166568A37}"/>
              </a:ext>
            </a:extLst>
          </p:cNvPr>
          <p:cNvSpPr/>
          <p:nvPr/>
        </p:nvSpPr>
        <p:spPr>
          <a:xfrm>
            <a:off x="3060000" y="213300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4" name="Rechteck 123">
            <a:extLst>
              <a:ext uri="{FF2B5EF4-FFF2-40B4-BE49-F238E27FC236}">
                <a16:creationId xmlns:a16="http://schemas.microsoft.com/office/drawing/2014/main" id="{4BF3AC23-56B3-4FDA-BD1C-7C6205B95E00}"/>
              </a:ext>
            </a:extLst>
          </p:cNvPr>
          <p:cNvSpPr/>
          <p:nvPr/>
        </p:nvSpPr>
        <p:spPr>
          <a:xfrm>
            <a:off x="320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Famous attraction</a:t>
            </a:r>
          </a:p>
        </p:txBody>
      </p:sp>
      <p:cxnSp>
        <p:nvCxnSpPr>
          <p:cNvPr id="131" name="Gerade Verbindung 94">
            <a:extLst>
              <a:ext uri="{FF2B5EF4-FFF2-40B4-BE49-F238E27FC236}">
                <a16:creationId xmlns:a16="http://schemas.microsoft.com/office/drawing/2014/main" id="{6F652A38-DC02-4370-8DE7-102FB9071594}"/>
              </a:ext>
            </a:extLst>
          </p:cNvPr>
          <p:cNvCxnSpPr/>
          <p:nvPr/>
        </p:nvCxnSpPr>
        <p:spPr>
          <a:xfrm>
            <a:off x="3060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Gerade Verbindung 94">
            <a:extLst>
              <a:ext uri="{FF2B5EF4-FFF2-40B4-BE49-F238E27FC236}">
                <a16:creationId xmlns:a16="http://schemas.microsoft.com/office/drawing/2014/main" id="{A9EA8EAF-9FAE-4AF0-85A6-8044375C6605}"/>
              </a:ext>
            </a:extLst>
          </p:cNvPr>
          <p:cNvCxnSpPr/>
          <p:nvPr/>
        </p:nvCxnSpPr>
        <p:spPr>
          <a:xfrm>
            <a:off x="3348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36" name="Rechteck 135">
            <a:extLst>
              <a:ext uri="{FF2B5EF4-FFF2-40B4-BE49-F238E27FC236}">
                <a16:creationId xmlns:a16="http://schemas.microsoft.com/office/drawing/2014/main" id="{EC29FEB4-A905-4109-ABFE-D7C7723BAE59}"/>
              </a:ext>
            </a:extLst>
          </p:cNvPr>
          <p:cNvSpPr/>
          <p:nvPr/>
        </p:nvSpPr>
        <p:spPr>
          <a:xfrm>
            <a:off x="3132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4/-4</a:t>
            </a:r>
          </a:p>
        </p:txBody>
      </p:sp>
      <p:sp>
        <p:nvSpPr>
          <p:cNvPr id="80" name="Rechteck 79">
            <a:extLst>
              <a:ext uri="{FF2B5EF4-FFF2-40B4-BE49-F238E27FC236}">
                <a16:creationId xmlns:a16="http://schemas.microsoft.com/office/drawing/2014/main" id="{3325940D-9401-45D7-AEAB-048D60BDB054}"/>
              </a:ext>
            </a:extLst>
          </p:cNvPr>
          <p:cNvSpPr/>
          <p:nvPr/>
        </p:nvSpPr>
        <p:spPr>
          <a:xfrm>
            <a:off x="828000" y="2133000"/>
            <a:ext cx="360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3" name="Rechteck 82">
            <a:extLst>
              <a:ext uri="{FF2B5EF4-FFF2-40B4-BE49-F238E27FC236}">
                <a16:creationId xmlns:a16="http://schemas.microsoft.com/office/drawing/2014/main" id="{AB2F15FE-2410-4D3D-B3D1-17DF69551E93}"/>
              </a:ext>
            </a:extLst>
          </p:cNvPr>
          <p:cNvSpPr/>
          <p:nvPr/>
        </p:nvSpPr>
        <p:spPr>
          <a:xfrm>
            <a:off x="2700000" y="2133000"/>
            <a:ext cx="360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5" name="Rechteck 84">
            <a:extLst>
              <a:ext uri="{FF2B5EF4-FFF2-40B4-BE49-F238E27FC236}">
                <a16:creationId xmlns:a16="http://schemas.microsoft.com/office/drawing/2014/main" id="{73394BED-EF90-422E-97F7-7478D1B544EC}"/>
              </a:ext>
            </a:extLst>
          </p:cNvPr>
          <p:cNvSpPr/>
          <p:nvPr/>
        </p:nvSpPr>
        <p:spPr>
          <a:xfrm>
            <a:off x="4284000" y="213300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6" name="Rechteck 85">
            <a:extLst>
              <a:ext uri="{FF2B5EF4-FFF2-40B4-BE49-F238E27FC236}">
                <a16:creationId xmlns:a16="http://schemas.microsoft.com/office/drawing/2014/main" id="{FFD5F837-EE75-486A-82CF-93AAAD6A6CE9}"/>
              </a:ext>
            </a:extLst>
          </p:cNvPr>
          <p:cNvSpPr/>
          <p:nvPr/>
        </p:nvSpPr>
        <p:spPr>
          <a:xfrm>
            <a:off x="4284000" y="220506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87" name="Rechteck 86">
            <a:extLst>
              <a:ext uri="{FF2B5EF4-FFF2-40B4-BE49-F238E27FC236}">
                <a16:creationId xmlns:a16="http://schemas.microsoft.com/office/drawing/2014/main" id="{2D54C469-8062-48CD-AB24-CB185F073965}"/>
              </a:ext>
            </a:extLst>
          </p:cNvPr>
          <p:cNvSpPr/>
          <p:nvPr/>
        </p:nvSpPr>
        <p:spPr>
          <a:xfrm>
            <a:off x="4932000" y="213306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0" name="Rechteck 89">
            <a:extLst>
              <a:ext uri="{FF2B5EF4-FFF2-40B4-BE49-F238E27FC236}">
                <a16:creationId xmlns:a16="http://schemas.microsoft.com/office/drawing/2014/main" id="{DB2A9655-CB82-470E-B78F-0C931296320D}"/>
              </a:ext>
            </a:extLst>
          </p:cNvPr>
          <p:cNvSpPr/>
          <p:nvPr/>
        </p:nvSpPr>
        <p:spPr>
          <a:xfrm>
            <a:off x="4572000" y="2133060"/>
            <a:ext cx="360000" cy="7194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7" name="Rechteck 106">
            <a:extLst>
              <a:ext uri="{FF2B5EF4-FFF2-40B4-BE49-F238E27FC236}">
                <a16:creationId xmlns:a16="http://schemas.microsoft.com/office/drawing/2014/main" id="{5D1E09A6-5763-40D6-863B-33F6BC9734A1}"/>
              </a:ext>
            </a:extLst>
          </p:cNvPr>
          <p:cNvSpPr/>
          <p:nvPr/>
        </p:nvSpPr>
        <p:spPr>
          <a:xfrm>
            <a:off x="4140000" y="2133000"/>
            <a:ext cx="144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8" name="Rechteck 107">
            <a:extLst>
              <a:ext uri="{FF2B5EF4-FFF2-40B4-BE49-F238E27FC236}">
                <a16:creationId xmlns:a16="http://schemas.microsoft.com/office/drawing/2014/main" id="{148EA218-EFA2-4E2A-A058-CBA7B0AB4881}"/>
              </a:ext>
            </a:extLst>
          </p:cNvPr>
          <p:cNvSpPr/>
          <p:nvPr/>
        </p:nvSpPr>
        <p:spPr>
          <a:xfrm>
            <a:off x="4284000" y="2565000"/>
            <a:ext cx="288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9" name="Rechteck 108">
            <a:extLst>
              <a:ext uri="{FF2B5EF4-FFF2-40B4-BE49-F238E27FC236}">
                <a16:creationId xmlns:a16="http://schemas.microsoft.com/office/drawing/2014/main" id="{99F3CC76-9BFD-447A-99AA-C1D3983D14D8}"/>
              </a:ext>
            </a:extLst>
          </p:cNvPr>
          <p:cNvSpPr/>
          <p:nvPr/>
        </p:nvSpPr>
        <p:spPr>
          <a:xfrm>
            <a:off x="3995980" y="256500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10/-5</a:t>
            </a:r>
          </a:p>
        </p:txBody>
      </p:sp>
      <p:sp>
        <p:nvSpPr>
          <p:cNvPr id="110" name="Rechteck 109">
            <a:extLst>
              <a:ext uri="{FF2B5EF4-FFF2-40B4-BE49-F238E27FC236}">
                <a16:creationId xmlns:a16="http://schemas.microsoft.com/office/drawing/2014/main" id="{3E3A3D56-D94F-4F12-BEC8-DE17626E6B30}"/>
              </a:ext>
            </a:extLst>
          </p:cNvPr>
          <p:cNvSpPr/>
          <p:nvPr/>
        </p:nvSpPr>
        <p:spPr>
          <a:xfrm>
            <a:off x="4932000" y="256500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1" name="Rechteck 110">
            <a:extLst>
              <a:ext uri="{FF2B5EF4-FFF2-40B4-BE49-F238E27FC236}">
                <a16:creationId xmlns:a16="http://schemas.microsoft.com/office/drawing/2014/main" id="{E8F40E2D-D559-4D4D-BC96-09F26611318D}"/>
              </a:ext>
            </a:extLst>
          </p:cNvPr>
          <p:cNvSpPr/>
          <p:nvPr/>
        </p:nvSpPr>
        <p:spPr>
          <a:xfrm>
            <a:off x="4572000" y="2565000"/>
            <a:ext cx="360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3" name="Rechteck 112">
            <a:extLst>
              <a:ext uri="{FF2B5EF4-FFF2-40B4-BE49-F238E27FC236}">
                <a16:creationId xmlns:a16="http://schemas.microsoft.com/office/drawing/2014/main" id="{3A286CFD-FBE2-4814-872B-9967D4AF1C75}"/>
              </a:ext>
            </a:extLst>
          </p:cNvPr>
          <p:cNvSpPr/>
          <p:nvPr/>
        </p:nvSpPr>
        <p:spPr>
          <a:xfrm>
            <a:off x="5220000" y="2565000"/>
            <a:ext cx="504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4" name="Rechteck 113">
            <a:extLst>
              <a:ext uri="{FF2B5EF4-FFF2-40B4-BE49-F238E27FC236}">
                <a16:creationId xmlns:a16="http://schemas.microsoft.com/office/drawing/2014/main" id="{5DAA6EF0-4ED0-4A8C-8F54-3C9A6B7399E0}"/>
              </a:ext>
            </a:extLst>
          </p:cNvPr>
          <p:cNvSpPr/>
          <p:nvPr/>
        </p:nvSpPr>
        <p:spPr>
          <a:xfrm>
            <a:off x="6156000" y="2132940"/>
            <a:ext cx="288020" cy="720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5" name="Rechteck 114">
            <a:extLst>
              <a:ext uri="{FF2B5EF4-FFF2-40B4-BE49-F238E27FC236}">
                <a16:creationId xmlns:a16="http://schemas.microsoft.com/office/drawing/2014/main" id="{72A6ED87-43BC-4274-B9D2-D549AA339045}"/>
              </a:ext>
            </a:extLst>
          </p:cNvPr>
          <p:cNvSpPr/>
          <p:nvPr/>
        </p:nvSpPr>
        <p:spPr>
          <a:xfrm>
            <a:off x="6804000" y="213300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6" name="Rechteck 115">
            <a:extLst>
              <a:ext uri="{FF2B5EF4-FFF2-40B4-BE49-F238E27FC236}">
                <a16:creationId xmlns:a16="http://schemas.microsoft.com/office/drawing/2014/main" id="{E268974A-6551-4DB3-92B6-2CC5081CBBEA}"/>
              </a:ext>
            </a:extLst>
          </p:cNvPr>
          <p:cNvSpPr/>
          <p:nvPr/>
        </p:nvSpPr>
        <p:spPr>
          <a:xfrm>
            <a:off x="6444000" y="2133000"/>
            <a:ext cx="360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7" name="Rechteck 116">
            <a:extLst>
              <a:ext uri="{FF2B5EF4-FFF2-40B4-BE49-F238E27FC236}">
                <a16:creationId xmlns:a16="http://schemas.microsoft.com/office/drawing/2014/main" id="{44A5EAC0-BC5E-4E4D-A43D-3A277F4DABEC}"/>
              </a:ext>
            </a:extLst>
          </p:cNvPr>
          <p:cNvSpPr/>
          <p:nvPr/>
        </p:nvSpPr>
        <p:spPr>
          <a:xfrm>
            <a:off x="6012000" y="2132940"/>
            <a:ext cx="144000" cy="720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8" name="Rechteck 117">
            <a:extLst>
              <a:ext uri="{FF2B5EF4-FFF2-40B4-BE49-F238E27FC236}">
                <a16:creationId xmlns:a16="http://schemas.microsoft.com/office/drawing/2014/main" id="{8778CB1A-0915-40DD-B2F0-61660D61BE27}"/>
              </a:ext>
            </a:extLst>
          </p:cNvPr>
          <p:cNvSpPr/>
          <p:nvPr/>
        </p:nvSpPr>
        <p:spPr>
          <a:xfrm>
            <a:off x="6300000" y="2205000"/>
            <a:ext cx="9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San Francisco</a:t>
            </a:r>
          </a:p>
        </p:txBody>
      </p:sp>
      <p:sp>
        <p:nvSpPr>
          <p:cNvPr id="119" name="Rechteck 118">
            <a:extLst>
              <a:ext uri="{FF2B5EF4-FFF2-40B4-BE49-F238E27FC236}">
                <a16:creationId xmlns:a16="http://schemas.microsoft.com/office/drawing/2014/main" id="{7855B94E-C270-4D9B-B0C1-C037821CBC47}"/>
              </a:ext>
            </a:extLst>
          </p:cNvPr>
          <p:cNvSpPr/>
          <p:nvPr/>
        </p:nvSpPr>
        <p:spPr>
          <a:xfrm>
            <a:off x="7092000" y="2133000"/>
            <a:ext cx="504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0" name="Rechteck 119">
            <a:extLst>
              <a:ext uri="{FF2B5EF4-FFF2-40B4-BE49-F238E27FC236}">
                <a16:creationId xmlns:a16="http://schemas.microsoft.com/office/drawing/2014/main" id="{4ABD2773-2A15-404B-A4F2-4049740969BA}"/>
              </a:ext>
            </a:extLst>
          </p:cNvPr>
          <p:cNvSpPr/>
          <p:nvPr/>
        </p:nvSpPr>
        <p:spPr>
          <a:xfrm>
            <a:off x="6156000" y="2564930"/>
            <a:ext cx="288020" cy="72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1" name="Rechteck 120">
            <a:extLst>
              <a:ext uri="{FF2B5EF4-FFF2-40B4-BE49-F238E27FC236}">
                <a16:creationId xmlns:a16="http://schemas.microsoft.com/office/drawing/2014/main" id="{4C5E80EE-7EF0-49D2-8F05-DD653C63FF18}"/>
              </a:ext>
            </a:extLst>
          </p:cNvPr>
          <p:cNvSpPr/>
          <p:nvPr/>
        </p:nvSpPr>
        <p:spPr>
          <a:xfrm>
            <a:off x="6804000" y="256499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2" name="Rechteck 121">
            <a:extLst>
              <a:ext uri="{FF2B5EF4-FFF2-40B4-BE49-F238E27FC236}">
                <a16:creationId xmlns:a16="http://schemas.microsoft.com/office/drawing/2014/main" id="{6B0D2439-89E5-4662-B247-6AA88B83720F}"/>
              </a:ext>
            </a:extLst>
          </p:cNvPr>
          <p:cNvSpPr/>
          <p:nvPr/>
        </p:nvSpPr>
        <p:spPr>
          <a:xfrm>
            <a:off x="6444000" y="2564990"/>
            <a:ext cx="360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7" name="Rechteck 136">
            <a:extLst>
              <a:ext uri="{FF2B5EF4-FFF2-40B4-BE49-F238E27FC236}">
                <a16:creationId xmlns:a16="http://schemas.microsoft.com/office/drawing/2014/main" id="{45649C52-8ABE-4756-B1BE-DD32B87DB9ED}"/>
              </a:ext>
            </a:extLst>
          </p:cNvPr>
          <p:cNvSpPr/>
          <p:nvPr/>
        </p:nvSpPr>
        <p:spPr>
          <a:xfrm>
            <a:off x="6012000" y="2564930"/>
            <a:ext cx="144000" cy="72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8" name="Rechteck 137">
            <a:extLst>
              <a:ext uri="{FF2B5EF4-FFF2-40B4-BE49-F238E27FC236}">
                <a16:creationId xmlns:a16="http://schemas.microsoft.com/office/drawing/2014/main" id="{2FB08956-B7CC-4A72-B32C-935D439F403F}"/>
              </a:ext>
            </a:extLst>
          </p:cNvPr>
          <p:cNvSpPr/>
          <p:nvPr/>
        </p:nvSpPr>
        <p:spPr>
          <a:xfrm>
            <a:off x="7092000" y="2564990"/>
            <a:ext cx="504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9" name="Rechteck 138">
            <a:extLst>
              <a:ext uri="{FF2B5EF4-FFF2-40B4-BE49-F238E27FC236}">
                <a16:creationId xmlns:a16="http://schemas.microsoft.com/office/drawing/2014/main" id="{F6BFF6A7-E3FB-4292-92F5-CC8F6D180AD1}"/>
              </a:ext>
            </a:extLst>
          </p:cNvPr>
          <p:cNvSpPr/>
          <p:nvPr/>
        </p:nvSpPr>
        <p:spPr>
          <a:xfrm>
            <a:off x="7596000" y="2565000"/>
            <a:ext cx="28800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0" name="Rechteck 139">
            <a:extLst>
              <a:ext uri="{FF2B5EF4-FFF2-40B4-BE49-F238E27FC236}">
                <a16:creationId xmlns:a16="http://schemas.microsoft.com/office/drawing/2014/main" id="{9040F880-9EA1-4D24-AC32-9EFEC84F3FCB}"/>
              </a:ext>
            </a:extLst>
          </p:cNvPr>
          <p:cNvSpPr/>
          <p:nvPr/>
        </p:nvSpPr>
        <p:spPr>
          <a:xfrm>
            <a:off x="7596000" y="2133000"/>
            <a:ext cx="288000" cy="72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Tree>
    <p:extLst>
      <p:ext uri="{BB962C8B-B14F-4D97-AF65-F5344CB8AC3E}">
        <p14:creationId xmlns:p14="http://schemas.microsoft.com/office/powerpoint/2010/main" val="3681695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Accessing Tables</a:t>
            </a:r>
            <a:br>
              <a:rPr lang="en-US" dirty="0"/>
            </a:br>
            <a:r>
              <a:rPr lang="en-US" sz="1600" dirty="0"/>
              <a:t>Vertical Access – Full Table Specification – Parameter Sets</a:t>
            </a:r>
          </a:p>
        </p:txBody>
      </p:sp>
      <p:sp>
        <p:nvSpPr>
          <p:cNvPr id="6" name="Textplatzhalter 5"/>
          <p:cNvSpPr>
            <a:spLocks noGrp="1"/>
          </p:cNvSpPr>
          <p:nvPr>
            <p:ph type="body" sz="quarter" idx="16"/>
          </p:nvPr>
        </p:nvSpPr>
        <p:spPr/>
        <p:txBody>
          <a:bodyPr/>
          <a:lstStyle/>
          <a:p>
            <a:endParaRPr lang="en-US" dirty="0"/>
          </a:p>
        </p:txBody>
      </p:sp>
      <p:sp>
        <p:nvSpPr>
          <p:cNvPr id="212" name="Rechteck 211"/>
          <p:cNvSpPr/>
          <p:nvPr/>
        </p:nvSpPr>
        <p:spPr>
          <a:xfrm>
            <a:off x="395800" y="17730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4" name="Gerade Verbindung 94"/>
          <p:cNvCxnSpPr/>
          <p:nvPr/>
        </p:nvCxnSpPr>
        <p:spPr>
          <a:xfrm>
            <a:off x="395800" y="18451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Gerade Verbindung 94"/>
          <p:cNvCxnSpPr/>
          <p:nvPr/>
        </p:nvCxnSpPr>
        <p:spPr>
          <a:xfrm>
            <a:off x="828020" y="17730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Gerade Verbindung 94"/>
          <p:cNvCxnSpPr/>
          <p:nvPr/>
        </p:nvCxnSpPr>
        <p:spPr>
          <a:xfrm>
            <a:off x="540000" y="17730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p:cNvSpPr/>
          <p:nvPr/>
        </p:nvSpPr>
        <p:spPr>
          <a:xfrm>
            <a:off x="395800" y="90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Access</a:t>
            </a:r>
          </a:p>
        </p:txBody>
      </p:sp>
      <p:sp>
        <p:nvSpPr>
          <p:cNvPr id="223" name="Rechteck 222"/>
          <p:cNvSpPr/>
          <p:nvPr/>
        </p:nvSpPr>
        <p:spPr>
          <a:xfrm>
            <a:off x="395800" y="112502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With column and</a:t>
            </a:r>
          </a:p>
          <a:p>
            <a:pPr>
              <a:lnSpc>
                <a:spcPct val="90000"/>
              </a:lnSpc>
            </a:pPr>
            <a:r>
              <a:rPr lang="en-US" sz="1000" dirty="0">
                <a:solidFill>
                  <a:schemeClr val="tx1"/>
                </a:solidFill>
              </a:rPr>
              <a:t>row numbers</a:t>
            </a:r>
          </a:p>
        </p:txBody>
      </p:sp>
      <p:sp>
        <p:nvSpPr>
          <p:cNvPr id="228" name="Rechteck 227"/>
          <p:cNvSpPr/>
          <p:nvPr/>
        </p:nvSpPr>
        <p:spPr>
          <a:xfrm>
            <a:off x="4139060" y="177377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0" name="Gerade Verbindung 94"/>
          <p:cNvCxnSpPr/>
          <p:nvPr/>
        </p:nvCxnSpPr>
        <p:spPr>
          <a:xfrm>
            <a:off x="4139060" y="184578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Gerade Verbindung 94"/>
          <p:cNvCxnSpPr/>
          <p:nvPr/>
        </p:nvCxnSpPr>
        <p:spPr>
          <a:xfrm>
            <a:off x="4572020" y="177377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Gerade Verbindung 94"/>
          <p:cNvCxnSpPr/>
          <p:nvPr/>
        </p:nvCxnSpPr>
        <p:spPr>
          <a:xfrm>
            <a:off x="4284000" y="177377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38" name="Rechteck 237"/>
          <p:cNvSpPr/>
          <p:nvPr/>
        </p:nvSpPr>
        <p:spPr>
          <a:xfrm>
            <a:off x="413906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Lookup Access</a:t>
            </a:r>
          </a:p>
        </p:txBody>
      </p:sp>
      <p:sp>
        <p:nvSpPr>
          <p:cNvPr id="239" name="Rechteck 238"/>
          <p:cNvSpPr/>
          <p:nvPr/>
        </p:nvSpPr>
        <p:spPr>
          <a:xfrm>
            <a:off x="413906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With header names</a:t>
            </a:r>
          </a:p>
        </p:txBody>
      </p:sp>
      <p:sp>
        <p:nvSpPr>
          <p:cNvPr id="252" name="Rechteck 251"/>
          <p:cNvSpPr/>
          <p:nvPr/>
        </p:nvSpPr>
        <p:spPr>
          <a:xfrm>
            <a:off x="4356150" y="162975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270" name="Rechteck 269"/>
          <p:cNvSpPr/>
          <p:nvPr/>
        </p:nvSpPr>
        <p:spPr>
          <a:xfrm>
            <a:off x="601158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Lookup Access</a:t>
            </a:r>
          </a:p>
        </p:txBody>
      </p:sp>
      <p:sp>
        <p:nvSpPr>
          <p:cNvPr id="272" name="Rechteck 271"/>
          <p:cNvSpPr/>
          <p:nvPr/>
        </p:nvSpPr>
        <p:spPr>
          <a:xfrm>
            <a:off x="601158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With column and</a:t>
            </a:r>
          </a:p>
          <a:p>
            <a:pPr>
              <a:lnSpc>
                <a:spcPct val="90000"/>
              </a:lnSpc>
            </a:pPr>
            <a:r>
              <a:rPr lang="en-US" sz="1000" dirty="0">
                <a:solidFill>
                  <a:schemeClr val="tx1"/>
                </a:solidFill>
              </a:rPr>
              <a:t>row numbers</a:t>
            </a:r>
          </a:p>
        </p:txBody>
      </p:sp>
      <p:sp>
        <p:nvSpPr>
          <p:cNvPr id="54" name="Rechteck 53"/>
          <p:cNvSpPr/>
          <p:nvPr/>
        </p:nvSpPr>
        <p:spPr>
          <a:xfrm>
            <a:off x="395800" y="3285300"/>
            <a:ext cx="1584220" cy="5037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 {12,4,8} ]</a:t>
            </a:r>
          </a:p>
          <a:p>
            <a:pPr>
              <a:lnSpc>
                <a:spcPct val="95000"/>
              </a:lnSpc>
            </a:pPr>
            <a:r>
              <a:rPr lang="en-US" sz="1000" dirty="0">
                <a:solidFill>
                  <a:schemeClr val="tx1"/>
                </a:solidFill>
              </a:rPr>
              <a:t>[ table: -7, {-3,-11,-7} ]</a:t>
            </a:r>
          </a:p>
        </p:txBody>
      </p:sp>
      <p:sp>
        <p:nvSpPr>
          <p:cNvPr id="55" name="Rechteck 54"/>
          <p:cNvSpPr/>
          <p:nvPr/>
        </p:nvSpPr>
        <p:spPr>
          <a:xfrm>
            <a:off x="4140000" y="328500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City, { 12,4,8 },</a:t>
            </a:r>
          </a:p>
          <a:p>
            <a:pPr>
              <a:lnSpc>
                <a:spcPct val="95000"/>
              </a:lnSpc>
            </a:pPr>
            <a:r>
              <a:rPr lang="en-US" sz="1000" dirty="0">
                <a:solidFill>
                  <a:schemeClr val="tx1"/>
                </a:solidFill>
              </a:rPr>
              <a:t>  Moving along ]</a:t>
            </a:r>
          </a:p>
        </p:txBody>
      </p:sp>
      <p:sp>
        <p:nvSpPr>
          <p:cNvPr id="78" name="Rechteck 77"/>
          <p:cNvSpPr/>
          <p:nvPr/>
        </p:nvSpPr>
        <p:spPr>
          <a:xfrm>
            <a:off x="2268020" y="90934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Access</a:t>
            </a:r>
          </a:p>
        </p:txBody>
      </p:sp>
      <p:sp>
        <p:nvSpPr>
          <p:cNvPr id="79" name="Rechteck 78"/>
          <p:cNvSpPr/>
          <p:nvPr/>
        </p:nvSpPr>
        <p:spPr>
          <a:xfrm>
            <a:off x="2268020" y="112536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With header names</a:t>
            </a:r>
          </a:p>
        </p:txBody>
      </p:sp>
      <p:sp>
        <p:nvSpPr>
          <p:cNvPr id="81" name="Rechteck 80"/>
          <p:cNvSpPr/>
          <p:nvPr/>
        </p:nvSpPr>
        <p:spPr>
          <a:xfrm>
            <a:off x="2267800" y="328564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City, { 12,4,8} ]</a:t>
            </a:r>
          </a:p>
          <a:p>
            <a:pPr>
              <a:lnSpc>
                <a:spcPct val="95000"/>
              </a:lnSpc>
            </a:pPr>
            <a:r>
              <a:rPr lang="en-US" sz="1000" dirty="0">
                <a:solidFill>
                  <a:schemeClr val="tx1"/>
                </a:solidFill>
              </a:rPr>
              <a:t>[ table: City, </a:t>
            </a:r>
          </a:p>
          <a:p>
            <a:pPr>
              <a:lnSpc>
                <a:spcPct val="95000"/>
              </a:lnSpc>
            </a:pPr>
            <a:r>
              <a:rPr lang="en-US" sz="1000" dirty="0">
                <a:solidFill>
                  <a:schemeClr val="tx1"/>
                </a:solidFill>
              </a:rPr>
              <a:t>  { Zürich, Boston, Venice } ]</a:t>
            </a:r>
          </a:p>
        </p:txBody>
      </p:sp>
      <p:sp>
        <p:nvSpPr>
          <p:cNvPr id="159" name="Rechteck 158"/>
          <p:cNvSpPr/>
          <p:nvPr/>
        </p:nvSpPr>
        <p:spPr>
          <a:xfrm>
            <a:off x="252000" y="177348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0/-15</a:t>
            </a:r>
          </a:p>
        </p:txBody>
      </p:sp>
      <p:sp>
        <p:nvSpPr>
          <p:cNvPr id="161" name="Rechteck 160"/>
          <p:cNvSpPr/>
          <p:nvPr/>
        </p:nvSpPr>
        <p:spPr>
          <a:xfrm>
            <a:off x="252000" y="314167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14/-1</a:t>
            </a:r>
          </a:p>
        </p:txBody>
      </p:sp>
      <p:sp>
        <p:nvSpPr>
          <p:cNvPr id="193" name="Rechteck 192"/>
          <p:cNvSpPr/>
          <p:nvPr/>
        </p:nvSpPr>
        <p:spPr>
          <a:xfrm>
            <a:off x="612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194" name="Rechteck 193"/>
          <p:cNvSpPr/>
          <p:nvPr/>
        </p:nvSpPr>
        <p:spPr>
          <a:xfrm>
            <a:off x="32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0/-8</a:t>
            </a:r>
          </a:p>
        </p:txBody>
      </p:sp>
      <p:sp>
        <p:nvSpPr>
          <p:cNvPr id="71" name="Rechteck 70">
            <a:extLst>
              <a:ext uri="{FF2B5EF4-FFF2-40B4-BE49-F238E27FC236}">
                <a16:creationId xmlns:a16="http://schemas.microsoft.com/office/drawing/2014/main" id="{B44D7697-07FC-4033-BDD5-782F55FD7A82}"/>
              </a:ext>
            </a:extLst>
          </p:cNvPr>
          <p:cNvSpPr/>
          <p:nvPr/>
        </p:nvSpPr>
        <p:spPr>
          <a:xfrm>
            <a:off x="2267798"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5" name="Gerade Verbindung 94">
            <a:extLst>
              <a:ext uri="{FF2B5EF4-FFF2-40B4-BE49-F238E27FC236}">
                <a16:creationId xmlns:a16="http://schemas.microsoft.com/office/drawing/2014/main" id="{E299F31E-999E-4B6A-BE08-C6DF8CBA79D8}"/>
              </a:ext>
            </a:extLst>
          </p:cNvPr>
          <p:cNvCxnSpPr/>
          <p:nvPr/>
        </p:nvCxnSpPr>
        <p:spPr>
          <a:xfrm>
            <a:off x="2267798"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 Verbindung 94">
            <a:extLst>
              <a:ext uri="{FF2B5EF4-FFF2-40B4-BE49-F238E27FC236}">
                <a16:creationId xmlns:a16="http://schemas.microsoft.com/office/drawing/2014/main" id="{13050CD7-B594-441E-9F3A-BDDF2C5614A0}"/>
              </a:ext>
            </a:extLst>
          </p:cNvPr>
          <p:cNvCxnSpPr/>
          <p:nvPr/>
        </p:nvCxnSpPr>
        <p:spPr>
          <a:xfrm>
            <a:off x="2700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Gerade Verbindung 94">
            <a:extLst>
              <a:ext uri="{FF2B5EF4-FFF2-40B4-BE49-F238E27FC236}">
                <a16:creationId xmlns:a16="http://schemas.microsoft.com/office/drawing/2014/main" id="{6CB76CFF-37B9-4562-BD68-5A6F24FAA9BC}"/>
              </a:ext>
            </a:extLst>
          </p:cNvPr>
          <p:cNvCxnSpPr/>
          <p:nvPr/>
        </p:nvCxnSpPr>
        <p:spPr>
          <a:xfrm>
            <a:off x="2412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2" name="Rechteck 91">
            <a:extLst>
              <a:ext uri="{FF2B5EF4-FFF2-40B4-BE49-F238E27FC236}">
                <a16:creationId xmlns:a16="http://schemas.microsoft.com/office/drawing/2014/main" id="{8D6850DD-C165-4E9F-8410-CF4658B0CFA1}"/>
              </a:ext>
            </a:extLst>
          </p:cNvPr>
          <p:cNvSpPr/>
          <p:nvPr/>
        </p:nvSpPr>
        <p:spPr>
          <a:xfrm>
            <a:off x="248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3" name="Rechteck 92">
            <a:extLst>
              <a:ext uri="{FF2B5EF4-FFF2-40B4-BE49-F238E27FC236}">
                <a16:creationId xmlns:a16="http://schemas.microsoft.com/office/drawing/2014/main" id="{ECA6964E-083E-40C6-9B3D-F697E70E5FC1}"/>
              </a:ext>
            </a:extLst>
          </p:cNvPr>
          <p:cNvSpPr/>
          <p:nvPr/>
        </p:nvSpPr>
        <p:spPr>
          <a:xfrm>
            <a:off x="6011800" y="177302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a:extLst>
              <a:ext uri="{FF2B5EF4-FFF2-40B4-BE49-F238E27FC236}">
                <a16:creationId xmlns:a16="http://schemas.microsoft.com/office/drawing/2014/main" id="{B2D14F6B-AB47-4A1A-821D-D5527E75CCA4}"/>
              </a:ext>
            </a:extLst>
          </p:cNvPr>
          <p:cNvCxnSpPr/>
          <p:nvPr/>
        </p:nvCxnSpPr>
        <p:spPr>
          <a:xfrm>
            <a:off x="6011800" y="184503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Gerade Verbindung 94">
            <a:extLst>
              <a:ext uri="{FF2B5EF4-FFF2-40B4-BE49-F238E27FC236}">
                <a16:creationId xmlns:a16="http://schemas.microsoft.com/office/drawing/2014/main" id="{6E31139D-CB2A-418B-9A55-DB82C73B75F0}"/>
              </a:ext>
            </a:extLst>
          </p:cNvPr>
          <p:cNvCxnSpPr/>
          <p:nvPr/>
        </p:nvCxnSpPr>
        <p:spPr>
          <a:xfrm>
            <a:off x="6444020" y="177302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Gerade Verbindung 94">
            <a:extLst>
              <a:ext uri="{FF2B5EF4-FFF2-40B4-BE49-F238E27FC236}">
                <a16:creationId xmlns:a16="http://schemas.microsoft.com/office/drawing/2014/main" id="{7C4512C5-5344-49D0-94F2-3E3ACFE1B06E}"/>
              </a:ext>
            </a:extLst>
          </p:cNvPr>
          <p:cNvCxnSpPr/>
          <p:nvPr/>
        </p:nvCxnSpPr>
        <p:spPr>
          <a:xfrm>
            <a:off x="6156000" y="177302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9" name="Rechteck 98">
            <a:extLst>
              <a:ext uri="{FF2B5EF4-FFF2-40B4-BE49-F238E27FC236}">
                <a16:creationId xmlns:a16="http://schemas.microsoft.com/office/drawing/2014/main" id="{40068BAE-E977-408D-80E1-BF0D9A7442BB}"/>
              </a:ext>
            </a:extLst>
          </p:cNvPr>
          <p:cNvSpPr/>
          <p:nvPr/>
        </p:nvSpPr>
        <p:spPr>
          <a:xfrm>
            <a:off x="6011800" y="3285000"/>
            <a:ext cx="28082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 1, { 12,4,8}, -1 ]</a:t>
            </a:r>
          </a:p>
          <a:p>
            <a:pPr>
              <a:lnSpc>
                <a:spcPct val="95000"/>
              </a:lnSpc>
            </a:pPr>
            <a:r>
              <a:rPr lang="en-US" sz="1000" dirty="0">
                <a:solidFill>
                  <a:schemeClr val="tx1"/>
                </a:solidFill>
              </a:rPr>
              <a:t>[ table : -7, {-3,-11,-7}, 7 ]</a:t>
            </a:r>
          </a:p>
          <a:p>
            <a:pPr>
              <a:lnSpc>
                <a:spcPct val="95000"/>
              </a:lnSpc>
            </a:pPr>
            <a:endParaRPr lang="en-US" sz="1000" dirty="0">
              <a:solidFill>
                <a:schemeClr val="tx1"/>
              </a:solidFill>
            </a:endParaRPr>
          </a:p>
        </p:txBody>
      </p:sp>
      <p:sp>
        <p:nvSpPr>
          <p:cNvPr id="106" name="Rechteck 105">
            <a:extLst>
              <a:ext uri="{FF2B5EF4-FFF2-40B4-BE49-F238E27FC236}">
                <a16:creationId xmlns:a16="http://schemas.microsoft.com/office/drawing/2014/main" id="{30978A30-4B08-44E6-ABE5-2129B759A10E}"/>
              </a:ext>
            </a:extLst>
          </p:cNvPr>
          <p:cNvSpPr/>
          <p:nvPr/>
        </p:nvSpPr>
        <p:spPr>
          <a:xfrm>
            <a:off x="7380000" y="1628980"/>
            <a:ext cx="216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7/-1</a:t>
            </a:r>
          </a:p>
        </p:txBody>
      </p:sp>
      <p:sp>
        <p:nvSpPr>
          <p:cNvPr id="129" name="Rechteck 128">
            <a:extLst>
              <a:ext uri="{FF2B5EF4-FFF2-40B4-BE49-F238E27FC236}">
                <a16:creationId xmlns:a16="http://schemas.microsoft.com/office/drawing/2014/main" id="{BAF218A9-6B80-4FE2-B554-07876A060B78}"/>
              </a:ext>
            </a:extLst>
          </p:cNvPr>
          <p:cNvSpPr/>
          <p:nvPr/>
        </p:nvSpPr>
        <p:spPr>
          <a:xfrm>
            <a:off x="5580130" y="155698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Moving </a:t>
            </a:r>
          </a:p>
          <a:p>
            <a:pPr algn="ctr"/>
            <a:r>
              <a:rPr lang="en-US" sz="800" dirty="0">
                <a:solidFill>
                  <a:schemeClr val="tx1"/>
                </a:solidFill>
              </a:rPr>
              <a:t>along</a:t>
            </a:r>
          </a:p>
        </p:txBody>
      </p:sp>
      <p:cxnSp>
        <p:nvCxnSpPr>
          <p:cNvPr id="133" name="Gerade Verbindung 94">
            <a:extLst>
              <a:ext uri="{FF2B5EF4-FFF2-40B4-BE49-F238E27FC236}">
                <a16:creationId xmlns:a16="http://schemas.microsoft.com/office/drawing/2014/main" id="{05C9F4B2-54E9-4C8C-92CD-EC4018F1328A}"/>
              </a:ext>
            </a:extLst>
          </p:cNvPr>
          <p:cNvCxnSpPr/>
          <p:nvPr/>
        </p:nvCxnSpPr>
        <p:spPr>
          <a:xfrm>
            <a:off x="5004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Gerade Verbindung 94">
            <a:extLst>
              <a:ext uri="{FF2B5EF4-FFF2-40B4-BE49-F238E27FC236}">
                <a16:creationId xmlns:a16="http://schemas.microsoft.com/office/drawing/2014/main" id="{8473150E-42F1-4647-9090-790F414FA557}"/>
              </a:ext>
            </a:extLst>
          </p:cNvPr>
          <p:cNvCxnSpPr/>
          <p:nvPr/>
        </p:nvCxnSpPr>
        <p:spPr>
          <a:xfrm>
            <a:off x="5580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0" name="Rechteck 79">
            <a:extLst>
              <a:ext uri="{FF2B5EF4-FFF2-40B4-BE49-F238E27FC236}">
                <a16:creationId xmlns:a16="http://schemas.microsoft.com/office/drawing/2014/main" id="{DF1616B0-EAEF-47E3-A4DB-046758BE2964}"/>
              </a:ext>
            </a:extLst>
          </p:cNvPr>
          <p:cNvSpPr/>
          <p:nvPr/>
        </p:nvSpPr>
        <p:spPr>
          <a:xfrm>
            <a:off x="252000" y="206100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4/-11</a:t>
            </a:r>
          </a:p>
        </p:txBody>
      </p:sp>
      <p:sp>
        <p:nvSpPr>
          <p:cNvPr id="83" name="Rechteck 82">
            <a:extLst>
              <a:ext uri="{FF2B5EF4-FFF2-40B4-BE49-F238E27FC236}">
                <a16:creationId xmlns:a16="http://schemas.microsoft.com/office/drawing/2014/main" id="{651D1863-F2CD-4DE7-882C-BA68EEBBF2DF}"/>
              </a:ext>
            </a:extLst>
          </p:cNvPr>
          <p:cNvSpPr/>
          <p:nvPr/>
        </p:nvSpPr>
        <p:spPr>
          <a:xfrm>
            <a:off x="540000" y="2061140"/>
            <a:ext cx="288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4" name="Rechteck 83">
            <a:extLst>
              <a:ext uri="{FF2B5EF4-FFF2-40B4-BE49-F238E27FC236}">
                <a16:creationId xmlns:a16="http://schemas.microsoft.com/office/drawing/2014/main" id="{911D5C8C-52EA-41BD-B9CE-8224C35C1AA0}"/>
              </a:ext>
            </a:extLst>
          </p:cNvPr>
          <p:cNvSpPr/>
          <p:nvPr/>
        </p:nvSpPr>
        <p:spPr>
          <a:xfrm>
            <a:off x="900000" y="198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Boston</a:t>
            </a:r>
          </a:p>
        </p:txBody>
      </p:sp>
      <p:sp>
        <p:nvSpPr>
          <p:cNvPr id="85" name="Rechteck 84">
            <a:extLst>
              <a:ext uri="{FF2B5EF4-FFF2-40B4-BE49-F238E27FC236}">
                <a16:creationId xmlns:a16="http://schemas.microsoft.com/office/drawing/2014/main" id="{43944257-21D3-4A7F-BCED-C1D8632406EE}"/>
              </a:ext>
            </a:extLst>
          </p:cNvPr>
          <p:cNvSpPr/>
          <p:nvPr/>
        </p:nvSpPr>
        <p:spPr>
          <a:xfrm>
            <a:off x="252000" y="242085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8/-7</a:t>
            </a:r>
          </a:p>
        </p:txBody>
      </p:sp>
      <p:sp>
        <p:nvSpPr>
          <p:cNvPr id="86" name="Rechteck 85">
            <a:extLst>
              <a:ext uri="{FF2B5EF4-FFF2-40B4-BE49-F238E27FC236}">
                <a16:creationId xmlns:a16="http://schemas.microsoft.com/office/drawing/2014/main" id="{765AC7D5-FD7C-4D22-93C1-51AEBBA36839}"/>
              </a:ext>
            </a:extLst>
          </p:cNvPr>
          <p:cNvSpPr/>
          <p:nvPr/>
        </p:nvSpPr>
        <p:spPr>
          <a:xfrm>
            <a:off x="540000" y="2420990"/>
            <a:ext cx="288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7" name="Rechteck 86">
            <a:extLst>
              <a:ext uri="{FF2B5EF4-FFF2-40B4-BE49-F238E27FC236}">
                <a16:creationId xmlns:a16="http://schemas.microsoft.com/office/drawing/2014/main" id="{D46F6D45-A82C-4ADE-A284-21E2B00B2D15}"/>
              </a:ext>
            </a:extLst>
          </p:cNvPr>
          <p:cNvSpPr/>
          <p:nvPr/>
        </p:nvSpPr>
        <p:spPr>
          <a:xfrm>
            <a:off x="900000" y="234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Venice</a:t>
            </a:r>
          </a:p>
        </p:txBody>
      </p:sp>
      <p:sp>
        <p:nvSpPr>
          <p:cNvPr id="90" name="Rechteck 89">
            <a:extLst>
              <a:ext uri="{FF2B5EF4-FFF2-40B4-BE49-F238E27FC236}">
                <a16:creationId xmlns:a16="http://schemas.microsoft.com/office/drawing/2014/main" id="{4A479F58-D056-4698-A3E9-98BE17BE0152}"/>
              </a:ext>
            </a:extLst>
          </p:cNvPr>
          <p:cNvSpPr/>
          <p:nvPr/>
        </p:nvSpPr>
        <p:spPr>
          <a:xfrm>
            <a:off x="252000" y="278085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12/-3</a:t>
            </a:r>
          </a:p>
        </p:txBody>
      </p:sp>
      <p:sp>
        <p:nvSpPr>
          <p:cNvPr id="107" name="Rechteck 106">
            <a:extLst>
              <a:ext uri="{FF2B5EF4-FFF2-40B4-BE49-F238E27FC236}">
                <a16:creationId xmlns:a16="http://schemas.microsoft.com/office/drawing/2014/main" id="{B1E8F178-0D03-41B1-8618-B3A206F4FE93}"/>
              </a:ext>
            </a:extLst>
          </p:cNvPr>
          <p:cNvSpPr/>
          <p:nvPr/>
        </p:nvSpPr>
        <p:spPr>
          <a:xfrm>
            <a:off x="540000" y="2780990"/>
            <a:ext cx="288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8" name="Rechteck 107">
            <a:extLst>
              <a:ext uri="{FF2B5EF4-FFF2-40B4-BE49-F238E27FC236}">
                <a16:creationId xmlns:a16="http://schemas.microsoft.com/office/drawing/2014/main" id="{3DA49A50-4A82-487F-BCEF-BF5943B3BBF6}"/>
              </a:ext>
            </a:extLst>
          </p:cNvPr>
          <p:cNvSpPr/>
          <p:nvPr/>
        </p:nvSpPr>
        <p:spPr>
          <a:xfrm>
            <a:off x="900000" y="270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Zürich</a:t>
            </a:r>
          </a:p>
        </p:txBody>
      </p:sp>
      <p:sp>
        <p:nvSpPr>
          <p:cNvPr id="109" name="Rechteck 108">
            <a:extLst>
              <a:ext uri="{FF2B5EF4-FFF2-40B4-BE49-F238E27FC236}">
                <a16:creationId xmlns:a16="http://schemas.microsoft.com/office/drawing/2014/main" id="{AA50E779-4270-491C-980A-FFB4FF4C8D67}"/>
              </a:ext>
            </a:extLst>
          </p:cNvPr>
          <p:cNvSpPr/>
          <p:nvPr/>
        </p:nvSpPr>
        <p:spPr>
          <a:xfrm>
            <a:off x="2412000" y="2061140"/>
            <a:ext cx="288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0" name="Rechteck 109">
            <a:extLst>
              <a:ext uri="{FF2B5EF4-FFF2-40B4-BE49-F238E27FC236}">
                <a16:creationId xmlns:a16="http://schemas.microsoft.com/office/drawing/2014/main" id="{4163BA97-3D5D-4D28-A529-7F16A9DAE8D1}"/>
              </a:ext>
            </a:extLst>
          </p:cNvPr>
          <p:cNvSpPr/>
          <p:nvPr/>
        </p:nvSpPr>
        <p:spPr>
          <a:xfrm>
            <a:off x="2772000" y="198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Boston</a:t>
            </a:r>
          </a:p>
        </p:txBody>
      </p:sp>
      <p:sp>
        <p:nvSpPr>
          <p:cNvPr id="111" name="Rechteck 110">
            <a:extLst>
              <a:ext uri="{FF2B5EF4-FFF2-40B4-BE49-F238E27FC236}">
                <a16:creationId xmlns:a16="http://schemas.microsoft.com/office/drawing/2014/main" id="{F65A2C47-7C7D-40C7-A4AF-9961847BCAEB}"/>
              </a:ext>
            </a:extLst>
          </p:cNvPr>
          <p:cNvSpPr/>
          <p:nvPr/>
        </p:nvSpPr>
        <p:spPr>
          <a:xfrm>
            <a:off x="2412000" y="2420990"/>
            <a:ext cx="288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2" name="Rechteck 111">
            <a:extLst>
              <a:ext uri="{FF2B5EF4-FFF2-40B4-BE49-F238E27FC236}">
                <a16:creationId xmlns:a16="http://schemas.microsoft.com/office/drawing/2014/main" id="{1D1020FD-1BAF-40E5-B6CA-A6B508A009A6}"/>
              </a:ext>
            </a:extLst>
          </p:cNvPr>
          <p:cNvSpPr/>
          <p:nvPr/>
        </p:nvSpPr>
        <p:spPr>
          <a:xfrm>
            <a:off x="2772000" y="234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Venice</a:t>
            </a:r>
          </a:p>
        </p:txBody>
      </p:sp>
      <p:sp>
        <p:nvSpPr>
          <p:cNvPr id="113" name="Rechteck 112">
            <a:extLst>
              <a:ext uri="{FF2B5EF4-FFF2-40B4-BE49-F238E27FC236}">
                <a16:creationId xmlns:a16="http://schemas.microsoft.com/office/drawing/2014/main" id="{6F37A99F-C92D-4DFB-BC12-88E75B58F796}"/>
              </a:ext>
            </a:extLst>
          </p:cNvPr>
          <p:cNvSpPr/>
          <p:nvPr/>
        </p:nvSpPr>
        <p:spPr>
          <a:xfrm>
            <a:off x="2412000" y="2780990"/>
            <a:ext cx="288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4" name="Rechteck 113">
            <a:extLst>
              <a:ext uri="{FF2B5EF4-FFF2-40B4-BE49-F238E27FC236}">
                <a16:creationId xmlns:a16="http://schemas.microsoft.com/office/drawing/2014/main" id="{175292A2-D8DE-4311-97F3-8EFF7495237F}"/>
              </a:ext>
            </a:extLst>
          </p:cNvPr>
          <p:cNvSpPr/>
          <p:nvPr/>
        </p:nvSpPr>
        <p:spPr>
          <a:xfrm>
            <a:off x="2772000" y="270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Zürich</a:t>
            </a:r>
          </a:p>
        </p:txBody>
      </p:sp>
      <p:sp>
        <p:nvSpPr>
          <p:cNvPr id="3" name="Rechteck 2">
            <a:extLst>
              <a:ext uri="{FF2B5EF4-FFF2-40B4-BE49-F238E27FC236}">
                <a16:creationId xmlns:a16="http://schemas.microsoft.com/office/drawing/2014/main" id="{5E0730F3-84E3-4744-B413-14B6ED9E36C9}"/>
              </a:ext>
            </a:extLst>
          </p:cNvPr>
          <p:cNvSpPr/>
          <p:nvPr/>
        </p:nvSpPr>
        <p:spPr>
          <a:xfrm>
            <a:off x="183615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7/-1</a:t>
            </a:r>
          </a:p>
        </p:txBody>
      </p:sp>
      <p:sp>
        <p:nvSpPr>
          <p:cNvPr id="116" name="Rechteck 115">
            <a:extLst>
              <a:ext uri="{FF2B5EF4-FFF2-40B4-BE49-F238E27FC236}">
                <a16:creationId xmlns:a16="http://schemas.microsoft.com/office/drawing/2014/main" id="{CAB2F2E2-2BEF-418F-9B05-177DB8986F50}"/>
              </a:ext>
            </a:extLst>
          </p:cNvPr>
          <p:cNvSpPr/>
          <p:nvPr/>
        </p:nvSpPr>
        <p:spPr>
          <a:xfrm>
            <a:off x="4284000" y="2061140"/>
            <a:ext cx="288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7" name="Rechteck 116">
            <a:extLst>
              <a:ext uri="{FF2B5EF4-FFF2-40B4-BE49-F238E27FC236}">
                <a16:creationId xmlns:a16="http://schemas.microsoft.com/office/drawing/2014/main" id="{1D6C5D69-9AFA-4E05-B49F-33DDDFECE083}"/>
              </a:ext>
            </a:extLst>
          </p:cNvPr>
          <p:cNvSpPr/>
          <p:nvPr/>
        </p:nvSpPr>
        <p:spPr>
          <a:xfrm>
            <a:off x="4644000" y="198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Boston</a:t>
            </a:r>
          </a:p>
        </p:txBody>
      </p:sp>
      <p:sp>
        <p:nvSpPr>
          <p:cNvPr id="118" name="Rechteck 117">
            <a:extLst>
              <a:ext uri="{FF2B5EF4-FFF2-40B4-BE49-F238E27FC236}">
                <a16:creationId xmlns:a16="http://schemas.microsoft.com/office/drawing/2014/main" id="{A5FA8DE2-1722-4BA2-BF07-BE6AC2574702}"/>
              </a:ext>
            </a:extLst>
          </p:cNvPr>
          <p:cNvSpPr/>
          <p:nvPr/>
        </p:nvSpPr>
        <p:spPr>
          <a:xfrm>
            <a:off x="4284000" y="2420990"/>
            <a:ext cx="288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9" name="Rechteck 118">
            <a:extLst>
              <a:ext uri="{FF2B5EF4-FFF2-40B4-BE49-F238E27FC236}">
                <a16:creationId xmlns:a16="http://schemas.microsoft.com/office/drawing/2014/main" id="{11981B65-6967-40D3-8011-B6EDEDAB5179}"/>
              </a:ext>
            </a:extLst>
          </p:cNvPr>
          <p:cNvSpPr/>
          <p:nvPr/>
        </p:nvSpPr>
        <p:spPr>
          <a:xfrm>
            <a:off x="4644000" y="234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Venice</a:t>
            </a:r>
          </a:p>
        </p:txBody>
      </p:sp>
      <p:sp>
        <p:nvSpPr>
          <p:cNvPr id="120" name="Rechteck 119">
            <a:extLst>
              <a:ext uri="{FF2B5EF4-FFF2-40B4-BE49-F238E27FC236}">
                <a16:creationId xmlns:a16="http://schemas.microsoft.com/office/drawing/2014/main" id="{13680F03-31DE-4069-B1AF-F29ADF6B3B20}"/>
              </a:ext>
            </a:extLst>
          </p:cNvPr>
          <p:cNvSpPr/>
          <p:nvPr/>
        </p:nvSpPr>
        <p:spPr>
          <a:xfrm>
            <a:off x="4284000" y="2780990"/>
            <a:ext cx="288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1" name="Rechteck 120">
            <a:extLst>
              <a:ext uri="{FF2B5EF4-FFF2-40B4-BE49-F238E27FC236}">
                <a16:creationId xmlns:a16="http://schemas.microsoft.com/office/drawing/2014/main" id="{6800C77B-2180-4BBD-AB02-70BF14C53A6C}"/>
              </a:ext>
            </a:extLst>
          </p:cNvPr>
          <p:cNvSpPr/>
          <p:nvPr/>
        </p:nvSpPr>
        <p:spPr>
          <a:xfrm>
            <a:off x="4644000" y="270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Zürich</a:t>
            </a:r>
          </a:p>
        </p:txBody>
      </p:sp>
      <p:sp>
        <p:nvSpPr>
          <p:cNvPr id="122" name="Rechteck 121">
            <a:extLst>
              <a:ext uri="{FF2B5EF4-FFF2-40B4-BE49-F238E27FC236}">
                <a16:creationId xmlns:a16="http://schemas.microsoft.com/office/drawing/2014/main" id="{0AEC62A8-8660-4733-B195-639B169291C9}"/>
              </a:ext>
            </a:extLst>
          </p:cNvPr>
          <p:cNvSpPr/>
          <p:nvPr/>
        </p:nvSpPr>
        <p:spPr>
          <a:xfrm>
            <a:off x="5579980" y="206100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7" name="Rechteck 136">
            <a:extLst>
              <a:ext uri="{FF2B5EF4-FFF2-40B4-BE49-F238E27FC236}">
                <a16:creationId xmlns:a16="http://schemas.microsoft.com/office/drawing/2014/main" id="{DF236A28-B452-4F5E-85AC-45922F5741D6}"/>
              </a:ext>
            </a:extLst>
          </p:cNvPr>
          <p:cNvSpPr/>
          <p:nvPr/>
        </p:nvSpPr>
        <p:spPr>
          <a:xfrm>
            <a:off x="5579980" y="242085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8" name="Rechteck 137">
            <a:extLst>
              <a:ext uri="{FF2B5EF4-FFF2-40B4-BE49-F238E27FC236}">
                <a16:creationId xmlns:a16="http://schemas.microsoft.com/office/drawing/2014/main" id="{362114E1-1DEB-4D3E-94D8-16F4BCA28751}"/>
              </a:ext>
            </a:extLst>
          </p:cNvPr>
          <p:cNvSpPr/>
          <p:nvPr/>
        </p:nvSpPr>
        <p:spPr>
          <a:xfrm>
            <a:off x="5579980" y="278085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9" name="Rechteck 138">
            <a:extLst>
              <a:ext uri="{FF2B5EF4-FFF2-40B4-BE49-F238E27FC236}">
                <a16:creationId xmlns:a16="http://schemas.microsoft.com/office/drawing/2014/main" id="{3087A7C4-B151-43F4-B860-68FC94324AC8}"/>
              </a:ext>
            </a:extLst>
          </p:cNvPr>
          <p:cNvSpPr/>
          <p:nvPr/>
        </p:nvSpPr>
        <p:spPr>
          <a:xfrm>
            <a:off x="5148000" y="198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Walking</a:t>
            </a:r>
          </a:p>
        </p:txBody>
      </p:sp>
      <p:sp>
        <p:nvSpPr>
          <p:cNvPr id="140" name="Rechteck 139">
            <a:extLst>
              <a:ext uri="{FF2B5EF4-FFF2-40B4-BE49-F238E27FC236}">
                <a16:creationId xmlns:a16="http://schemas.microsoft.com/office/drawing/2014/main" id="{EC08A957-C381-4B0D-9582-12018FFE71B7}"/>
              </a:ext>
            </a:extLst>
          </p:cNvPr>
          <p:cNvSpPr/>
          <p:nvPr/>
        </p:nvSpPr>
        <p:spPr>
          <a:xfrm>
            <a:off x="5148000" y="234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Gondola</a:t>
            </a:r>
          </a:p>
        </p:txBody>
      </p:sp>
      <p:sp>
        <p:nvSpPr>
          <p:cNvPr id="141" name="Rechteck 140">
            <a:extLst>
              <a:ext uri="{FF2B5EF4-FFF2-40B4-BE49-F238E27FC236}">
                <a16:creationId xmlns:a16="http://schemas.microsoft.com/office/drawing/2014/main" id="{F1E1919F-1666-4F20-B36C-EC4DA049BC5D}"/>
              </a:ext>
            </a:extLst>
          </p:cNvPr>
          <p:cNvSpPr/>
          <p:nvPr/>
        </p:nvSpPr>
        <p:spPr>
          <a:xfrm>
            <a:off x="5148000" y="270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Tram</a:t>
            </a:r>
          </a:p>
        </p:txBody>
      </p:sp>
      <p:cxnSp>
        <p:nvCxnSpPr>
          <p:cNvPr id="142" name="Gerade Verbindung mit Pfeil 141">
            <a:extLst>
              <a:ext uri="{FF2B5EF4-FFF2-40B4-BE49-F238E27FC236}">
                <a16:creationId xmlns:a16="http://schemas.microsoft.com/office/drawing/2014/main" id="{3608C2F1-856E-48DD-9A58-38D811111D73}"/>
              </a:ext>
            </a:extLst>
          </p:cNvPr>
          <p:cNvCxnSpPr>
            <a:cxnSpLocks/>
            <a:endCxn id="139" idx="2"/>
          </p:cNvCxnSpPr>
          <p:nvPr/>
        </p:nvCxnSpPr>
        <p:spPr>
          <a:xfrm>
            <a:off x="4788000" y="2205000"/>
            <a:ext cx="5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Gerade Verbindung 94">
            <a:extLst>
              <a:ext uri="{FF2B5EF4-FFF2-40B4-BE49-F238E27FC236}">
                <a16:creationId xmlns:a16="http://schemas.microsoft.com/office/drawing/2014/main" id="{B5A88BAD-8D17-44A1-B77C-50012E239A4C}"/>
              </a:ext>
            </a:extLst>
          </p:cNvPr>
          <p:cNvCxnSpPr/>
          <p:nvPr/>
        </p:nvCxnSpPr>
        <p:spPr>
          <a:xfrm>
            <a:off x="7452000"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45" name="Rechteck 144">
            <a:extLst>
              <a:ext uri="{FF2B5EF4-FFF2-40B4-BE49-F238E27FC236}">
                <a16:creationId xmlns:a16="http://schemas.microsoft.com/office/drawing/2014/main" id="{D1B8A5BE-9A0B-4887-AB97-21B172CCE432}"/>
              </a:ext>
            </a:extLst>
          </p:cNvPr>
          <p:cNvSpPr/>
          <p:nvPr/>
        </p:nvSpPr>
        <p:spPr>
          <a:xfrm>
            <a:off x="622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146" name="Rechteck 145">
            <a:extLst>
              <a:ext uri="{FF2B5EF4-FFF2-40B4-BE49-F238E27FC236}">
                <a16:creationId xmlns:a16="http://schemas.microsoft.com/office/drawing/2014/main" id="{41533D66-3EBF-4231-85AD-DDDCE8532D16}"/>
              </a:ext>
            </a:extLst>
          </p:cNvPr>
          <p:cNvSpPr/>
          <p:nvPr/>
        </p:nvSpPr>
        <p:spPr>
          <a:xfrm>
            <a:off x="6156000" y="2061140"/>
            <a:ext cx="288020" cy="718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7" name="Rechteck 146">
            <a:extLst>
              <a:ext uri="{FF2B5EF4-FFF2-40B4-BE49-F238E27FC236}">
                <a16:creationId xmlns:a16="http://schemas.microsoft.com/office/drawing/2014/main" id="{E52ED857-B6B0-4671-844C-651C0BF5ED52}"/>
              </a:ext>
            </a:extLst>
          </p:cNvPr>
          <p:cNvSpPr/>
          <p:nvPr/>
        </p:nvSpPr>
        <p:spPr>
          <a:xfrm>
            <a:off x="6516000" y="198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Boston</a:t>
            </a:r>
          </a:p>
        </p:txBody>
      </p:sp>
      <p:sp>
        <p:nvSpPr>
          <p:cNvPr id="148" name="Rechteck 147">
            <a:extLst>
              <a:ext uri="{FF2B5EF4-FFF2-40B4-BE49-F238E27FC236}">
                <a16:creationId xmlns:a16="http://schemas.microsoft.com/office/drawing/2014/main" id="{FB31A416-E649-456C-9178-66BBEADD55EA}"/>
              </a:ext>
            </a:extLst>
          </p:cNvPr>
          <p:cNvSpPr/>
          <p:nvPr/>
        </p:nvSpPr>
        <p:spPr>
          <a:xfrm>
            <a:off x="6156000" y="2420990"/>
            <a:ext cx="288020" cy="718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9" name="Rechteck 148">
            <a:extLst>
              <a:ext uri="{FF2B5EF4-FFF2-40B4-BE49-F238E27FC236}">
                <a16:creationId xmlns:a16="http://schemas.microsoft.com/office/drawing/2014/main" id="{A63CEFE0-F9CB-459B-A8B1-41353A5CE4AA}"/>
              </a:ext>
            </a:extLst>
          </p:cNvPr>
          <p:cNvSpPr/>
          <p:nvPr/>
        </p:nvSpPr>
        <p:spPr>
          <a:xfrm>
            <a:off x="6516000" y="234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Venice</a:t>
            </a:r>
          </a:p>
        </p:txBody>
      </p:sp>
      <p:sp>
        <p:nvSpPr>
          <p:cNvPr id="150" name="Rechteck 149">
            <a:extLst>
              <a:ext uri="{FF2B5EF4-FFF2-40B4-BE49-F238E27FC236}">
                <a16:creationId xmlns:a16="http://schemas.microsoft.com/office/drawing/2014/main" id="{69E6820F-E5AF-4938-8FF2-7DCB8C72BF71}"/>
              </a:ext>
            </a:extLst>
          </p:cNvPr>
          <p:cNvSpPr/>
          <p:nvPr/>
        </p:nvSpPr>
        <p:spPr>
          <a:xfrm>
            <a:off x="6156000" y="2780990"/>
            <a:ext cx="288020" cy="718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1" name="Rechteck 150">
            <a:extLst>
              <a:ext uri="{FF2B5EF4-FFF2-40B4-BE49-F238E27FC236}">
                <a16:creationId xmlns:a16="http://schemas.microsoft.com/office/drawing/2014/main" id="{A853CAF5-C4B3-4B2B-B6AF-BE489FD29556}"/>
              </a:ext>
            </a:extLst>
          </p:cNvPr>
          <p:cNvSpPr/>
          <p:nvPr/>
        </p:nvSpPr>
        <p:spPr>
          <a:xfrm>
            <a:off x="6516000" y="270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Zürich</a:t>
            </a:r>
          </a:p>
        </p:txBody>
      </p:sp>
      <p:sp>
        <p:nvSpPr>
          <p:cNvPr id="152" name="Rechteck 151">
            <a:extLst>
              <a:ext uri="{FF2B5EF4-FFF2-40B4-BE49-F238E27FC236}">
                <a16:creationId xmlns:a16="http://schemas.microsoft.com/office/drawing/2014/main" id="{78D46DF5-62ED-4DB7-807D-3C0002F5E08F}"/>
              </a:ext>
            </a:extLst>
          </p:cNvPr>
          <p:cNvSpPr/>
          <p:nvPr/>
        </p:nvSpPr>
        <p:spPr>
          <a:xfrm>
            <a:off x="7451980" y="206100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3" name="Rechteck 152">
            <a:extLst>
              <a:ext uri="{FF2B5EF4-FFF2-40B4-BE49-F238E27FC236}">
                <a16:creationId xmlns:a16="http://schemas.microsoft.com/office/drawing/2014/main" id="{9351522E-7C79-4B1A-98CF-70383BF72DBC}"/>
              </a:ext>
            </a:extLst>
          </p:cNvPr>
          <p:cNvSpPr/>
          <p:nvPr/>
        </p:nvSpPr>
        <p:spPr>
          <a:xfrm>
            <a:off x="7451980" y="242085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4" name="Rechteck 153">
            <a:extLst>
              <a:ext uri="{FF2B5EF4-FFF2-40B4-BE49-F238E27FC236}">
                <a16:creationId xmlns:a16="http://schemas.microsoft.com/office/drawing/2014/main" id="{BC4E6F36-A425-40E8-B550-B2081C75DB23}"/>
              </a:ext>
            </a:extLst>
          </p:cNvPr>
          <p:cNvSpPr/>
          <p:nvPr/>
        </p:nvSpPr>
        <p:spPr>
          <a:xfrm>
            <a:off x="7451980" y="278085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5" name="Rechteck 154">
            <a:extLst>
              <a:ext uri="{FF2B5EF4-FFF2-40B4-BE49-F238E27FC236}">
                <a16:creationId xmlns:a16="http://schemas.microsoft.com/office/drawing/2014/main" id="{EAD9F1BB-8C20-489F-AEDA-3CFB2648B829}"/>
              </a:ext>
            </a:extLst>
          </p:cNvPr>
          <p:cNvSpPr/>
          <p:nvPr/>
        </p:nvSpPr>
        <p:spPr>
          <a:xfrm>
            <a:off x="7020000" y="198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Walking</a:t>
            </a:r>
          </a:p>
        </p:txBody>
      </p:sp>
      <p:sp>
        <p:nvSpPr>
          <p:cNvPr id="156" name="Rechteck 155">
            <a:extLst>
              <a:ext uri="{FF2B5EF4-FFF2-40B4-BE49-F238E27FC236}">
                <a16:creationId xmlns:a16="http://schemas.microsoft.com/office/drawing/2014/main" id="{C946E28A-90AF-4EB9-920E-4565E85DD40F}"/>
              </a:ext>
            </a:extLst>
          </p:cNvPr>
          <p:cNvSpPr/>
          <p:nvPr/>
        </p:nvSpPr>
        <p:spPr>
          <a:xfrm>
            <a:off x="7020000" y="234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Gondola</a:t>
            </a:r>
          </a:p>
        </p:txBody>
      </p:sp>
      <p:sp>
        <p:nvSpPr>
          <p:cNvPr id="157" name="Rechteck 156">
            <a:extLst>
              <a:ext uri="{FF2B5EF4-FFF2-40B4-BE49-F238E27FC236}">
                <a16:creationId xmlns:a16="http://schemas.microsoft.com/office/drawing/2014/main" id="{508A4267-A16D-4DD4-9C12-32D1F9602E29}"/>
              </a:ext>
            </a:extLst>
          </p:cNvPr>
          <p:cNvSpPr/>
          <p:nvPr/>
        </p:nvSpPr>
        <p:spPr>
          <a:xfrm>
            <a:off x="7020000" y="270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Tram</a:t>
            </a:r>
          </a:p>
        </p:txBody>
      </p:sp>
      <p:cxnSp>
        <p:nvCxnSpPr>
          <p:cNvPr id="158" name="Gerade Verbindung mit Pfeil 157">
            <a:extLst>
              <a:ext uri="{FF2B5EF4-FFF2-40B4-BE49-F238E27FC236}">
                <a16:creationId xmlns:a16="http://schemas.microsoft.com/office/drawing/2014/main" id="{15D18BA7-2E20-49B4-A16F-CE072C6A41C2}"/>
              </a:ext>
            </a:extLst>
          </p:cNvPr>
          <p:cNvCxnSpPr>
            <a:cxnSpLocks/>
            <a:endCxn id="155" idx="2"/>
          </p:cNvCxnSpPr>
          <p:nvPr/>
        </p:nvCxnSpPr>
        <p:spPr>
          <a:xfrm>
            <a:off x="6660000" y="2205000"/>
            <a:ext cx="5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5272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Accessing Tables</a:t>
            </a:r>
            <a:br>
              <a:rPr lang="en-US" dirty="0"/>
            </a:br>
            <a:r>
              <a:rPr lang="en-US" sz="1600" dirty="0"/>
              <a:t>Vertical Access – Full Table Specification – Wildcards</a:t>
            </a:r>
          </a:p>
        </p:txBody>
      </p:sp>
      <p:sp>
        <p:nvSpPr>
          <p:cNvPr id="6" name="Textplatzhalter 5"/>
          <p:cNvSpPr>
            <a:spLocks noGrp="1"/>
          </p:cNvSpPr>
          <p:nvPr>
            <p:ph type="body" sz="quarter" idx="16"/>
          </p:nvPr>
        </p:nvSpPr>
        <p:spPr/>
        <p:txBody>
          <a:bodyPr/>
          <a:lstStyle/>
          <a:p>
            <a:endParaRPr lang="en-US" dirty="0"/>
          </a:p>
        </p:txBody>
      </p:sp>
      <p:sp>
        <p:nvSpPr>
          <p:cNvPr id="212" name="Rechteck 211"/>
          <p:cNvSpPr/>
          <p:nvPr/>
        </p:nvSpPr>
        <p:spPr>
          <a:xfrm>
            <a:off x="395800" y="17730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4" name="Gerade Verbindung 94"/>
          <p:cNvCxnSpPr/>
          <p:nvPr/>
        </p:nvCxnSpPr>
        <p:spPr>
          <a:xfrm>
            <a:off x="395800" y="18451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Gerade Verbindung 94"/>
          <p:cNvCxnSpPr/>
          <p:nvPr/>
        </p:nvCxnSpPr>
        <p:spPr>
          <a:xfrm>
            <a:off x="828020" y="17730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Gerade Verbindung 94"/>
          <p:cNvCxnSpPr/>
          <p:nvPr/>
        </p:nvCxnSpPr>
        <p:spPr>
          <a:xfrm>
            <a:off x="684000" y="17730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p:cNvSpPr/>
          <p:nvPr/>
        </p:nvSpPr>
        <p:spPr>
          <a:xfrm>
            <a:off x="395800" y="90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Access</a:t>
            </a:r>
          </a:p>
        </p:txBody>
      </p:sp>
      <p:sp>
        <p:nvSpPr>
          <p:cNvPr id="223" name="Rechteck 222"/>
          <p:cNvSpPr/>
          <p:nvPr/>
        </p:nvSpPr>
        <p:spPr>
          <a:xfrm>
            <a:off x="395800" y="112502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With column numbers</a:t>
            </a:r>
          </a:p>
          <a:p>
            <a:pPr>
              <a:lnSpc>
                <a:spcPct val="90000"/>
              </a:lnSpc>
            </a:pPr>
            <a:r>
              <a:rPr lang="en-US" sz="1000" dirty="0">
                <a:solidFill>
                  <a:schemeClr val="tx1"/>
                </a:solidFill>
              </a:rPr>
              <a:t>and accessing matching rows</a:t>
            </a:r>
          </a:p>
        </p:txBody>
      </p:sp>
      <p:sp>
        <p:nvSpPr>
          <p:cNvPr id="228" name="Rechteck 227"/>
          <p:cNvSpPr/>
          <p:nvPr/>
        </p:nvSpPr>
        <p:spPr>
          <a:xfrm>
            <a:off x="4139060" y="177377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0" name="Gerade Verbindung 94"/>
          <p:cNvCxnSpPr/>
          <p:nvPr/>
        </p:nvCxnSpPr>
        <p:spPr>
          <a:xfrm>
            <a:off x="4139060" y="184578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Gerade Verbindung 94"/>
          <p:cNvCxnSpPr/>
          <p:nvPr/>
        </p:nvCxnSpPr>
        <p:spPr>
          <a:xfrm>
            <a:off x="4572020" y="177377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Gerade Verbindung 94"/>
          <p:cNvCxnSpPr/>
          <p:nvPr/>
        </p:nvCxnSpPr>
        <p:spPr>
          <a:xfrm>
            <a:off x="4428000" y="177377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38" name="Rechteck 237"/>
          <p:cNvSpPr/>
          <p:nvPr/>
        </p:nvSpPr>
        <p:spPr>
          <a:xfrm>
            <a:off x="413906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Lookup Access</a:t>
            </a:r>
          </a:p>
        </p:txBody>
      </p:sp>
      <p:sp>
        <p:nvSpPr>
          <p:cNvPr id="239" name="Rechteck 238"/>
          <p:cNvSpPr/>
          <p:nvPr/>
        </p:nvSpPr>
        <p:spPr>
          <a:xfrm>
            <a:off x="413906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With header names</a:t>
            </a:r>
          </a:p>
          <a:p>
            <a:pPr>
              <a:lnSpc>
                <a:spcPct val="90000"/>
              </a:lnSpc>
            </a:pPr>
            <a:r>
              <a:rPr lang="en-US" sz="1000" dirty="0">
                <a:solidFill>
                  <a:schemeClr val="tx1"/>
                </a:solidFill>
              </a:rPr>
              <a:t>and accessing matching rows</a:t>
            </a:r>
          </a:p>
        </p:txBody>
      </p:sp>
      <p:sp>
        <p:nvSpPr>
          <p:cNvPr id="252" name="Rechteck 251"/>
          <p:cNvSpPr/>
          <p:nvPr/>
        </p:nvSpPr>
        <p:spPr>
          <a:xfrm>
            <a:off x="4428150" y="162975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270" name="Rechteck 269"/>
          <p:cNvSpPr/>
          <p:nvPr/>
        </p:nvSpPr>
        <p:spPr>
          <a:xfrm>
            <a:off x="601158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Lookup Access</a:t>
            </a:r>
          </a:p>
        </p:txBody>
      </p:sp>
      <p:sp>
        <p:nvSpPr>
          <p:cNvPr id="272" name="Rechteck 271"/>
          <p:cNvSpPr/>
          <p:nvPr/>
        </p:nvSpPr>
        <p:spPr>
          <a:xfrm>
            <a:off x="601158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With column numbers</a:t>
            </a:r>
          </a:p>
          <a:p>
            <a:pPr>
              <a:lnSpc>
                <a:spcPct val="90000"/>
              </a:lnSpc>
            </a:pPr>
            <a:r>
              <a:rPr lang="en-US" sz="1000" dirty="0">
                <a:solidFill>
                  <a:schemeClr val="tx1"/>
                </a:solidFill>
              </a:rPr>
              <a:t>and accessing matching rows</a:t>
            </a:r>
          </a:p>
        </p:txBody>
      </p:sp>
      <p:sp>
        <p:nvSpPr>
          <p:cNvPr id="54" name="Rechteck 53"/>
          <p:cNvSpPr/>
          <p:nvPr/>
        </p:nvSpPr>
        <p:spPr>
          <a:xfrm>
            <a:off x="395800" y="3285300"/>
            <a:ext cx="1584220" cy="5037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 :'*n' ]</a:t>
            </a:r>
          </a:p>
          <a:p>
            <a:pPr>
              <a:lnSpc>
                <a:spcPct val="95000"/>
              </a:lnSpc>
            </a:pPr>
            <a:r>
              <a:rPr lang="en-US" sz="1000" dirty="0">
                <a:solidFill>
                  <a:schemeClr val="tx1"/>
                </a:solidFill>
              </a:rPr>
              <a:t>[ table: -7, :'*n' ]</a:t>
            </a:r>
          </a:p>
        </p:txBody>
      </p:sp>
      <p:sp>
        <p:nvSpPr>
          <p:cNvPr id="55" name="Rechteck 54"/>
          <p:cNvSpPr/>
          <p:nvPr/>
        </p:nvSpPr>
        <p:spPr>
          <a:xfrm>
            <a:off x="4140000" y="328500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City, :'*n', Moving along ]</a:t>
            </a:r>
          </a:p>
        </p:txBody>
      </p:sp>
      <p:sp>
        <p:nvSpPr>
          <p:cNvPr id="78" name="Rechteck 77"/>
          <p:cNvSpPr/>
          <p:nvPr/>
        </p:nvSpPr>
        <p:spPr>
          <a:xfrm>
            <a:off x="2268020" y="90934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Access</a:t>
            </a:r>
          </a:p>
        </p:txBody>
      </p:sp>
      <p:sp>
        <p:nvSpPr>
          <p:cNvPr id="79" name="Rechteck 78"/>
          <p:cNvSpPr/>
          <p:nvPr/>
        </p:nvSpPr>
        <p:spPr>
          <a:xfrm>
            <a:off x="2268020" y="112536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With header names</a:t>
            </a:r>
          </a:p>
          <a:p>
            <a:pPr>
              <a:lnSpc>
                <a:spcPct val="90000"/>
              </a:lnSpc>
            </a:pPr>
            <a:r>
              <a:rPr lang="en-US" sz="1000" dirty="0">
                <a:solidFill>
                  <a:schemeClr val="tx1"/>
                </a:solidFill>
              </a:rPr>
              <a:t>and accessing matching rows</a:t>
            </a:r>
          </a:p>
        </p:txBody>
      </p:sp>
      <p:sp>
        <p:nvSpPr>
          <p:cNvPr id="81" name="Rechteck 80"/>
          <p:cNvSpPr/>
          <p:nvPr/>
        </p:nvSpPr>
        <p:spPr>
          <a:xfrm>
            <a:off x="2267800" y="328564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City, :'*n' ]</a:t>
            </a:r>
          </a:p>
        </p:txBody>
      </p:sp>
      <p:sp>
        <p:nvSpPr>
          <p:cNvPr id="159" name="Rechteck 158"/>
          <p:cNvSpPr/>
          <p:nvPr/>
        </p:nvSpPr>
        <p:spPr>
          <a:xfrm>
            <a:off x="252000" y="177348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0/-15</a:t>
            </a:r>
          </a:p>
        </p:txBody>
      </p:sp>
      <p:sp>
        <p:nvSpPr>
          <p:cNvPr id="161" name="Rechteck 160"/>
          <p:cNvSpPr/>
          <p:nvPr/>
        </p:nvSpPr>
        <p:spPr>
          <a:xfrm>
            <a:off x="252000" y="314167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14/-1</a:t>
            </a:r>
          </a:p>
        </p:txBody>
      </p:sp>
      <p:sp>
        <p:nvSpPr>
          <p:cNvPr id="193" name="Rechteck 192"/>
          <p:cNvSpPr/>
          <p:nvPr/>
        </p:nvSpPr>
        <p:spPr>
          <a:xfrm>
            <a:off x="68415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194" name="Rechteck 193"/>
          <p:cNvSpPr/>
          <p:nvPr/>
        </p:nvSpPr>
        <p:spPr>
          <a:xfrm>
            <a:off x="39580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0/-8</a:t>
            </a:r>
          </a:p>
        </p:txBody>
      </p:sp>
      <p:sp>
        <p:nvSpPr>
          <p:cNvPr id="71" name="Rechteck 70">
            <a:extLst>
              <a:ext uri="{FF2B5EF4-FFF2-40B4-BE49-F238E27FC236}">
                <a16:creationId xmlns:a16="http://schemas.microsoft.com/office/drawing/2014/main" id="{B44D7697-07FC-4033-BDD5-782F55FD7A82}"/>
              </a:ext>
            </a:extLst>
          </p:cNvPr>
          <p:cNvSpPr/>
          <p:nvPr/>
        </p:nvSpPr>
        <p:spPr>
          <a:xfrm>
            <a:off x="2267798"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5" name="Gerade Verbindung 94">
            <a:extLst>
              <a:ext uri="{FF2B5EF4-FFF2-40B4-BE49-F238E27FC236}">
                <a16:creationId xmlns:a16="http://schemas.microsoft.com/office/drawing/2014/main" id="{E299F31E-999E-4B6A-BE08-C6DF8CBA79D8}"/>
              </a:ext>
            </a:extLst>
          </p:cNvPr>
          <p:cNvCxnSpPr/>
          <p:nvPr/>
        </p:nvCxnSpPr>
        <p:spPr>
          <a:xfrm>
            <a:off x="2267798"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 Verbindung 94">
            <a:extLst>
              <a:ext uri="{FF2B5EF4-FFF2-40B4-BE49-F238E27FC236}">
                <a16:creationId xmlns:a16="http://schemas.microsoft.com/office/drawing/2014/main" id="{13050CD7-B594-441E-9F3A-BDDF2C5614A0}"/>
              </a:ext>
            </a:extLst>
          </p:cNvPr>
          <p:cNvCxnSpPr/>
          <p:nvPr/>
        </p:nvCxnSpPr>
        <p:spPr>
          <a:xfrm>
            <a:off x="2700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Gerade Verbindung 94">
            <a:extLst>
              <a:ext uri="{FF2B5EF4-FFF2-40B4-BE49-F238E27FC236}">
                <a16:creationId xmlns:a16="http://schemas.microsoft.com/office/drawing/2014/main" id="{6CB76CFF-37B9-4562-BD68-5A6F24FAA9BC}"/>
              </a:ext>
            </a:extLst>
          </p:cNvPr>
          <p:cNvCxnSpPr/>
          <p:nvPr/>
        </p:nvCxnSpPr>
        <p:spPr>
          <a:xfrm>
            <a:off x="2556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2" name="Rechteck 91">
            <a:extLst>
              <a:ext uri="{FF2B5EF4-FFF2-40B4-BE49-F238E27FC236}">
                <a16:creationId xmlns:a16="http://schemas.microsoft.com/office/drawing/2014/main" id="{8D6850DD-C165-4E9F-8410-CF4658B0CFA1}"/>
              </a:ext>
            </a:extLst>
          </p:cNvPr>
          <p:cNvSpPr/>
          <p:nvPr/>
        </p:nvSpPr>
        <p:spPr>
          <a:xfrm>
            <a:off x="2556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3" name="Rechteck 92">
            <a:extLst>
              <a:ext uri="{FF2B5EF4-FFF2-40B4-BE49-F238E27FC236}">
                <a16:creationId xmlns:a16="http://schemas.microsoft.com/office/drawing/2014/main" id="{ECA6964E-083E-40C6-9B3D-F697E70E5FC1}"/>
              </a:ext>
            </a:extLst>
          </p:cNvPr>
          <p:cNvSpPr/>
          <p:nvPr/>
        </p:nvSpPr>
        <p:spPr>
          <a:xfrm>
            <a:off x="6011800" y="177302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a:extLst>
              <a:ext uri="{FF2B5EF4-FFF2-40B4-BE49-F238E27FC236}">
                <a16:creationId xmlns:a16="http://schemas.microsoft.com/office/drawing/2014/main" id="{B2D14F6B-AB47-4A1A-821D-D5527E75CCA4}"/>
              </a:ext>
            </a:extLst>
          </p:cNvPr>
          <p:cNvCxnSpPr/>
          <p:nvPr/>
        </p:nvCxnSpPr>
        <p:spPr>
          <a:xfrm>
            <a:off x="6011800" y="184503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Gerade Verbindung 94">
            <a:extLst>
              <a:ext uri="{FF2B5EF4-FFF2-40B4-BE49-F238E27FC236}">
                <a16:creationId xmlns:a16="http://schemas.microsoft.com/office/drawing/2014/main" id="{6E31139D-CB2A-418B-9A55-DB82C73B75F0}"/>
              </a:ext>
            </a:extLst>
          </p:cNvPr>
          <p:cNvCxnSpPr/>
          <p:nvPr/>
        </p:nvCxnSpPr>
        <p:spPr>
          <a:xfrm>
            <a:off x="6444020" y="177302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Gerade Verbindung 94">
            <a:extLst>
              <a:ext uri="{FF2B5EF4-FFF2-40B4-BE49-F238E27FC236}">
                <a16:creationId xmlns:a16="http://schemas.microsoft.com/office/drawing/2014/main" id="{7C4512C5-5344-49D0-94F2-3E3ACFE1B06E}"/>
              </a:ext>
            </a:extLst>
          </p:cNvPr>
          <p:cNvCxnSpPr/>
          <p:nvPr/>
        </p:nvCxnSpPr>
        <p:spPr>
          <a:xfrm>
            <a:off x="6300000" y="177302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9" name="Rechteck 98">
            <a:extLst>
              <a:ext uri="{FF2B5EF4-FFF2-40B4-BE49-F238E27FC236}">
                <a16:creationId xmlns:a16="http://schemas.microsoft.com/office/drawing/2014/main" id="{40068BAE-E977-408D-80E1-BF0D9A7442BB}"/>
              </a:ext>
            </a:extLst>
          </p:cNvPr>
          <p:cNvSpPr/>
          <p:nvPr/>
        </p:nvSpPr>
        <p:spPr>
          <a:xfrm>
            <a:off x="6011800" y="3285000"/>
            <a:ext cx="28082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 :'*n',  -1 ]</a:t>
            </a:r>
          </a:p>
          <a:p>
            <a:pPr>
              <a:lnSpc>
                <a:spcPct val="95000"/>
              </a:lnSpc>
            </a:pPr>
            <a:r>
              <a:rPr lang="en-US" sz="1000" dirty="0">
                <a:solidFill>
                  <a:schemeClr val="tx1"/>
                </a:solidFill>
              </a:rPr>
              <a:t>[ table: -7, :'*n',  7 ]</a:t>
            </a:r>
          </a:p>
          <a:p>
            <a:pPr>
              <a:lnSpc>
                <a:spcPct val="95000"/>
              </a:lnSpc>
            </a:pPr>
            <a:endParaRPr lang="en-US" sz="1000" dirty="0">
              <a:solidFill>
                <a:schemeClr val="tx1"/>
              </a:solidFill>
            </a:endParaRPr>
          </a:p>
        </p:txBody>
      </p:sp>
      <p:sp>
        <p:nvSpPr>
          <p:cNvPr id="106" name="Rechteck 105">
            <a:extLst>
              <a:ext uri="{FF2B5EF4-FFF2-40B4-BE49-F238E27FC236}">
                <a16:creationId xmlns:a16="http://schemas.microsoft.com/office/drawing/2014/main" id="{30978A30-4B08-44E6-ABE5-2129B759A10E}"/>
              </a:ext>
            </a:extLst>
          </p:cNvPr>
          <p:cNvSpPr/>
          <p:nvPr/>
        </p:nvSpPr>
        <p:spPr>
          <a:xfrm>
            <a:off x="7380000" y="1628980"/>
            <a:ext cx="216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7/-1</a:t>
            </a:r>
          </a:p>
        </p:txBody>
      </p:sp>
      <p:sp>
        <p:nvSpPr>
          <p:cNvPr id="129" name="Rechteck 128">
            <a:extLst>
              <a:ext uri="{FF2B5EF4-FFF2-40B4-BE49-F238E27FC236}">
                <a16:creationId xmlns:a16="http://schemas.microsoft.com/office/drawing/2014/main" id="{BAF218A9-6B80-4FE2-B554-07876A060B78}"/>
              </a:ext>
            </a:extLst>
          </p:cNvPr>
          <p:cNvSpPr/>
          <p:nvPr/>
        </p:nvSpPr>
        <p:spPr>
          <a:xfrm>
            <a:off x="5580130" y="155698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Moving </a:t>
            </a:r>
          </a:p>
          <a:p>
            <a:pPr algn="ctr"/>
            <a:r>
              <a:rPr lang="en-US" sz="800" dirty="0">
                <a:solidFill>
                  <a:schemeClr val="tx1"/>
                </a:solidFill>
              </a:rPr>
              <a:t>along</a:t>
            </a:r>
          </a:p>
        </p:txBody>
      </p:sp>
      <p:cxnSp>
        <p:nvCxnSpPr>
          <p:cNvPr id="133" name="Gerade Verbindung 94">
            <a:extLst>
              <a:ext uri="{FF2B5EF4-FFF2-40B4-BE49-F238E27FC236}">
                <a16:creationId xmlns:a16="http://schemas.microsoft.com/office/drawing/2014/main" id="{05C9F4B2-54E9-4C8C-92CD-EC4018F1328A}"/>
              </a:ext>
            </a:extLst>
          </p:cNvPr>
          <p:cNvCxnSpPr/>
          <p:nvPr/>
        </p:nvCxnSpPr>
        <p:spPr>
          <a:xfrm>
            <a:off x="5004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Gerade Verbindung 94">
            <a:extLst>
              <a:ext uri="{FF2B5EF4-FFF2-40B4-BE49-F238E27FC236}">
                <a16:creationId xmlns:a16="http://schemas.microsoft.com/office/drawing/2014/main" id="{8473150E-42F1-4647-9090-790F414FA557}"/>
              </a:ext>
            </a:extLst>
          </p:cNvPr>
          <p:cNvCxnSpPr/>
          <p:nvPr/>
        </p:nvCxnSpPr>
        <p:spPr>
          <a:xfrm>
            <a:off x="5580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0" name="Rechteck 79">
            <a:extLst>
              <a:ext uri="{FF2B5EF4-FFF2-40B4-BE49-F238E27FC236}">
                <a16:creationId xmlns:a16="http://schemas.microsoft.com/office/drawing/2014/main" id="{DF1616B0-EAEF-47E3-A4DB-046758BE2964}"/>
              </a:ext>
            </a:extLst>
          </p:cNvPr>
          <p:cNvSpPr/>
          <p:nvPr/>
        </p:nvSpPr>
        <p:spPr>
          <a:xfrm>
            <a:off x="252000" y="206100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4/-11</a:t>
            </a:r>
          </a:p>
        </p:txBody>
      </p:sp>
      <p:sp>
        <p:nvSpPr>
          <p:cNvPr id="83" name="Rechteck 82">
            <a:extLst>
              <a:ext uri="{FF2B5EF4-FFF2-40B4-BE49-F238E27FC236}">
                <a16:creationId xmlns:a16="http://schemas.microsoft.com/office/drawing/2014/main" id="{651D1863-F2CD-4DE7-882C-BA68EEBBF2DF}"/>
              </a:ext>
            </a:extLst>
          </p:cNvPr>
          <p:cNvSpPr/>
          <p:nvPr/>
        </p:nvSpPr>
        <p:spPr>
          <a:xfrm>
            <a:off x="684000" y="20611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4" name="Rechteck 83">
            <a:extLst>
              <a:ext uri="{FF2B5EF4-FFF2-40B4-BE49-F238E27FC236}">
                <a16:creationId xmlns:a16="http://schemas.microsoft.com/office/drawing/2014/main" id="{911D5C8C-52EA-41BD-B9CE-8224C35C1AA0}"/>
              </a:ext>
            </a:extLst>
          </p:cNvPr>
          <p:cNvSpPr/>
          <p:nvPr/>
        </p:nvSpPr>
        <p:spPr>
          <a:xfrm>
            <a:off x="900000" y="198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Bosto</a:t>
            </a:r>
            <a:r>
              <a:rPr lang="en-US" sz="800" u="sng" dirty="0">
                <a:solidFill>
                  <a:schemeClr val="tx1"/>
                </a:solidFill>
              </a:rPr>
              <a:t>n</a:t>
            </a:r>
          </a:p>
        </p:txBody>
      </p:sp>
      <p:sp>
        <p:nvSpPr>
          <p:cNvPr id="85" name="Rechteck 84">
            <a:extLst>
              <a:ext uri="{FF2B5EF4-FFF2-40B4-BE49-F238E27FC236}">
                <a16:creationId xmlns:a16="http://schemas.microsoft.com/office/drawing/2014/main" id="{43944257-21D3-4A7F-BCED-C1D8632406EE}"/>
              </a:ext>
            </a:extLst>
          </p:cNvPr>
          <p:cNvSpPr/>
          <p:nvPr/>
        </p:nvSpPr>
        <p:spPr>
          <a:xfrm>
            <a:off x="252000" y="234885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7/-8</a:t>
            </a:r>
          </a:p>
        </p:txBody>
      </p:sp>
      <p:sp>
        <p:nvSpPr>
          <p:cNvPr id="86" name="Rechteck 85">
            <a:extLst>
              <a:ext uri="{FF2B5EF4-FFF2-40B4-BE49-F238E27FC236}">
                <a16:creationId xmlns:a16="http://schemas.microsoft.com/office/drawing/2014/main" id="{765AC7D5-FD7C-4D22-93C1-51AEBBA36839}"/>
              </a:ext>
            </a:extLst>
          </p:cNvPr>
          <p:cNvSpPr/>
          <p:nvPr/>
        </p:nvSpPr>
        <p:spPr>
          <a:xfrm>
            <a:off x="684000" y="23489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7" name="Rechteck 86">
            <a:extLst>
              <a:ext uri="{FF2B5EF4-FFF2-40B4-BE49-F238E27FC236}">
                <a16:creationId xmlns:a16="http://schemas.microsoft.com/office/drawing/2014/main" id="{D46F6D45-A82C-4ADE-A284-21E2B00B2D15}"/>
              </a:ext>
            </a:extLst>
          </p:cNvPr>
          <p:cNvSpPr/>
          <p:nvPr/>
        </p:nvSpPr>
        <p:spPr>
          <a:xfrm>
            <a:off x="900000" y="2277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Copenhage</a:t>
            </a:r>
            <a:r>
              <a:rPr lang="en-US" sz="800" u="sng" dirty="0">
                <a:solidFill>
                  <a:schemeClr val="tx1"/>
                </a:solidFill>
              </a:rPr>
              <a:t>n</a:t>
            </a:r>
          </a:p>
        </p:txBody>
      </p:sp>
      <p:sp>
        <p:nvSpPr>
          <p:cNvPr id="3" name="Rechteck 2">
            <a:extLst>
              <a:ext uri="{FF2B5EF4-FFF2-40B4-BE49-F238E27FC236}">
                <a16:creationId xmlns:a16="http://schemas.microsoft.com/office/drawing/2014/main" id="{5E0730F3-84E3-4744-B413-14B6ED9E36C9}"/>
              </a:ext>
            </a:extLst>
          </p:cNvPr>
          <p:cNvSpPr/>
          <p:nvPr/>
        </p:nvSpPr>
        <p:spPr>
          <a:xfrm>
            <a:off x="183615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7/-1</a:t>
            </a:r>
          </a:p>
        </p:txBody>
      </p:sp>
      <p:sp>
        <p:nvSpPr>
          <p:cNvPr id="122" name="Rechteck 121">
            <a:extLst>
              <a:ext uri="{FF2B5EF4-FFF2-40B4-BE49-F238E27FC236}">
                <a16:creationId xmlns:a16="http://schemas.microsoft.com/office/drawing/2014/main" id="{0AEC62A8-8660-4733-B195-639B169291C9}"/>
              </a:ext>
            </a:extLst>
          </p:cNvPr>
          <p:cNvSpPr/>
          <p:nvPr/>
        </p:nvSpPr>
        <p:spPr>
          <a:xfrm>
            <a:off x="5579980" y="191700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7" name="Rechteck 136">
            <a:extLst>
              <a:ext uri="{FF2B5EF4-FFF2-40B4-BE49-F238E27FC236}">
                <a16:creationId xmlns:a16="http://schemas.microsoft.com/office/drawing/2014/main" id="{DF236A28-B452-4F5E-85AC-45922F5741D6}"/>
              </a:ext>
            </a:extLst>
          </p:cNvPr>
          <p:cNvSpPr/>
          <p:nvPr/>
        </p:nvSpPr>
        <p:spPr>
          <a:xfrm>
            <a:off x="5579980" y="234885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9" name="Rechteck 138">
            <a:extLst>
              <a:ext uri="{FF2B5EF4-FFF2-40B4-BE49-F238E27FC236}">
                <a16:creationId xmlns:a16="http://schemas.microsoft.com/office/drawing/2014/main" id="{3087A7C4-B151-43F4-B860-68FC94324AC8}"/>
              </a:ext>
            </a:extLst>
          </p:cNvPr>
          <p:cNvSpPr/>
          <p:nvPr/>
        </p:nvSpPr>
        <p:spPr>
          <a:xfrm>
            <a:off x="5148000" y="1845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The Beast</a:t>
            </a:r>
          </a:p>
        </p:txBody>
      </p:sp>
      <p:sp>
        <p:nvSpPr>
          <p:cNvPr id="140" name="Rechteck 139">
            <a:extLst>
              <a:ext uri="{FF2B5EF4-FFF2-40B4-BE49-F238E27FC236}">
                <a16:creationId xmlns:a16="http://schemas.microsoft.com/office/drawing/2014/main" id="{EC08A957-C381-4B0D-9582-12018FFE71B7}"/>
              </a:ext>
            </a:extLst>
          </p:cNvPr>
          <p:cNvSpPr/>
          <p:nvPr/>
        </p:nvSpPr>
        <p:spPr>
          <a:xfrm>
            <a:off x="5148000" y="2277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Bicycle</a:t>
            </a:r>
          </a:p>
        </p:txBody>
      </p:sp>
      <p:cxnSp>
        <p:nvCxnSpPr>
          <p:cNvPr id="142" name="Gerade Verbindung mit Pfeil 141">
            <a:extLst>
              <a:ext uri="{FF2B5EF4-FFF2-40B4-BE49-F238E27FC236}">
                <a16:creationId xmlns:a16="http://schemas.microsoft.com/office/drawing/2014/main" id="{3608C2F1-856E-48DD-9A58-38D811111D73}"/>
              </a:ext>
            </a:extLst>
          </p:cNvPr>
          <p:cNvCxnSpPr>
            <a:cxnSpLocks/>
          </p:cNvCxnSpPr>
          <p:nvPr/>
        </p:nvCxnSpPr>
        <p:spPr>
          <a:xfrm>
            <a:off x="4788000" y="2205000"/>
            <a:ext cx="5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Gerade Verbindung 94">
            <a:extLst>
              <a:ext uri="{FF2B5EF4-FFF2-40B4-BE49-F238E27FC236}">
                <a16:creationId xmlns:a16="http://schemas.microsoft.com/office/drawing/2014/main" id="{B5A88BAD-8D17-44A1-B77C-50012E239A4C}"/>
              </a:ext>
            </a:extLst>
          </p:cNvPr>
          <p:cNvCxnSpPr/>
          <p:nvPr/>
        </p:nvCxnSpPr>
        <p:spPr>
          <a:xfrm>
            <a:off x="7452000"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45" name="Rechteck 144">
            <a:extLst>
              <a:ext uri="{FF2B5EF4-FFF2-40B4-BE49-F238E27FC236}">
                <a16:creationId xmlns:a16="http://schemas.microsoft.com/office/drawing/2014/main" id="{D1B8A5BE-9A0B-4887-AB97-21B172CCE432}"/>
              </a:ext>
            </a:extLst>
          </p:cNvPr>
          <p:cNvSpPr/>
          <p:nvPr/>
        </p:nvSpPr>
        <p:spPr>
          <a:xfrm>
            <a:off x="6300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88" name="Rechteck 87">
            <a:extLst>
              <a:ext uri="{FF2B5EF4-FFF2-40B4-BE49-F238E27FC236}">
                <a16:creationId xmlns:a16="http://schemas.microsoft.com/office/drawing/2014/main" id="{F4C5C87D-0C5E-411B-9162-624CF1FC9E33}"/>
              </a:ext>
            </a:extLst>
          </p:cNvPr>
          <p:cNvSpPr/>
          <p:nvPr/>
        </p:nvSpPr>
        <p:spPr>
          <a:xfrm>
            <a:off x="684000" y="19171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9" name="Rechteck 88">
            <a:extLst>
              <a:ext uri="{FF2B5EF4-FFF2-40B4-BE49-F238E27FC236}">
                <a16:creationId xmlns:a16="http://schemas.microsoft.com/office/drawing/2014/main" id="{AC7F5EEF-266D-45A5-81FB-350CD968ADDC}"/>
              </a:ext>
            </a:extLst>
          </p:cNvPr>
          <p:cNvSpPr/>
          <p:nvPr/>
        </p:nvSpPr>
        <p:spPr>
          <a:xfrm>
            <a:off x="900000" y="1845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Washingto</a:t>
            </a:r>
            <a:r>
              <a:rPr lang="en-US" sz="800" u="sng" dirty="0">
                <a:solidFill>
                  <a:schemeClr val="tx1"/>
                </a:solidFill>
              </a:rPr>
              <a:t>n</a:t>
            </a:r>
          </a:p>
        </p:txBody>
      </p:sp>
      <p:sp>
        <p:nvSpPr>
          <p:cNvPr id="91" name="Rechteck 90">
            <a:extLst>
              <a:ext uri="{FF2B5EF4-FFF2-40B4-BE49-F238E27FC236}">
                <a16:creationId xmlns:a16="http://schemas.microsoft.com/office/drawing/2014/main" id="{AEC29CE5-79D3-46C6-9584-BE84CE1FDBB6}"/>
              </a:ext>
            </a:extLst>
          </p:cNvPr>
          <p:cNvSpPr/>
          <p:nvPr/>
        </p:nvSpPr>
        <p:spPr>
          <a:xfrm>
            <a:off x="252000" y="191700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2/-13</a:t>
            </a:r>
          </a:p>
        </p:txBody>
      </p:sp>
      <p:sp>
        <p:nvSpPr>
          <p:cNvPr id="4" name="Rechteck 3">
            <a:extLst>
              <a:ext uri="{FF2B5EF4-FFF2-40B4-BE49-F238E27FC236}">
                <a16:creationId xmlns:a16="http://schemas.microsoft.com/office/drawing/2014/main" id="{277D6775-F68E-48E9-AF57-2781C4CAC3B4}"/>
              </a:ext>
            </a:extLst>
          </p:cNvPr>
          <p:cNvSpPr/>
          <p:nvPr/>
        </p:nvSpPr>
        <p:spPr>
          <a:xfrm>
            <a:off x="2556000" y="20610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 name="Rechteck 4">
            <a:extLst>
              <a:ext uri="{FF2B5EF4-FFF2-40B4-BE49-F238E27FC236}">
                <a16:creationId xmlns:a16="http://schemas.microsoft.com/office/drawing/2014/main" id="{6D10E0EC-061D-4059-B563-95975F351D0F}"/>
              </a:ext>
            </a:extLst>
          </p:cNvPr>
          <p:cNvSpPr/>
          <p:nvPr/>
        </p:nvSpPr>
        <p:spPr>
          <a:xfrm>
            <a:off x="2772000" y="198886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Bosto</a:t>
            </a:r>
            <a:r>
              <a:rPr lang="en-US" sz="800" u="sng" dirty="0">
                <a:solidFill>
                  <a:schemeClr val="tx1"/>
                </a:solidFill>
              </a:rPr>
              <a:t>n</a:t>
            </a:r>
          </a:p>
        </p:txBody>
      </p:sp>
      <p:sp>
        <p:nvSpPr>
          <p:cNvPr id="7" name="Rechteck 6">
            <a:extLst>
              <a:ext uri="{FF2B5EF4-FFF2-40B4-BE49-F238E27FC236}">
                <a16:creationId xmlns:a16="http://schemas.microsoft.com/office/drawing/2014/main" id="{5FBAE078-6F00-42C7-8342-01BBA6EA9D6C}"/>
              </a:ext>
            </a:extLst>
          </p:cNvPr>
          <p:cNvSpPr/>
          <p:nvPr/>
        </p:nvSpPr>
        <p:spPr>
          <a:xfrm>
            <a:off x="2556000" y="23488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 name="Rechteck 7">
            <a:extLst>
              <a:ext uri="{FF2B5EF4-FFF2-40B4-BE49-F238E27FC236}">
                <a16:creationId xmlns:a16="http://schemas.microsoft.com/office/drawing/2014/main" id="{276C2AA0-8F2C-4074-BBFF-2B790799D8D7}"/>
              </a:ext>
            </a:extLst>
          </p:cNvPr>
          <p:cNvSpPr/>
          <p:nvPr/>
        </p:nvSpPr>
        <p:spPr>
          <a:xfrm>
            <a:off x="2772000" y="227686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Copenhage</a:t>
            </a:r>
            <a:r>
              <a:rPr lang="en-US" sz="800" u="sng" dirty="0">
                <a:solidFill>
                  <a:schemeClr val="tx1"/>
                </a:solidFill>
              </a:rPr>
              <a:t>n</a:t>
            </a:r>
          </a:p>
        </p:txBody>
      </p:sp>
      <p:sp>
        <p:nvSpPr>
          <p:cNvPr id="9" name="Rechteck 8">
            <a:extLst>
              <a:ext uri="{FF2B5EF4-FFF2-40B4-BE49-F238E27FC236}">
                <a16:creationId xmlns:a16="http://schemas.microsoft.com/office/drawing/2014/main" id="{AB8E3AF6-421E-4B35-919E-980ED42C0480}"/>
              </a:ext>
            </a:extLst>
          </p:cNvPr>
          <p:cNvSpPr/>
          <p:nvPr/>
        </p:nvSpPr>
        <p:spPr>
          <a:xfrm>
            <a:off x="2556000" y="19170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3" name="Rechteck 102">
            <a:extLst>
              <a:ext uri="{FF2B5EF4-FFF2-40B4-BE49-F238E27FC236}">
                <a16:creationId xmlns:a16="http://schemas.microsoft.com/office/drawing/2014/main" id="{EAE5A592-3404-459F-9002-A1B243150F16}"/>
              </a:ext>
            </a:extLst>
          </p:cNvPr>
          <p:cNvSpPr/>
          <p:nvPr/>
        </p:nvSpPr>
        <p:spPr>
          <a:xfrm>
            <a:off x="2772000" y="1845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Washingto</a:t>
            </a:r>
            <a:r>
              <a:rPr lang="en-US" sz="800" u="sng" dirty="0">
                <a:solidFill>
                  <a:schemeClr val="tx1"/>
                </a:solidFill>
              </a:rPr>
              <a:t>n</a:t>
            </a:r>
          </a:p>
        </p:txBody>
      </p:sp>
      <p:sp>
        <p:nvSpPr>
          <p:cNvPr id="104" name="Rechteck 103">
            <a:extLst>
              <a:ext uri="{FF2B5EF4-FFF2-40B4-BE49-F238E27FC236}">
                <a16:creationId xmlns:a16="http://schemas.microsoft.com/office/drawing/2014/main" id="{9825BC14-BC1F-4B4B-8B93-E62750F65027}"/>
              </a:ext>
            </a:extLst>
          </p:cNvPr>
          <p:cNvSpPr/>
          <p:nvPr/>
        </p:nvSpPr>
        <p:spPr>
          <a:xfrm>
            <a:off x="4428000" y="20611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5" name="Rechteck 104">
            <a:extLst>
              <a:ext uri="{FF2B5EF4-FFF2-40B4-BE49-F238E27FC236}">
                <a16:creationId xmlns:a16="http://schemas.microsoft.com/office/drawing/2014/main" id="{1ED4A254-5A91-442F-BA8E-4D9DF1A01E1A}"/>
              </a:ext>
            </a:extLst>
          </p:cNvPr>
          <p:cNvSpPr/>
          <p:nvPr/>
        </p:nvSpPr>
        <p:spPr>
          <a:xfrm>
            <a:off x="4644000" y="1989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Bosto</a:t>
            </a:r>
            <a:r>
              <a:rPr lang="en-US" sz="800" u="sng" dirty="0">
                <a:solidFill>
                  <a:schemeClr val="tx1"/>
                </a:solidFill>
              </a:rPr>
              <a:t>n</a:t>
            </a:r>
          </a:p>
        </p:txBody>
      </p:sp>
      <p:sp>
        <p:nvSpPr>
          <p:cNvPr id="115" name="Rechteck 114">
            <a:extLst>
              <a:ext uri="{FF2B5EF4-FFF2-40B4-BE49-F238E27FC236}">
                <a16:creationId xmlns:a16="http://schemas.microsoft.com/office/drawing/2014/main" id="{A2014FA3-DABF-441E-8D3A-8D4A0DD45194}"/>
              </a:ext>
            </a:extLst>
          </p:cNvPr>
          <p:cNvSpPr/>
          <p:nvPr/>
        </p:nvSpPr>
        <p:spPr>
          <a:xfrm>
            <a:off x="4428000" y="23489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3" name="Rechteck 122">
            <a:extLst>
              <a:ext uri="{FF2B5EF4-FFF2-40B4-BE49-F238E27FC236}">
                <a16:creationId xmlns:a16="http://schemas.microsoft.com/office/drawing/2014/main" id="{E70B94B6-BEFB-4659-83CA-67003ADFBC96}"/>
              </a:ext>
            </a:extLst>
          </p:cNvPr>
          <p:cNvSpPr/>
          <p:nvPr/>
        </p:nvSpPr>
        <p:spPr>
          <a:xfrm>
            <a:off x="4644000" y="2277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C-</a:t>
            </a:r>
            <a:r>
              <a:rPr lang="en-US" sz="800" dirty="0" err="1">
                <a:solidFill>
                  <a:schemeClr val="tx1"/>
                </a:solidFill>
              </a:rPr>
              <a:t>hage</a:t>
            </a:r>
            <a:r>
              <a:rPr lang="en-US" sz="800" u="sng" dirty="0" err="1">
                <a:solidFill>
                  <a:schemeClr val="tx1"/>
                </a:solidFill>
              </a:rPr>
              <a:t>n</a:t>
            </a:r>
            <a:endParaRPr lang="en-US" sz="800" u="sng" dirty="0">
              <a:solidFill>
                <a:schemeClr val="tx1"/>
              </a:solidFill>
            </a:endParaRPr>
          </a:p>
        </p:txBody>
      </p:sp>
      <p:sp>
        <p:nvSpPr>
          <p:cNvPr id="124" name="Rechteck 123">
            <a:extLst>
              <a:ext uri="{FF2B5EF4-FFF2-40B4-BE49-F238E27FC236}">
                <a16:creationId xmlns:a16="http://schemas.microsoft.com/office/drawing/2014/main" id="{CB399FF6-B2A7-4060-B8F8-55AEA31DCC3A}"/>
              </a:ext>
            </a:extLst>
          </p:cNvPr>
          <p:cNvSpPr/>
          <p:nvPr/>
        </p:nvSpPr>
        <p:spPr>
          <a:xfrm>
            <a:off x="4428000" y="191714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5" name="Rechteck 124">
            <a:extLst>
              <a:ext uri="{FF2B5EF4-FFF2-40B4-BE49-F238E27FC236}">
                <a16:creationId xmlns:a16="http://schemas.microsoft.com/office/drawing/2014/main" id="{CA7BFB73-D935-4D70-8C2C-DA8D88A2C5F0}"/>
              </a:ext>
            </a:extLst>
          </p:cNvPr>
          <p:cNvSpPr/>
          <p:nvPr/>
        </p:nvSpPr>
        <p:spPr>
          <a:xfrm>
            <a:off x="4644000" y="1845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Wash..</a:t>
            </a:r>
            <a:endParaRPr lang="en-US" sz="800" u="sng" dirty="0">
              <a:solidFill>
                <a:schemeClr val="tx1"/>
              </a:solidFill>
            </a:endParaRPr>
          </a:p>
        </p:txBody>
      </p:sp>
      <p:sp>
        <p:nvSpPr>
          <p:cNvPr id="126" name="Rechteck 125">
            <a:extLst>
              <a:ext uri="{FF2B5EF4-FFF2-40B4-BE49-F238E27FC236}">
                <a16:creationId xmlns:a16="http://schemas.microsoft.com/office/drawing/2014/main" id="{4C19622F-2D4F-4425-BBF7-1B057BD1D5FC}"/>
              </a:ext>
            </a:extLst>
          </p:cNvPr>
          <p:cNvSpPr/>
          <p:nvPr/>
        </p:nvSpPr>
        <p:spPr>
          <a:xfrm>
            <a:off x="5579980" y="206940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7" name="Rechteck 126">
            <a:extLst>
              <a:ext uri="{FF2B5EF4-FFF2-40B4-BE49-F238E27FC236}">
                <a16:creationId xmlns:a16="http://schemas.microsoft.com/office/drawing/2014/main" id="{0F265F1A-A828-4B03-B75E-43B8CEE36F14}"/>
              </a:ext>
            </a:extLst>
          </p:cNvPr>
          <p:cNvSpPr/>
          <p:nvPr/>
        </p:nvSpPr>
        <p:spPr>
          <a:xfrm>
            <a:off x="5148000" y="19974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Walking</a:t>
            </a:r>
          </a:p>
        </p:txBody>
      </p:sp>
      <p:sp>
        <p:nvSpPr>
          <p:cNvPr id="128" name="Rechteck 127">
            <a:extLst>
              <a:ext uri="{FF2B5EF4-FFF2-40B4-BE49-F238E27FC236}">
                <a16:creationId xmlns:a16="http://schemas.microsoft.com/office/drawing/2014/main" id="{450F6E8E-9E64-46FE-9DC5-8A406EFCEBC0}"/>
              </a:ext>
            </a:extLst>
          </p:cNvPr>
          <p:cNvSpPr/>
          <p:nvPr/>
        </p:nvSpPr>
        <p:spPr>
          <a:xfrm>
            <a:off x="7451980" y="191701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0" name="Rechteck 129">
            <a:extLst>
              <a:ext uri="{FF2B5EF4-FFF2-40B4-BE49-F238E27FC236}">
                <a16:creationId xmlns:a16="http://schemas.microsoft.com/office/drawing/2014/main" id="{C36DDA32-79F9-4F96-9CFD-BCCD4B09C9A5}"/>
              </a:ext>
            </a:extLst>
          </p:cNvPr>
          <p:cNvSpPr/>
          <p:nvPr/>
        </p:nvSpPr>
        <p:spPr>
          <a:xfrm>
            <a:off x="7451980" y="234886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1" name="Rechteck 130">
            <a:extLst>
              <a:ext uri="{FF2B5EF4-FFF2-40B4-BE49-F238E27FC236}">
                <a16:creationId xmlns:a16="http://schemas.microsoft.com/office/drawing/2014/main" id="{60BD48C5-6A39-49CD-8AC8-BB925A74210A}"/>
              </a:ext>
            </a:extLst>
          </p:cNvPr>
          <p:cNvSpPr/>
          <p:nvPr/>
        </p:nvSpPr>
        <p:spPr>
          <a:xfrm>
            <a:off x="7020000" y="227701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Bicycle</a:t>
            </a:r>
          </a:p>
        </p:txBody>
      </p:sp>
      <p:cxnSp>
        <p:nvCxnSpPr>
          <p:cNvPr id="132" name="Gerade Verbindung mit Pfeil 131">
            <a:extLst>
              <a:ext uri="{FF2B5EF4-FFF2-40B4-BE49-F238E27FC236}">
                <a16:creationId xmlns:a16="http://schemas.microsoft.com/office/drawing/2014/main" id="{4E45EC79-5397-41D3-B778-A64FF4BA5EC1}"/>
              </a:ext>
            </a:extLst>
          </p:cNvPr>
          <p:cNvCxnSpPr>
            <a:cxnSpLocks/>
          </p:cNvCxnSpPr>
          <p:nvPr/>
        </p:nvCxnSpPr>
        <p:spPr>
          <a:xfrm>
            <a:off x="6660000" y="2205010"/>
            <a:ext cx="5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5" name="Rechteck 134">
            <a:extLst>
              <a:ext uri="{FF2B5EF4-FFF2-40B4-BE49-F238E27FC236}">
                <a16:creationId xmlns:a16="http://schemas.microsoft.com/office/drawing/2014/main" id="{EB8F3FB0-8C6E-4599-97EC-42E80B7A8803}"/>
              </a:ext>
            </a:extLst>
          </p:cNvPr>
          <p:cNvSpPr/>
          <p:nvPr/>
        </p:nvSpPr>
        <p:spPr>
          <a:xfrm>
            <a:off x="6300000" y="20611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6" name="Rechteck 135">
            <a:extLst>
              <a:ext uri="{FF2B5EF4-FFF2-40B4-BE49-F238E27FC236}">
                <a16:creationId xmlns:a16="http://schemas.microsoft.com/office/drawing/2014/main" id="{63D77E64-01F8-492B-8640-C05351ECB76B}"/>
              </a:ext>
            </a:extLst>
          </p:cNvPr>
          <p:cNvSpPr/>
          <p:nvPr/>
        </p:nvSpPr>
        <p:spPr>
          <a:xfrm>
            <a:off x="6516000" y="198901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Bosto</a:t>
            </a:r>
            <a:r>
              <a:rPr lang="en-US" sz="800" u="sng" dirty="0">
                <a:solidFill>
                  <a:schemeClr val="tx1"/>
                </a:solidFill>
              </a:rPr>
              <a:t>n</a:t>
            </a:r>
          </a:p>
        </p:txBody>
      </p:sp>
      <p:sp>
        <p:nvSpPr>
          <p:cNvPr id="144" name="Rechteck 143">
            <a:extLst>
              <a:ext uri="{FF2B5EF4-FFF2-40B4-BE49-F238E27FC236}">
                <a16:creationId xmlns:a16="http://schemas.microsoft.com/office/drawing/2014/main" id="{7BE388AE-A4A0-4BF3-82EA-F117F67588FF}"/>
              </a:ext>
            </a:extLst>
          </p:cNvPr>
          <p:cNvSpPr/>
          <p:nvPr/>
        </p:nvSpPr>
        <p:spPr>
          <a:xfrm>
            <a:off x="6300000" y="23490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0" name="Rechteck 159">
            <a:extLst>
              <a:ext uri="{FF2B5EF4-FFF2-40B4-BE49-F238E27FC236}">
                <a16:creationId xmlns:a16="http://schemas.microsoft.com/office/drawing/2014/main" id="{0F132662-DABB-493B-B904-81FA384DBFE1}"/>
              </a:ext>
            </a:extLst>
          </p:cNvPr>
          <p:cNvSpPr/>
          <p:nvPr/>
        </p:nvSpPr>
        <p:spPr>
          <a:xfrm>
            <a:off x="6516000" y="227701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C-</a:t>
            </a:r>
            <a:r>
              <a:rPr lang="en-US" sz="800" dirty="0" err="1">
                <a:solidFill>
                  <a:schemeClr val="tx1"/>
                </a:solidFill>
              </a:rPr>
              <a:t>hage</a:t>
            </a:r>
            <a:r>
              <a:rPr lang="en-US" sz="800" u="sng" dirty="0" err="1">
                <a:solidFill>
                  <a:schemeClr val="tx1"/>
                </a:solidFill>
              </a:rPr>
              <a:t>n</a:t>
            </a:r>
            <a:endParaRPr lang="en-US" sz="800" u="sng" dirty="0">
              <a:solidFill>
                <a:schemeClr val="tx1"/>
              </a:solidFill>
            </a:endParaRPr>
          </a:p>
        </p:txBody>
      </p:sp>
      <p:sp>
        <p:nvSpPr>
          <p:cNvPr id="162" name="Rechteck 161">
            <a:extLst>
              <a:ext uri="{FF2B5EF4-FFF2-40B4-BE49-F238E27FC236}">
                <a16:creationId xmlns:a16="http://schemas.microsoft.com/office/drawing/2014/main" id="{9F9EF1FA-2131-4ADE-BEE9-B6C9AFF93DA5}"/>
              </a:ext>
            </a:extLst>
          </p:cNvPr>
          <p:cNvSpPr/>
          <p:nvPr/>
        </p:nvSpPr>
        <p:spPr>
          <a:xfrm>
            <a:off x="6300000" y="191715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3" name="Rechteck 162">
            <a:extLst>
              <a:ext uri="{FF2B5EF4-FFF2-40B4-BE49-F238E27FC236}">
                <a16:creationId xmlns:a16="http://schemas.microsoft.com/office/drawing/2014/main" id="{0FCD97D1-8D17-450A-BD99-C3139D7728F4}"/>
              </a:ext>
            </a:extLst>
          </p:cNvPr>
          <p:cNvSpPr/>
          <p:nvPr/>
        </p:nvSpPr>
        <p:spPr>
          <a:xfrm>
            <a:off x="7451980" y="206941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4" name="Rechteck 163">
            <a:extLst>
              <a:ext uri="{FF2B5EF4-FFF2-40B4-BE49-F238E27FC236}">
                <a16:creationId xmlns:a16="http://schemas.microsoft.com/office/drawing/2014/main" id="{FFF77F0A-1A1D-49D3-A89C-D05F9A8B02CA}"/>
              </a:ext>
            </a:extLst>
          </p:cNvPr>
          <p:cNvSpPr/>
          <p:nvPr/>
        </p:nvSpPr>
        <p:spPr>
          <a:xfrm>
            <a:off x="7020000" y="199741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Walking</a:t>
            </a:r>
          </a:p>
        </p:txBody>
      </p:sp>
    </p:spTree>
    <p:extLst>
      <p:ext uri="{BB962C8B-B14F-4D97-AF65-F5344CB8AC3E}">
        <p14:creationId xmlns:p14="http://schemas.microsoft.com/office/powerpoint/2010/main" val="16247598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Accessing Tables</a:t>
            </a:r>
            <a:br>
              <a:rPr lang="en-US" dirty="0"/>
            </a:br>
            <a:r>
              <a:rPr lang="en-US" sz="1600" dirty="0"/>
              <a:t>Vertical Access – Full Table Specification – Ranges</a:t>
            </a:r>
          </a:p>
        </p:txBody>
      </p:sp>
      <p:sp>
        <p:nvSpPr>
          <p:cNvPr id="6" name="Textplatzhalter 5"/>
          <p:cNvSpPr>
            <a:spLocks noGrp="1"/>
          </p:cNvSpPr>
          <p:nvPr>
            <p:ph type="body" sz="quarter" idx="16"/>
          </p:nvPr>
        </p:nvSpPr>
        <p:spPr/>
        <p:txBody>
          <a:bodyPr/>
          <a:lstStyle/>
          <a:p>
            <a:endParaRPr lang="en-US" dirty="0"/>
          </a:p>
        </p:txBody>
      </p:sp>
      <p:sp>
        <p:nvSpPr>
          <p:cNvPr id="212" name="Rechteck 211"/>
          <p:cNvSpPr/>
          <p:nvPr/>
        </p:nvSpPr>
        <p:spPr>
          <a:xfrm>
            <a:off x="395800" y="17730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4" name="Gerade Verbindung 94"/>
          <p:cNvCxnSpPr/>
          <p:nvPr/>
        </p:nvCxnSpPr>
        <p:spPr>
          <a:xfrm>
            <a:off x="395800" y="18451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Gerade Verbindung 94"/>
          <p:cNvCxnSpPr/>
          <p:nvPr/>
        </p:nvCxnSpPr>
        <p:spPr>
          <a:xfrm>
            <a:off x="828020" y="17730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Gerade Verbindung 94"/>
          <p:cNvCxnSpPr/>
          <p:nvPr/>
        </p:nvCxnSpPr>
        <p:spPr>
          <a:xfrm>
            <a:off x="684000" y="17730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p:cNvSpPr/>
          <p:nvPr/>
        </p:nvSpPr>
        <p:spPr>
          <a:xfrm>
            <a:off x="395800" y="90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Access</a:t>
            </a:r>
          </a:p>
        </p:txBody>
      </p:sp>
      <p:sp>
        <p:nvSpPr>
          <p:cNvPr id="228" name="Rechteck 227"/>
          <p:cNvSpPr/>
          <p:nvPr/>
        </p:nvSpPr>
        <p:spPr>
          <a:xfrm>
            <a:off x="4139060" y="177377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0" name="Gerade Verbindung 94"/>
          <p:cNvCxnSpPr/>
          <p:nvPr/>
        </p:nvCxnSpPr>
        <p:spPr>
          <a:xfrm>
            <a:off x="4139060" y="184578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Gerade Verbindung 94"/>
          <p:cNvCxnSpPr/>
          <p:nvPr/>
        </p:nvCxnSpPr>
        <p:spPr>
          <a:xfrm>
            <a:off x="4572020" y="177377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Gerade Verbindung 94"/>
          <p:cNvCxnSpPr/>
          <p:nvPr/>
        </p:nvCxnSpPr>
        <p:spPr>
          <a:xfrm>
            <a:off x="4428000" y="177377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38" name="Rechteck 237"/>
          <p:cNvSpPr/>
          <p:nvPr/>
        </p:nvSpPr>
        <p:spPr>
          <a:xfrm>
            <a:off x="413906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Lookup Access</a:t>
            </a:r>
          </a:p>
        </p:txBody>
      </p:sp>
      <p:sp>
        <p:nvSpPr>
          <p:cNvPr id="252" name="Rechteck 251"/>
          <p:cNvSpPr/>
          <p:nvPr/>
        </p:nvSpPr>
        <p:spPr>
          <a:xfrm>
            <a:off x="4428150" y="162975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270" name="Rechteck 269"/>
          <p:cNvSpPr/>
          <p:nvPr/>
        </p:nvSpPr>
        <p:spPr>
          <a:xfrm>
            <a:off x="601158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Lookup Access</a:t>
            </a:r>
          </a:p>
        </p:txBody>
      </p:sp>
      <p:sp>
        <p:nvSpPr>
          <p:cNvPr id="54" name="Rechteck 53"/>
          <p:cNvSpPr/>
          <p:nvPr/>
        </p:nvSpPr>
        <p:spPr>
          <a:xfrm>
            <a:off x="395800" y="3285300"/>
            <a:ext cx="1584220" cy="5037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 6..12 ]</a:t>
            </a:r>
          </a:p>
          <a:p>
            <a:pPr>
              <a:lnSpc>
                <a:spcPct val="95000"/>
              </a:lnSpc>
            </a:pPr>
            <a:r>
              <a:rPr lang="en-US" sz="1000" dirty="0">
                <a:solidFill>
                  <a:schemeClr val="tx1"/>
                </a:solidFill>
              </a:rPr>
              <a:t>[ table:  1, -9..-3 ]</a:t>
            </a:r>
          </a:p>
          <a:p>
            <a:pPr>
              <a:lnSpc>
                <a:spcPct val="95000"/>
              </a:lnSpc>
            </a:pPr>
            <a:r>
              <a:rPr lang="en-US" sz="1000" dirty="0">
                <a:solidFill>
                  <a:schemeClr val="tx1"/>
                </a:solidFill>
              </a:rPr>
              <a:t>[ table: City, Montréal .. Zürich ]</a:t>
            </a:r>
          </a:p>
        </p:txBody>
      </p:sp>
      <p:sp>
        <p:nvSpPr>
          <p:cNvPr id="55" name="Rechteck 54"/>
          <p:cNvSpPr/>
          <p:nvPr/>
        </p:nvSpPr>
        <p:spPr>
          <a:xfrm>
            <a:off x="4140000" y="328500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 12.. ]</a:t>
            </a:r>
          </a:p>
          <a:p>
            <a:pPr>
              <a:lnSpc>
                <a:spcPct val="95000"/>
              </a:lnSpc>
            </a:pPr>
            <a:r>
              <a:rPr lang="en-US" sz="1000" dirty="0">
                <a:solidFill>
                  <a:schemeClr val="tx1"/>
                </a:solidFill>
              </a:rPr>
              <a:t>[ table:  1,  -3.. ]</a:t>
            </a:r>
          </a:p>
          <a:p>
            <a:pPr>
              <a:lnSpc>
                <a:spcPct val="95000"/>
              </a:lnSpc>
            </a:pPr>
            <a:r>
              <a:rPr lang="en-US" sz="1000" dirty="0">
                <a:solidFill>
                  <a:schemeClr val="tx1"/>
                </a:solidFill>
              </a:rPr>
              <a:t>[ table: City, Zürich .. ]</a:t>
            </a:r>
          </a:p>
        </p:txBody>
      </p:sp>
      <p:sp>
        <p:nvSpPr>
          <p:cNvPr id="78" name="Rechteck 77"/>
          <p:cNvSpPr/>
          <p:nvPr/>
        </p:nvSpPr>
        <p:spPr>
          <a:xfrm>
            <a:off x="2268020" y="90934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Vertical Access</a:t>
            </a:r>
          </a:p>
        </p:txBody>
      </p:sp>
      <p:sp>
        <p:nvSpPr>
          <p:cNvPr id="81" name="Rechteck 80"/>
          <p:cNvSpPr/>
          <p:nvPr/>
        </p:nvSpPr>
        <p:spPr>
          <a:xfrm>
            <a:off x="2267800" y="328564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 .. 6 ]</a:t>
            </a:r>
          </a:p>
          <a:p>
            <a:pPr>
              <a:lnSpc>
                <a:spcPct val="95000"/>
              </a:lnSpc>
            </a:pPr>
            <a:r>
              <a:rPr lang="en-US" sz="1000" dirty="0">
                <a:solidFill>
                  <a:schemeClr val="tx1"/>
                </a:solidFill>
              </a:rPr>
              <a:t>[ table:  1, ..-9 ]</a:t>
            </a:r>
          </a:p>
          <a:p>
            <a:pPr>
              <a:lnSpc>
                <a:spcPct val="95000"/>
              </a:lnSpc>
            </a:pPr>
            <a:r>
              <a:rPr lang="en-US" sz="1000" dirty="0">
                <a:solidFill>
                  <a:schemeClr val="tx1"/>
                </a:solidFill>
              </a:rPr>
              <a:t>[ table: City, .. Montréal ]</a:t>
            </a:r>
          </a:p>
        </p:txBody>
      </p:sp>
      <p:sp>
        <p:nvSpPr>
          <p:cNvPr id="159" name="Rechteck 158"/>
          <p:cNvSpPr/>
          <p:nvPr/>
        </p:nvSpPr>
        <p:spPr>
          <a:xfrm>
            <a:off x="252000" y="177348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0/-15</a:t>
            </a:r>
          </a:p>
        </p:txBody>
      </p:sp>
      <p:sp>
        <p:nvSpPr>
          <p:cNvPr id="161" name="Rechteck 160"/>
          <p:cNvSpPr/>
          <p:nvPr/>
        </p:nvSpPr>
        <p:spPr>
          <a:xfrm>
            <a:off x="252000" y="314167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14/-1</a:t>
            </a:r>
          </a:p>
        </p:txBody>
      </p:sp>
      <p:sp>
        <p:nvSpPr>
          <p:cNvPr id="193" name="Rechteck 192"/>
          <p:cNvSpPr/>
          <p:nvPr/>
        </p:nvSpPr>
        <p:spPr>
          <a:xfrm>
            <a:off x="68415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194" name="Rechteck 193"/>
          <p:cNvSpPr/>
          <p:nvPr/>
        </p:nvSpPr>
        <p:spPr>
          <a:xfrm>
            <a:off x="39580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0/-8</a:t>
            </a:r>
          </a:p>
        </p:txBody>
      </p:sp>
      <p:sp>
        <p:nvSpPr>
          <p:cNvPr id="71" name="Rechteck 70">
            <a:extLst>
              <a:ext uri="{FF2B5EF4-FFF2-40B4-BE49-F238E27FC236}">
                <a16:creationId xmlns:a16="http://schemas.microsoft.com/office/drawing/2014/main" id="{B44D7697-07FC-4033-BDD5-782F55FD7A82}"/>
              </a:ext>
            </a:extLst>
          </p:cNvPr>
          <p:cNvSpPr/>
          <p:nvPr/>
        </p:nvSpPr>
        <p:spPr>
          <a:xfrm>
            <a:off x="2267798"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5" name="Gerade Verbindung 94">
            <a:extLst>
              <a:ext uri="{FF2B5EF4-FFF2-40B4-BE49-F238E27FC236}">
                <a16:creationId xmlns:a16="http://schemas.microsoft.com/office/drawing/2014/main" id="{E299F31E-999E-4B6A-BE08-C6DF8CBA79D8}"/>
              </a:ext>
            </a:extLst>
          </p:cNvPr>
          <p:cNvCxnSpPr/>
          <p:nvPr/>
        </p:nvCxnSpPr>
        <p:spPr>
          <a:xfrm>
            <a:off x="2267798"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 Verbindung 94">
            <a:extLst>
              <a:ext uri="{FF2B5EF4-FFF2-40B4-BE49-F238E27FC236}">
                <a16:creationId xmlns:a16="http://schemas.microsoft.com/office/drawing/2014/main" id="{13050CD7-B594-441E-9F3A-BDDF2C5614A0}"/>
              </a:ext>
            </a:extLst>
          </p:cNvPr>
          <p:cNvCxnSpPr/>
          <p:nvPr/>
        </p:nvCxnSpPr>
        <p:spPr>
          <a:xfrm>
            <a:off x="2700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Gerade Verbindung 94">
            <a:extLst>
              <a:ext uri="{FF2B5EF4-FFF2-40B4-BE49-F238E27FC236}">
                <a16:creationId xmlns:a16="http://schemas.microsoft.com/office/drawing/2014/main" id="{6CB76CFF-37B9-4562-BD68-5A6F24FAA9BC}"/>
              </a:ext>
            </a:extLst>
          </p:cNvPr>
          <p:cNvCxnSpPr/>
          <p:nvPr/>
        </p:nvCxnSpPr>
        <p:spPr>
          <a:xfrm>
            <a:off x="2556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2" name="Rechteck 91">
            <a:extLst>
              <a:ext uri="{FF2B5EF4-FFF2-40B4-BE49-F238E27FC236}">
                <a16:creationId xmlns:a16="http://schemas.microsoft.com/office/drawing/2014/main" id="{8D6850DD-C165-4E9F-8410-CF4658B0CFA1}"/>
              </a:ext>
            </a:extLst>
          </p:cNvPr>
          <p:cNvSpPr/>
          <p:nvPr/>
        </p:nvSpPr>
        <p:spPr>
          <a:xfrm>
            <a:off x="2556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3" name="Rechteck 92">
            <a:extLst>
              <a:ext uri="{FF2B5EF4-FFF2-40B4-BE49-F238E27FC236}">
                <a16:creationId xmlns:a16="http://schemas.microsoft.com/office/drawing/2014/main" id="{ECA6964E-083E-40C6-9B3D-F697E70E5FC1}"/>
              </a:ext>
            </a:extLst>
          </p:cNvPr>
          <p:cNvSpPr/>
          <p:nvPr/>
        </p:nvSpPr>
        <p:spPr>
          <a:xfrm>
            <a:off x="6011800" y="177302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a:extLst>
              <a:ext uri="{FF2B5EF4-FFF2-40B4-BE49-F238E27FC236}">
                <a16:creationId xmlns:a16="http://schemas.microsoft.com/office/drawing/2014/main" id="{B2D14F6B-AB47-4A1A-821D-D5527E75CCA4}"/>
              </a:ext>
            </a:extLst>
          </p:cNvPr>
          <p:cNvCxnSpPr/>
          <p:nvPr/>
        </p:nvCxnSpPr>
        <p:spPr>
          <a:xfrm>
            <a:off x="6011800" y="184503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Gerade Verbindung 94">
            <a:extLst>
              <a:ext uri="{FF2B5EF4-FFF2-40B4-BE49-F238E27FC236}">
                <a16:creationId xmlns:a16="http://schemas.microsoft.com/office/drawing/2014/main" id="{6E31139D-CB2A-418B-9A55-DB82C73B75F0}"/>
              </a:ext>
            </a:extLst>
          </p:cNvPr>
          <p:cNvCxnSpPr/>
          <p:nvPr/>
        </p:nvCxnSpPr>
        <p:spPr>
          <a:xfrm>
            <a:off x="6444020" y="177302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Gerade Verbindung 94">
            <a:extLst>
              <a:ext uri="{FF2B5EF4-FFF2-40B4-BE49-F238E27FC236}">
                <a16:creationId xmlns:a16="http://schemas.microsoft.com/office/drawing/2014/main" id="{7C4512C5-5344-49D0-94F2-3E3ACFE1B06E}"/>
              </a:ext>
            </a:extLst>
          </p:cNvPr>
          <p:cNvCxnSpPr/>
          <p:nvPr/>
        </p:nvCxnSpPr>
        <p:spPr>
          <a:xfrm>
            <a:off x="6300000" y="177302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99" name="Rechteck 98">
            <a:extLst>
              <a:ext uri="{FF2B5EF4-FFF2-40B4-BE49-F238E27FC236}">
                <a16:creationId xmlns:a16="http://schemas.microsoft.com/office/drawing/2014/main" id="{40068BAE-E977-408D-80E1-BF0D9A7442BB}"/>
              </a:ext>
            </a:extLst>
          </p:cNvPr>
          <p:cNvSpPr/>
          <p:nvPr/>
        </p:nvSpPr>
        <p:spPr>
          <a:xfrm>
            <a:off x="6011800" y="3285000"/>
            <a:ext cx="28082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 .. ]</a:t>
            </a:r>
          </a:p>
          <a:p>
            <a:pPr>
              <a:lnSpc>
                <a:spcPct val="95000"/>
              </a:lnSpc>
            </a:pPr>
            <a:r>
              <a:rPr lang="en-US" sz="1000" dirty="0">
                <a:solidFill>
                  <a:schemeClr val="tx1"/>
                </a:solidFill>
              </a:rPr>
              <a:t>[ table:  City, .. ]</a:t>
            </a:r>
          </a:p>
        </p:txBody>
      </p:sp>
      <p:sp>
        <p:nvSpPr>
          <p:cNvPr id="106" name="Rechteck 105">
            <a:extLst>
              <a:ext uri="{FF2B5EF4-FFF2-40B4-BE49-F238E27FC236}">
                <a16:creationId xmlns:a16="http://schemas.microsoft.com/office/drawing/2014/main" id="{30978A30-4B08-44E6-ABE5-2129B759A10E}"/>
              </a:ext>
            </a:extLst>
          </p:cNvPr>
          <p:cNvSpPr/>
          <p:nvPr/>
        </p:nvSpPr>
        <p:spPr>
          <a:xfrm>
            <a:off x="7380000" y="1628980"/>
            <a:ext cx="216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7/-1</a:t>
            </a:r>
          </a:p>
        </p:txBody>
      </p:sp>
      <p:sp>
        <p:nvSpPr>
          <p:cNvPr id="129" name="Rechteck 128">
            <a:extLst>
              <a:ext uri="{FF2B5EF4-FFF2-40B4-BE49-F238E27FC236}">
                <a16:creationId xmlns:a16="http://schemas.microsoft.com/office/drawing/2014/main" id="{BAF218A9-6B80-4FE2-B554-07876A060B78}"/>
              </a:ext>
            </a:extLst>
          </p:cNvPr>
          <p:cNvSpPr/>
          <p:nvPr/>
        </p:nvSpPr>
        <p:spPr>
          <a:xfrm>
            <a:off x="5580130" y="155698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Moving </a:t>
            </a:r>
          </a:p>
          <a:p>
            <a:pPr algn="ctr"/>
            <a:r>
              <a:rPr lang="en-US" sz="800" dirty="0">
                <a:solidFill>
                  <a:schemeClr val="tx1"/>
                </a:solidFill>
              </a:rPr>
              <a:t>along</a:t>
            </a:r>
          </a:p>
        </p:txBody>
      </p:sp>
      <p:cxnSp>
        <p:nvCxnSpPr>
          <p:cNvPr id="133" name="Gerade Verbindung 94">
            <a:extLst>
              <a:ext uri="{FF2B5EF4-FFF2-40B4-BE49-F238E27FC236}">
                <a16:creationId xmlns:a16="http://schemas.microsoft.com/office/drawing/2014/main" id="{05C9F4B2-54E9-4C8C-92CD-EC4018F1328A}"/>
              </a:ext>
            </a:extLst>
          </p:cNvPr>
          <p:cNvCxnSpPr/>
          <p:nvPr/>
        </p:nvCxnSpPr>
        <p:spPr>
          <a:xfrm>
            <a:off x="5004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Gerade Verbindung 94">
            <a:extLst>
              <a:ext uri="{FF2B5EF4-FFF2-40B4-BE49-F238E27FC236}">
                <a16:creationId xmlns:a16="http://schemas.microsoft.com/office/drawing/2014/main" id="{8473150E-42F1-4647-9090-790F414FA557}"/>
              </a:ext>
            </a:extLst>
          </p:cNvPr>
          <p:cNvCxnSpPr/>
          <p:nvPr/>
        </p:nvCxnSpPr>
        <p:spPr>
          <a:xfrm>
            <a:off x="5580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0" name="Rechteck 79">
            <a:extLst>
              <a:ext uri="{FF2B5EF4-FFF2-40B4-BE49-F238E27FC236}">
                <a16:creationId xmlns:a16="http://schemas.microsoft.com/office/drawing/2014/main" id="{DF1616B0-EAEF-47E3-A4DB-046758BE2964}"/>
              </a:ext>
            </a:extLst>
          </p:cNvPr>
          <p:cNvSpPr/>
          <p:nvPr/>
        </p:nvSpPr>
        <p:spPr>
          <a:xfrm>
            <a:off x="252000" y="220485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6/-9</a:t>
            </a:r>
          </a:p>
        </p:txBody>
      </p:sp>
      <p:sp>
        <p:nvSpPr>
          <p:cNvPr id="83" name="Rechteck 82">
            <a:extLst>
              <a:ext uri="{FF2B5EF4-FFF2-40B4-BE49-F238E27FC236}">
                <a16:creationId xmlns:a16="http://schemas.microsoft.com/office/drawing/2014/main" id="{651D1863-F2CD-4DE7-882C-BA68EEBBF2DF}"/>
              </a:ext>
            </a:extLst>
          </p:cNvPr>
          <p:cNvSpPr/>
          <p:nvPr/>
        </p:nvSpPr>
        <p:spPr>
          <a:xfrm>
            <a:off x="684000" y="22049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4" name="Rechteck 83">
            <a:extLst>
              <a:ext uri="{FF2B5EF4-FFF2-40B4-BE49-F238E27FC236}">
                <a16:creationId xmlns:a16="http://schemas.microsoft.com/office/drawing/2014/main" id="{911D5C8C-52EA-41BD-B9CE-8224C35C1AA0}"/>
              </a:ext>
            </a:extLst>
          </p:cNvPr>
          <p:cNvSpPr/>
          <p:nvPr/>
        </p:nvSpPr>
        <p:spPr>
          <a:xfrm>
            <a:off x="900000" y="2133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Montréal</a:t>
            </a:r>
            <a:endParaRPr lang="en-US" sz="800" u="sng" dirty="0">
              <a:solidFill>
                <a:schemeClr val="tx1"/>
              </a:solidFill>
            </a:endParaRPr>
          </a:p>
        </p:txBody>
      </p:sp>
      <p:sp>
        <p:nvSpPr>
          <p:cNvPr id="85" name="Rechteck 84">
            <a:extLst>
              <a:ext uri="{FF2B5EF4-FFF2-40B4-BE49-F238E27FC236}">
                <a16:creationId xmlns:a16="http://schemas.microsoft.com/office/drawing/2014/main" id="{43944257-21D3-4A7F-BCED-C1D8632406EE}"/>
              </a:ext>
            </a:extLst>
          </p:cNvPr>
          <p:cNvSpPr/>
          <p:nvPr/>
        </p:nvSpPr>
        <p:spPr>
          <a:xfrm>
            <a:off x="252000" y="292485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12/-3</a:t>
            </a:r>
          </a:p>
        </p:txBody>
      </p:sp>
      <p:sp>
        <p:nvSpPr>
          <p:cNvPr id="86" name="Rechteck 85">
            <a:extLst>
              <a:ext uri="{FF2B5EF4-FFF2-40B4-BE49-F238E27FC236}">
                <a16:creationId xmlns:a16="http://schemas.microsoft.com/office/drawing/2014/main" id="{765AC7D5-FD7C-4D22-93C1-51AEBBA36839}"/>
              </a:ext>
            </a:extLst>
          </p:cNvPr>
          <p:cNvSpPr/>
          <p:nvPr/>
        </p:nvSpPr>
        <p:spPr>
          <a:xfrm>
            <a:off x="684000" y="29249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7" name="Rechteck 86">
            <a:extLst>
              <a:ext uri="{FF2B5EF4-FFF2-40B4-BE49-F238E27FC236}">
                <a16:creationId xmlns:a16="http://schemas.microsoft.com/office/drawing/2014/main" id="{D46F6D45-A82C-4ADE-A284-21E2B00B2D15}"/>
              </a:ext>
            </a:extLst>
          </p:cNvPr>
          <p:cNvSpPr/>
          <p:nvPr/>
        </p:nvSpPr>
        <p:spPr>
          <a:xfrm>
            <a:off x="900000" y="2853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Zürich</a:t>
            </a:r>
            <a:endParaRPr lang="en-US" sz="800" u="sng" dirty="0">
              <a:solidFill>
                <a:schemeClr val="tx1"/>
              </a:solidFill>
            </a:endParaRPr>
          </a:p>
        </p:txBody>
      </p:sp>
      <p:sp>
        <p:nvSpPr>
          <p:cNvPr id="3" name="Rechteck 2">
            <a:extLst>
              <a:ext uri="{FF2B5EF4-FFF2-40B4-BE49-F238E27FC236}">
                <a16:creationId xmlns:a16="http://schemas.microsoft.com/office/drawing/2014/main" id="{5E0730F3-84E3-4744-B413-14B6ED9E36C9}"/>
              </a:ext>
            </a:extLst>
          </p:cNvPr>
          <p:cNvSpPr/>
          <p:nvPr/>
        </p:nvSpPr>
        <p:spPr>
          <a:xfrm>
            <a:off x="1836152"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7/-1</a:t>
            </a:r>
          </a:p>
        </p:txBody>
      </p:sp>
      <p:cxnSp>
        <p:nvCxnSpPr>
          <p:cNvPr id="143" name="Gerade Verbindung 94">
            <a:extLst>
              <a:ext uri="{FF2B5EF4-FFF2-40B4-BE49-F238E27FC236}">
                <a16:creationId xmlns:a16="http://schemas.microsoft.com/office/drawing/2014/main" id="{B5A88BAD-8D17-44A1-B77C-50012E239A4C}"/>
              </a:ext>
            </a:extLst>
          </p:cNvPr>
          <p:cNvCxnSpPr/>
          <p:nvPr/>
        </p:nvCxnSpPr>
        <p:spPr>
          <a:xfrm>
            <a:off x="7452000"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45" name="Rechteck 144">
            <a:extLst>
              <a:ext uri="{FF2B5EF4-FFF2-40B4-BE49-F238E27FC236}">
                <a16:creationId xmlns:a16="http://schemas.microsoft.com/office/drawing/2014/main" id="{D1B8A5BE-9A0B-4887-AB97-21B172CCE432}"/>
              </a:ext>
            </a:extLst>
          </p:cNvPr>
          <p:cNvSpPr/>
          <p:nvPr/>
        </p:nvSpPr>
        <p:spPr>
          <a:xfrm>
            <a:off x="6300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1/-7</a:t>
            </a:r>
          </a:p>
        </p:txBody>
      </p:sp>
      <p:sp>
        <p:nvSpPr>
          <p:cNvPr id="90" name="Rechteck 89">
            <a:extLst>
              <a:ext uri="{FF2B5EF4-FFF2-40B4-BE49-F238E27FC236}">
                <a16:creationId xmlns:a16="http://schemas.microsoft.com/office/drawing/2014/main" id="{0F1C2FEC-F2AD-4859-9A9D-32E271326ED2}"/>
              </a:ext>
            </a:extLst>
          </p:cNvPr>
          <p:cNvSpPr/>
          <p:nvPr/>
        </p:nvSpPr>
        <p:spPr>
          <a:xfrm>
            <a:off x="684000" y="2277000"/>
            <a:ext cx="144020" cy="648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4" name="Rechteck 93">
            <a:extLst>
              <a:ext uri="{FF2B5EF4-FFF2-40B4-BE49-F238E27FC236}">
                <a16:creationId xmlns:a16="http://schemas.microsoft.com/office/drawing/2014/main" id="{A29D592B-D655-4FB4-86A5-D928C04EFFA7}"/>
              </a:ext>
            </a:extLst>
          </p:cNvPr>
          <p:cNvSpPr/>
          <p:nvPr/>
        </p:nvSpPr>
        <p:spPr>
          <a:xfrm>
            <a:off x="2556000" y="22049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8" name="Rechteck 97">
            <a:extLst>
              <a:ext uri="{FF2B5EF4-FFF2-40B4-BE49-F238E27FC236}">
                <a16:creationId xmlns:a16="http://schemas.microsoft.com/office/drawing/2014/main" id="{1497D70D-E381-4550-847E-759E04B1D9B2}"/>
              </a:ext>
            </a:extLst>
          </p:cNvPr>
          <p:cNvSpPr/>
          <p:nvPr/>
        </p:nvSpPr>
        <p:spPr>
          <a:xfrm>
            <a:off x="2772000" y="2133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Montréal</a:t>
            </a:r>
            <a:endParaRPr lang="en-US" sz="800" u="sng" dirty="0">
              <a:solidFill>
                <a:schemeClr val="tx1"/>
              </a:solidFill>
            </a:endParaRPr>
          </a:p>
        </p:txBody>
      </p:sp>
      <p:sp>
        <p:nvSpPr>
          <p:cNvPr id="100" name="Rechteck 99">
            <a:extLst>
              <a:ext uri="{FF2B5EF4-FFF2-40B4-BE49-F238E27FC236}">
                <a16:creationId xmlns:a16="http://schemas.microsoft.com/office/drawing/2014/main" id="{64257E95-4509-4619-9982-27625255302A}"/>
              </a:ext>
            </a:extLst>
          </p:cNvPr>
          <p:cNvSpPr/>
          <p:nvPr/>
        </p:nvSpPr>
        <p:spPr>
          <a:xfrm>
            <a:off x="684130" y="1485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10" name="Rechteck 9">
            <a:extLst>
              <a:ext uri="{FF2B5EF4-FFF2-40B4-BE49-F238E27FC236}">
                <a16:creationId xmlns:a16="http://schemas.microsoft.com/office/drawing/2014/main" id="{705104D4-2968-419F-A977-778584087C9E}"/>
              </a:ext>
            </a:extLst>
          </p:cNvPr>
          <p:cNvSpPr/>
          <p:nvPr/>
        </p:nvSpPr>
        <p:spPr>
          <a:xfrm>
            <a:off x="395800" y="112502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From .. To range</a:t>
            </a:r>
          </a:p>
        </p:txBody>
      </p:sp>
      <p:sp>
        <p:nvSpPr>
          <p:cNvPr id="11" name="Rechteck 10">
            <a:extLst>
              <a:ext uri="{FF2B5EF4-FFF2-40B4-BE49-F238E27FC236}">
                <a16:creationId xmlns:a16="http://schemas.microsoft.com/office/drawing/2014/main" id="{9CC396C3-87DD-4CC6-AC0A-12AE934C95E6}"/>
              </a:ext>
            </a:extLst>
          </p:cNvPr>
          <p:cNvSpPr/>
          <p:nvPr/>
        </p:nvSpPr>
        <p:spPr>
          <a:xfrm>
            <a:off x="413906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From .. range</a:t>
            </a:r>
          </a:p>
        </p:txBody>
      </p:sp>
      <p:sp>
        <p:nvSpPr>
          <p:cNvPr id="12" name="Rechteck 11">
            <a:extLst>
              <a:ext uri="{FF2B5EF4-FFF2-40B4-BE49-F238E27FC236}">
                <a16:creationId xmlns:a16="http://schemas.microsoft.com/office/drawing/2014/main" id="{603A7117-937A-49BF-A7B6-130AEACD7A11}"/>
              </a:ext>
            </a:extLst>
          </p:cNvPr>
          <p:cNvSpPr/>
          <p:nvPr/>
        </p:nvSpPr>
        <p:spPr>
          <a:xfrm>
            <a:off x="601158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Entire columns accessed</a:t>
            </a:r>
          </a:p>
        </p:txBody>
      </p:sp>
      <p:sp>
        <p:nvSpPr>
          <p:cNvPr id="13" name="Rechteck 12">
            <a:extLst>
              <a:ext uri="{FF2B5EF4-FFF2-40B4-BE49-F238E27FC236}">
                <a16:creationId xmlns:a16="http://schemas.microsoft.com/office/drawing/2014/main" id="{6E16EF74-6422-4C45-928E-05B8B8C2A077}"/>
              </a:ext>
            </a:extLst>
          </p:cNvPr>
          <p:cNvSpPr/>
          <p:nvPr/>
        </p:nvSpPr>
        <p:spPr>
          <a:xfrm>
            <a:off x="2268020" y="112536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 To range</a:t>
            </a:r>
          </a:p>
        </p:txBody>
      </p:sp>
      <p:sp>
        <p:nvSpPr>
          <p:cNvPr id="109" name="Rechteck 108">
            <a:extLst>
              <a:ext uri="{FF2B5EF4-FFF2-40B4-BE49-F238E27FC236}">
                <a16:creationId xmlns:a16="http://schemas.microsoft.com/office/drawing/2014/main" id="{BD7F5C09-1094-403C-8E98-77EDF104B686}"/>
              </a:ext>
            </a:extLst>
          </p:cNvPr>
          <p:cNvSpPr/>
          <p:nvPr/>
        </p:nvSpPr>
        <p:spPr>
          <a:xfrm>
            <a:off x="2556000" y="1845000"/>
            <a:ext cx="144000" cy="360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0" name="Rechteck 109">
            <a:extLst>
              <a:ext uri="{FF2B5EF4-FFF2-40B4-BE49-F238E27FC236}">
                <a16:creationId xmlns:a16="http://schemas.microsoft.com/office/drawing/2014/main" id="{D63719B8-E275-4AAB-AD3A-4AF4CC5AC57B}"/>
              </a:ext>
            </a:extLst>
          </p:cNvPr>
          <p:cNvSpPr/>
          <p:nvPr/>
        </p:nvSpPr>
        <p:spPr>
          <a:xfrm>
            <a:off x="4428000" y="29249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1" name="Rechteck 110">
            <a:extLst>
              <a:ext uri="{FF2B5EF4-FFF2-40B4-BE49-F238E27FC236}">
                <a16:creationId xmlns:a16="http://schemas.microsoft.com/office/drawing/2014/main" id="{DA213D13-44F4-4342-B3EA-0ED212F75239}"/>
              </a:ext>
            </a:extLst>
          </p:cNvPr>
          <p:cNvSpPr/>
          <p:nvPr/>
        </p:nvSpPr>
        <p:spPr>
          <a:xfrm>
            <a:off x="4644000" y="2853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Zürich</a:t>
            </a:r>
            <a:endParaRPr lang="en-US" sz="800" u="sng" dirty="0">
              <a:solidFill>
                <a:schemeClr val="tx1"/>
              </a:solidFill>
            </a:endParaRPr>
          </a:p>
        </p:txBody>
      </p:sp>
      <p:sp>
        <p:nvSpPr>
          <p:cNvPr id="112" name="Rechteck 111">
            <a:extLst>
              <a:ext uri="{FF2B5EF4-FFF2-40B4-BE49-F238E27FC236}">
                <a16:creationId xmlns:a16="http://schemas.microsoft.com/office/drawing/2014/main" id="{00352E9A-45F9-4E0C-81FF-6D01F15E4806}"/>
              </a:ext>
            </a:extLst>
          </p:cNvPr>
          <p:cNvSpPr/>
          <p:nvPr/>
        </p:nvSpPr>
        <p:spPr>
          <a:xfrm>
            <a:off x="4428000" y="2997000"/>
            <a:ext cx="144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3" name="Rechteck 112">
            <a:extLst>
              <a:ext uri="{FF2B5EF4-FFF2-40B4-BE49-F238E27FC236}">
                <a16:creationId xmlns:a16="http://schemas.microsoft.com/office/drawing/2014/main" id="{59DFE656-DD76-434D-BC30-F8B698AA4F58}"/>
              </a:ext>
            </a:extLst>
          </p:cNvPr>
          <p:cNvSpPr/>
          <p:nvPr/>
        </p:nvSpPr>
        <p:spPr>
          <a:xfrm>
            <a:off x="4428000" y="31410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4" name="Rechteck 113">
            <a:extLst>
              <a:ext uri="{FF2B5EF4-FFF2-40B4-BE49-F238E27FC236}">
                <a16:creationId xmlns:a16="http://schemas.microsoft.com/office/drawing/2014/main" id="{7BD3DA4B-120C-4C13-BF85-81B58972DDEB}"/>
              </a:ext>
            </a:extLst>
          </p:cNvPr>
          <p:cNvSpPr/>
          <p:nvPr/>
        </p:nvSpPr>
        <p:spPr>
          <a:xfrm>
            <a:off x="4644000" y="3069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Davos</a:t>
            </a:r>
            <a:endParaRPr lang="en-US" sz="800" u="sng" dirty="0">
              <a:solidFill>
                <a:schemeClr val="tx1"/>
              </a:solidFill>
            </a:endParaRPr>
          </a:p>
        </p:txBody>
      </p:sp>
      <p:sp>
        <p:nvSpPr>
          <p:cNvPr id="116" name="Rechteck 115">
            <a:extLst>
              <a:ext uri="{FF2B5EF4-FFF2-40B4-BE49-F238E27FC236}">
                <a16:creationId xmlns:a16="http://schemas.microsoft.com/office/drawing/2014/main" id="{E17DFB44-D1A0-4FE8-87C3-F6EC7AB0D6D9}"/>
              </a:ext>
            </a:extLst>
          </p:cNvPr>
          <p:cNvSpPr/>
          <p:nvPr/>
        </p:nvSpPr>
        <p:spPr>
          <a:xfrm>
            <a:off x="6300000" y="1845000"/>
            <a:ext cx="144000" cy="1368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7" name="Rechteck 116">
            <a:extLst>
              <a:ext uri="{FF2B5EF4-FFF2-40B4-BE49-F238E27FC236}">
                <a16:creationId xmlns:a16="http://schemas.microsoft.com/office/drawing/2014/main" id="{FBD90E16-D7C9-42CE-8F45-C0FD59F9DC18}"/>
              </a:ext>
            </a:extLst>
          </p:cNvPr>
          <p:cNvSpPr/>
          <p:nvPr/>
        </p:nvSpPr>
        <p:spPr>
          <a:xfrm>
            <a:off x="7100200" y="3285000"/>
            <a:ext cx="17198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-1, ]</a:t>
            </a:r>
          </a:p>
          <a:p>
            <a:pPr>
              <a:lnSpc>
                <a:spcPct val="95000"/>
              </a:lnSpc>
            </a:pPr>
            <a:r>
              <a:rPr lang="en-US" sz="1000" dirty="0">
                <a:solidFill>
                  <a:schemeClr val="tx1"/>
                </a:solidFill>
              </a:rPr>
              <a:t>[ table: Moving along, ]</a:t>
            </a:r>
          </a:p>
        </p:txBody>
      </p:sp>
      <p:sp>
        <p:nvSpPr>
          <p:cNvPr id="118" name="Rechteck 117">
            <a:extLst>
              <a:ext uri="{FF2B5EF4-FFF2-40B4-BE49-F238E27FC236}">
                <a16:creationId xmlns:a16="http://schemas.microsoft.com/office/drawing/2014/main" id="{9001188A-D31E-4EC5-88C4-F13371C46447}"/>
              </a:ext>
            </a:extLst>
          </p:cNvPr>
          <p:cNvSpPr/>
          <p:nvPr/>
        </p:nvSpPr>
        <p:spPr>
          <a:xfrm>
            <a:off x="7452000" y="1845000"/>
            <a:ext cx="144000" cy="1368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9" name="Rechteck 118">
            <a:extLst>
              <a:ext uri="{FF2B5EF4-FFF2-40B4-BE49-F238E27FC236}">
                <a16:creationId xmlns:a16="http://schemas.microsoft.com/office/drawing/2014/main" id="{98BACE5F-479A-49B6-A8A5-35B202D8D5EF}"/>
              </a:ext>
            </a:extLst>
          </p:cNvPr>
          <p:cNvSpPr/>
          <p:nvPr/>
        </p:nvSpPr>
        <p:spPr>
          <a:xfrm>
            <a:off x="7452000" y="177300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0" name="Rechteck 119">
            <a:extLst>
              <a:ext uri="{FF2B5EF4-FFF2-40B4-BE49-F238E27FC236}">
                <a16:creationId xmlns:a16="http://schemas.microsoft.com/office/drawing/2014/main" id="{2991688D-B0F3-46A9-94FE-CD4A15EAF087}"/>
              </a:ext>
            </a:extLst>
          </p:cNvPr>
          <p:cNvSpPr/>
          <p:nvPr/>
        </p:nvSpPr>
        <p:spPr>
          <a:xfrm>
            <a:off x="396000" y="3789000"/>
            <a:ext cx="6408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For lookups, add a 2</a:t>
            </a:r>
            <a:r>
              <a:rPr lang="en-US" sz="1000" baseline="30000" dirty="0">
                <a:solidFill>
                  <a:schemeClr val="tx1"/>
                </a:solidFill>
              </a:rPr>
              <a:t>nd</a:t>
            </a:r>
            <a:r>
              <a:rPr lang="en-US" sz="1000" dirty="0">
                <a:solidFill>
                  <a:schemeClr val="tx1"/>
                </a:solidFill>
              </a:rPr>
              <a:t> column specifier  at the end and the corresponding values will be read out instead. Example: [ table: 1, 12.., Moving along ]</a:t>
            </a:r>
          </a:p>
        </p:txBody>
      </p:sp>
    </p:spTree>
    <p:extLst>
      <p:ext uri="{BB962C8B-B14F-4D97-AF65-F5344CB8AC3E}">
        <p14:creationId xmlns:p14="http://schemas.microsoft.com/office/powerpoint/2010/main" val="36756359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Rechteck 186">
            <a:extLst>
              <a:ext uri="{FF2B5EF4-FFF2-40B4-BE49-F238E27FC236}">
                <a16:creationId xmlns:a16="http://schemas.microsoft.com/office/drawing/2014/main" id="{643A480D-E73D-462A-986C-52FEE163B673}"/>
              </a:ext>
            </a:extLst>
          </p:cNvPr>
          <p:cNvSpPr/>
          <p:nvPr/>
        </p:nvSpPr>
        <p:spPr>
          <a:xfrm>
            <a:off x="4716000" y="1845000"/>
            <a:ext cx="648000" cy="1368000"/>
          </a:xfrm>
          <a:prstGeom prst="rect">
            <a:avLst/>
          </a:prstGeom>
          <a:solidFill>
            <a:srgbClr val="DDFFD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Accessing Tables</a:t>
            </a:r>
            <a:br>
              <a:rPr lang="en-US" dirty="0"/>
            </a:br>
            <a:r>
              <a:rPr lang="en-US" sz="1600" dirty="0"/>
              <a:t>Matrix Access – Full Table Specification – Parameter Sets</a:t>
            </a:r>
          </a:p>
        </p:txBody>
      </p:sp>
      <p:sp>
        <p:nvSpPr>
          <p:cNvPr id="6" name="Textplatzhalter 5"/>
          <p:cNvSpPr>
            <a:spLocks noGrp="1"/>
          </p:cNvSpPr>
          <p:nvPr>
            <p:ph type="body" sz="quarter" idx="16"/>
          </p:nvPr>
        </p:nvSpPr>
        <p:spPr/>
        <p:txBody>
          <a:bodyPr/>
          <a:lstStyle/>
          <a:p>
            <a:r>
              <a:rPr lang="en-US" dirty="0"/>
              <a:t>Description_Table_Matrix_Access_Full.png</a:t>
            </a:r>
          </a:p>
        </p:txBody>
      </p:sp>
      <p:sp>
        <p:nvSpPr>
          <p:cNvPr id="212" name="Rechteck 211"/>
          <p:cNvSpPr/>
          <p:nvPr/>
        </p:nvSpPr>
        <p:spPr>
          <a:xfrm>
            <a:off x="395800" y="17730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3" name="Rechteck 212"/>
          <p:cNvSpPr/>
          <p:nvPr/>
        </p:nvSpPr>
        <p:spPr>
          <a:xfrm>
            <a:off x="540000" y="2133140"/>
            <a:ext cx="288020" cy="7186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4" name="Gerade Verbindung 94"/>
          <p:cNvCxnSpPr/>
          <p:nvPr/>
        </p:nvCxnSpPr>
        <p:spPr>
          <a:xfrm>
            <a:off x="395800" y="18451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Gerade Verbindung 94"/>
          <p:cNvCxnSpPr/>
          <p:nvPr/>
        </p:nvCxnSpPr>
        <p:spPr>
          <a:xfrm>
            <a:off x="828020" y="17730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Gerade Verbindung 94"/>
          <p:cNvCxnSpPr/>
          <p:nvPr/>
        </p:nvCxnSpPr>
        <p:spPr>
          <a:xfrm>
            <a:off x="540000" y="17730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p:cNvSpPr/>
          <p:nvPr/>
        </p:nvSpPr>
        <p:spPr>
          <a:xfrm>
            <a:off x="395800" y="90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Matrix Access</a:t>
            </a:r>
          </a:p>
        </p:txBody>
      </p:sp>
      <p:sp>
        <p:nvSpPr>
          <p:cNvPr id="223" name="Rechteck 222"/>
          <p:cNvSpPr/>
          <p:nvPr/>
        </p:nvSpPr>
        <p:spPr>
          <a:xfrm>
            <a:off x="395800" y="112502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Sets</a:t>
            </a:r>
          </a:p>
        </p:txBody>
      </p:sp>
      <p:sp>
        <p:nvSpPr>
          <p:cNvPr id="228" name="Rechteck 227"/>
          <p:cNvSpPr/>
          <p:nvPr/>
        </p:nvSpPr>
        <p:spPr>
          <a:xfrm>
            <a:off x="4139060" y="177377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0" name="Gerade Verbindung 94"/>
          <p:cNvCxnSpPr/>
          <p:nvPr/>
        </p:nvCxnSpPr>
        <p:spPr>
          <a:xfrm>
            <a:off x="4140000" y="1845000"/>
            <a:ext cx="1584220" cy="0"/>
          </a:xfrm>
          <a:prstGeom prst="line">
            <a:avLst/>
          </a:prstGeom>
        </p:spPr>
        <p:style>
          <a:lnRef idx="1">
            <a:schemeClr val="accent1"/>
          </a:lnRef>
          <a:fillRef idx="0">
            <a:schemeClr val="accent1"/>
          </a:fillRef>
          <a:effectRef idx="0">
            <a:schemeClr val="accent1"/>
          </a:effectRef>
          <a:fontRef idx="minor">
            <a:schemeClr val="tx1"/>
          </a:fontRef>
        </p:style>
      </p:cxnSp>
      <p:sp>
        <p:nvSpPr>
          <p:cNvPr id="238" name="Rechteck 237"/>
          <p:cNvSpPr/>
          <p:nvPr/>
        </p:nvSpPr>
        <p:spPr>
          <a:xfrm>
            <a:off x="413906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Matrix Access</a:t>
            </a:r>
          </a:p>
        </p:txBody>
      </p:sp>
      <p:sp>
        <p:nvSpPr>
          <p:cNvPr id="239" name="Rechteck 238"/>
          <p:cNvSpPr/>
          <p:nvPr/>
        </p:nvSpPr>
        <p:spPr>
          <a:xfrm>
            <a:off x="413906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Ranges</a:t>
            </a:r>
          </a:p>
        </p:txBody>
      </p:sp>
      <p:sp>
        <p:nvSpPr>
          <p:cNvPr id="270" name="Rechteck 269"/>
          <p:cNvSpPr/>
          <p:nvPr/>
        </p:nvSpPr>
        <p:spPr>
          <a:xfrm>
            <a:off x="6011580" y="909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Matrix Access</a:t>
            </a:r>
          </a:p>
        </p:txBody>
      </p:sp>
      <p:sp>
        <p:nvSpPr>
          <p:cNvPr id="272" name="Rechteck 271"/>
          <p:cNvSpPr/>
          <p:nvPr/>
        </p:nvSpPr>
        <p:spPr>
          <a:xfrm>
            <a:off x="6011580" y="112570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Undelimited Ranges</a:t>
            </a:r>
          </a:p>
        </p:txBody>
      </p:sp>
      <p:sp>
        <p:nvSpPr>
          <p:cNvPr id="54" name="Rechteck 53"/>
          <p:cNvSpPr/>
          <p:nvPr/>
        </p:nvSpPr>
        <p:spPr>
          <a:xfrm>
            <a:off x="395800" y="3285300"/>
            <a:ext cx="1584220" cy="5037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 {1,7,4}, {12, 4, 8}]</a:t>
            </a:r>
          </a:p>
          <a:p>
            <a:pPr>
              <a:lnSpc>
                <a:spcPct val="95000"/>
              </a:lnSpc>
            </a:pPr>
            <a:r>
              <a:rPr lang="en-US" sz="1000" dirty="0">
                <a:solidFill>
                  <a:schemeClr val="tx1"/>
                </a:solidFill>
              </a:rPr>
              <a:t>[ table : {City, Moving along, </a:t>
            </a:r>
          </a:p>
          <a:p>
            <a:pPr>
              <a:lnSpc>
                <a:spcPct val="95000"/>
              </a:lnSpc>
            </a:pPr>
            <a:r>
              <a:rPr lang="en-US" sz="1000" dirty="0">
                <a:solidFill>
                  <a:schemeClr val="tx1"/>
                </a:solidFill>
              </a:rPr>
              <a:t>   Famous attraction}, </a:t>
            </a:r>
          </a:p>
          <a:p>
            <a:pPr>
              <a:lnSpc>
                <a:spcPct val="95000"/>
              </a:lnSpc>
            </a:pPr>
            <a:r>
              <a:rPr lang="en-US" sz="1000" dirty="0">
                <a:solidFill>
                  <a:schemeClr val="tx1"/>
                </a:solidFill>
              </a:rPr>
              <a:t>   {-</a:t>
            </a:r>
            <a:r>
              <a:rPr lang="en-US" sz="1000" dirty="0" err="1">
                <a:solidFill>
                  <a:schemeClr val="tx1"/>
                </a:solidFill>
              </a:rPr>
              <a:t>3,Boston</a:t>
            </a:r>
            <a:r>
              <a:rPr lang="en-US" sz="1000" dirty="0">
                <a:solidFill>
                  <a:schemeClr val="tx1"/>
                </a:solidFill>
              </a:rPr>
              <a:t>,-7} ]</a:t>
            </a:r>
          </a:p>
        </p:txBody>
      </p:sp>
      <p:sp>
        <p:nvSpPr>
          <p:cNvPr id="55" name="Rechteck 54"/>
          <p:cNvSpPr/>
          <p:nvPr/>
        </p:nvSpPr>
        <p:spPr>
          <a:xfrm>
            <a:off x="4139060" y="328598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..'State/Province', 12..]</a:t>
            </a:r>
          </a:p>
          <a:p>
            <a:pPr>
              <a:lnSpc>
                <a:spcPct val="95000"/>
              </a:lnSpc>
            </a:pPr>
            <a:r>
              <a:rPr lang="en-US" sz="1000" dirty="0">
                <a:solidFill>
                  <a:schemeClr val="tx1"/>
                </a:solidFill>
              </a:rPr>
              <a:t>[ table: </a:t>
            </a:r>
            <a:r>
              <a:rPr lang="en-US" sz="1000" dirty="0" err="1">
                <a:solidFill>
                  <a:schemeClr val="tx1"/>
                </a:solidFill>
              </a:rPr>
              <a:t>1..Inhabitants</a:t>
            </a:r>
            <a:r>
              <a:rPr lang="en-US" sz="1000" dirty="0">
                <a:solidFill>
                  <a:schemeClr val="tx1"/>
                </a:solidFill>
              </a:rPr>
              <a:t>, </a:t>
            </a:r>
          </a:p>
          <a:p>
            <a:pPr>
              <a:lnSpc>
                <a:spcPct val="95000"/>
              </a:lnSpc>
            </a:pPr>
            <a:r>
              <a:rPr lang="en-US" sz="1000" dirty="0">
                <a:solidFill>
                  <a:schemeClr val="tx1"/>
                </a:solidFill>
              </a:rPr>
              <a:t>   </a:t>
            </a:r>
            <a:r>
              <a:rPr lang="en-US" sz="1000" dirty="0" err="1">
                <a:solidFill>
                  <a:schemeClr val="tx1"/>
                </a:solidFill>
              </a:rPr>
              <a:t>Boston..6</a:t>
            </a:r>
            <a:r>
              <a:rPr lang="en-US" sz="1000" dirty="0">
                <a:solidFill>
                  <a:schemeClr val="tx1"/>
                </a:solidFill>
              </a:rPr>
              <a:t>] );</a:t>
            </a:r>
          </a:p>
          <a:p>
            <a:pPr>
              <a:lnSpc>
                <a:spcPct val="95000"/>
              </a:lnSpc>
            </a:pPr>
            <a:r>
              <a:rPr lang="en-US" sz="1000" dirty="0">
                <a:solidFill>
                  <a:schemeClr val="tx1"/>
                </a:solidFill>
              </a:rPr>
              <a:t>[ table: Inhabitants .. 'Alt. (m)', ]</a:t>
            </a:r>
          </a:p>
        </p:txBody>
      </p:sp>
      <p:sp>
        <p:nvSpPr>
          <p:cNvPr id="78" name="Rechteck 77"/>
          <p:cNvSpPr/>
          <p:nvPr/>
        </p:nvSpPr>
        <p:spPr>
          <a:xfrm>
            <a:off x="2268020" y="90934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r>
              <a:rPr lang="en-US" sz="1000" b="1" dirty="0">
                <a:solidFill>
                  <a:schemeClr val="tx1"/>
                </a:solidFill>
              </a:rPr>
              <a:t>Matrix Access</a:t>
            </a:r>
          </a:p>
        </p:txBody>
      </p:sp>
      <p:sp>
        <p:nvSpPr>
          <p:cNvPr id="79" name="Rechteck 78"/>
          <p:cNvSpPr/>
          <p:nvPr/>
        </p:nvSpPr>
        <p:spPr>
          <a:xfrm>
            <a:off x="2268020" y="1125360"/>
            <a:ext cx="108000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0000"/>
              </a:lnSpc>
            </a:pPr>
            <a:r>
              <a:rPr lang="en-US" sz="1000" dirty="0">
                <a:solidFill>
                  <a:schemeClr val="tx1"/>
                </a:solidFill>
              </a:rPr>
              <a:t>Wildcards</a:t>
            </a:r>
          </a:p>
        </p:txBody>
      </p:sp>
      <p:sp>
        <p:nvSpPr>
          <p:cNvPr id="81" name="Rechteck 80"/>
          <p:cNvSpPr/>
          <p:nvPr/>
        </p:nvSpPr>
        <p:spPr>
          <a:xfrm>
            <a:off x="2267800" y="3285640"/>
            <a:ext cx="158422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 :'C*', :'*T*' ] );</a:t>
            </a:r>
          </a:p>
        </p:txBody>
      </p:sp>
      <p:sp>
        <p:nvSpPr>
          <p:cNvPr id="159" name="Rechteck 158"/>
          <p:cNvSpPr/>
          <p:nvPr/>
        </p:nvSpPr>
        <p:spPr>
          <a:xfrm>
            <a:off x="252000" y="177348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0/-15</a:t>
            </a:r>
          </a:p>
        </p:txBody>
      </p:sp>
      <p:sp>
        <p:nvSpPr>
          <p:cNvPr id="160" name="Rechteck 159"/>
          <p:cNvSpPr/>
          <p:nvPr/>
        </p:nvSpPr>
        <p:spPr>
          <a:xfrm>
            <a:off x="252000" y="213353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4/-11</a:t>
            </a:r>
          </a:p>
        </p:txBody>
      </p:sp>
      <p:sp>
        <p:nvSpPr>
          <p:cNvPr id="161" name="Rechteck 160"/>
          <p:cNvSpPr/>
          <p:nvPr/>
        </p:nvSpPr>
        <p:spPr>
          <a:xfrm>
            <a:off x="252000" y="314167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14/-1</a:t>
            </a:r>
          </a:p>
        </p:txBody>
      </p:sp>
      <p:sp>
        <p:nvSpPr>
          <p:cNvPr id="194" name="Rechteck 193"/>
          <p:cNvSpPr/>
          <p:nvPr/>
        </p:nvSpPr>
        <p:spPr>
          <a:xfrm>
            <a:off x="252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0/-8</a:t>
            </a:r>
          </a:p>
        </p:txBody>
      </p:sp>
      <p:sp>
        <p:nvSpPr>
          <p:cNvPr id="71" name="Rechteck 70">
            <a:extLst>
              <a:ext uri="{FF2B5EF4-FFF2-40B4-BE49-F238E27FC236}">
                <a16:creationId xmlns:a16="http://schemas.microsoft.com/office/drawing/2014/main" id="{B44D7697-07FC-4033-BDD5-782F55FD7A82}"/>
              </a:ext>
            </a:extLst>
          </p:cNvPr>
          <p:cNvSpPr/>
          <p:nvPr/>
        </p:nvSpPr>
        <p:spPr>
          <a:xfrm>
            <a:off x="2267798" y="177289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a:extLst>
              <a:ext uri="{FF2B5EF4-FFF2-40B4-BE49-F238E27FC236}">
                <a16:creationId xmlns:a16="http://schemas.microsoft.com/office/drawing/2014/main" id="{6EDD713C-8F52-4616-94B6-5DED0E9BE5E9}"/>
              </a:ext>
            </a:extLst>
          </p:cNvPr>
          <p:cNvSpPr/>
          <p:nvPr/>
        </p:nvSpPr>
        <p:spPr>
          <a:xfrm>
            <a:off x="2268000" y="2492940"/>
            <a:ext cx="144000" cy="72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5" name="Gerade Verbindung 94">
            <a:extLst>
              <a:ext uri="{FF2B5EF4-FFF2-40B4-BE49-F238E27FC236}">
                <a16:creationId xmlns:a16="http://schemas.microsoft.com/office/drawing/2014/main" id="{E299F31E-999E-4B6A-BE08-C6DF8CBA79D8}"/>
              </a:ext>
            </a:extLst>
          </p:cNvPr>
          <p:cNvCxnSpPr/>
          <p:nvPr/>
        </p:nvCxnSpPr>
        <p:spPr>
          <a:xfrm>
            <a:off x="2267798" y="1844900"/>
            <a:ext cx="15842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Gerade Verbindung 94">
            <a:extLst>
              <a:ext uri="{FF2B5EF4-FFF2-40B4-BE49-F238E27FC236}">
                <a16:creationId xmlns:a16="http://schemas.microsoft.com/office/drawing/2014/main" id="{13050CD7-B594-441E-9F3A-BDDF2C5614A0}"/>
              </a:ext>
            </a:extLst>
          </p:cNvPr>
          <p:cNvCxnSpPr/>
          <p:nvPr/>
        </p:nvCxnSpPr>
        <p:spPr>
          <a:xfrm>
            <a:off x="2700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Gerade Verbindung 94">
            <a:extLst>
              <a:ext uri="{FF2B5EF4-FFF2-40B4-BE49-F238E27FC236}">
                <a16:creationId xmlns:a16="http://schemas.microsoft.com/office/drawing/2014/main" id="{6CB76CFF-37B9-4562-BD68-5A6F24FAA9BC}"/>
              </a:ext>
            </a:extLst>
          </p:cNvPr>
          <p:cNvCxnSpPr/>
          <p:nvPr/>
        </p:nvCxnSpPr>
        <p:spPr>
          <a:xfrm>
            <a:off x="2412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8" name="Rechteck 87">
            <a:extLst>
              <a:ext uri="{FF2B5EF4-FFF2-40B4-BE49-F238E27FC236}">
                <a16:creationId xmlns:a16="http://schemas.microsoft.com/office/drawing/2014/main" id="{67C684D8-C2C7-47D6-846C-59D75D452257}"/>
              </a:ext>
            </a:extLst>
          </p:cNvPr>
          <p:cNvSpPr/>
          <p:nvPr/>
        </p:nvSpPr>
        <p:spPr>
          <a:xfrm>
            <a:off x="468000" y="2205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Boston</a:t>
            </a:r>
          </a:p>
        </p:txBody>
      </p:sp>
      <p:sp>
        <p:nvSpPr>
          <p:cNvPr id="92" name="Rechteck 91">
            <a:extLst>
              <a:ext uri="{FF2B5EF4-FFF2-40B4-BE49-F238E27FC236}">
                <a16:creationId xmlns:a16="http://schemas.microsoft.com/office/drawing/2014/main" id="{8D6850DD-C165-4E9F-8410-CF4658B0CFA1}"/>
              </a:ext>
            </a:extLst>
          </p:cNvPr>
          <p:cNvSpPr/>
          <p:nvPr/>
        </p:nvSpPr>
        <p:spPr>
          <a:xfrm>
            <a:off x="2484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93" name="Rechteck 92">
            <a:extLst>
              <a:ext uri="{FF2B5EF4-FFF2-40B4-BE49-F238E27FC236}">
                <a16:creationId xmlns:a16="http://schemas.microsoft.com/office/drawing/2014/main" id="{ECA6964E-083E-40C6-9B3D-F697E70E5FC1}"/>
              </a:ext>
            </a:extLst>
          </p:cNvPr>
          <p:cNvSpPr/>
          <p:nvPr/>
        </p:nvSpPr>
        <p:spPr>
          <a:xfrm>
            <a:off x="6011800" y="177302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a:extLst>
              <a:ext uri="{FF2B5EF4-FFF2-40B4-BE49-F238E27FC236}">
                <a16:creationId xmlns:a16="http://schemas.microsoft.com/office/drawing/2014/main" id="{B2D14F6B-AB47-4A1A-821D-D5527E75CCA4}"/>
              </a:ext>
            </a:extLst>
          </p:cNvPr>
          <p:cNvCxnSpPr/>
          <p:nvPr/>
        </p:nvCxnSpPr>
        <p:spPr>
          <a:xfrm>
            <a:off x="6011800" y="1845030"/>
            <a:ext cx="1584220" cy="0"/>
          </a:xfrm>
          <a:prstGeom prst="line">
            <a:avLst/>
          </a:prstGeom>
        </p:spPr>
        <p:style>
          <a:lnRef idx="1">
            <a:schemeClr val="accent1"/>
          </a:lnRef>
          <a:fillRef idx="0">
            <a:schemeClr val="accent1"/>
          </a:fillRef>
          <a:effectRef idx="0">
            <a:schemeClr val="accent1"/>
          </a:effectRef>
          <a:fontRef idx="minor">
            <a:schemeClr val="tx1"/>
          </a:fontRef>
        </p:style>
      </p:cxnSp>
      <p:sp>
        <p:nvSpPr>
          <p:cNvPr id="99" name="Rechteck 98">
            <a:extLst>
              <a:ext uri="{FF2B5EF4-FFF2-40B4-BE49-F238E27FC236}">
                <a16:creationId xmlns:a16="http://schemas.microsoft.com/office/drawing/2014/main" id="{40068BAE-E977-408D-80E1-BF0D9A7442BB}"/>
              </a:ext>
            </a:extLst>
          </p:cNvPr>
          <p:cNvSpPr/>
          <p:nvPr/>
        </p:nvSpPr>
        <p:spPr>
          <a:xfrm>
            <a:off x="6011800" y="3285000"/>
            <a:ext cx="2808200" cy="504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nSpc>
                <a:spcPct val="95000"/>
              </a:lnSpc>
            </a:pPr>
            <a:r>
              <a:rPr lang="en-US" sz="1000" dirty="0">
                <a:solidFill>
                  <a:schemeClr val="tx1"/>
                </a:solidFill>
              </a:rPr>
              <a:t>[ table : , .. ]</a:t>
            </a:r>
          </a:p>
          <a:p>
            <a:pPr>
              <a:lnSpc>
                <a:spcPct val="95000"/>
              </a:lnSpc>
            </a:pPr>
            <a:r>
              <a:rPr lang="en-US" sz="1000" dirty="0">
                <a:solidFill>
                  <a:schemeClr val="tx1"/>
                </a:solidFill>
              </a:rPr>
              <a:t>[ table : .., .. ]</a:t>
            </a:r>
          </a:p>
          <a:p>
            <a:pPr>
              <a:lnSpc>
                <a:spcPct val="95000"/>
              </a:lnSpc>
            </a:pPr>
            <a:r>
              <a:rPr lang="en-US" sz="1000" dirty="0">
                <a:solidFill>
                  <a:schemeClr val="tx1"/>
                </a:solidFill>
              </a:rPr>
              <a:t>[ table : , ]  // includes header row</a:t>
            </a:r>
          </a:p>
        </p:txBody>
      </p:sp>
      <p:sp>
        <p:nvSpPr>
          <p:cNvPr id="63" name="Rechteck 62">
            <a:extLst>
              <a:ext uri="{FF2B5EF4-FFF2-40B4-BE49-F238E27FC236}">
                <a16:creationId xmlns:a16="http://schemas.microsoft.com/office/drawing/2014/main" id="{422BC97E-E859-423E-BA44-FEB10128B0B1}"/>
              </a:ext>
            </a:extLst>
          </p:cNvPr>
          <p:cNvSpPr/>
          <p:nvPr/>
        </p:nvSpPr>
        <p:spPr>
          <a:xfrm>
            <a:off x="1188000" y="213299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4" name="Rechteck 63">
            <a:extLst>
              <a:ext uri="{FF2B5EF4-FFF2-40B4-BE49-F238E27FC236}">
                <a16:creationId xmlns:a16="http://schemas.microsoft.com/office/drawing/2014/main" id="{18389487-316E-4B45-803A-A019D98985E9}"/>
              </a:ext>
            </a:extLst>
          </p:cNvPr>
          <p:cNvSpPr/>
          <p:nvPr/>
        </p:nvSpPr>
        <p:spPr>
          <a:xfrm>
            <a:off x="900000" y="220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Freedom trail</a:t>
            </a:r>
          </a:p>
        </p:txBody>
      </p:sp>
      <p:cxnSp>
        <p:nvCxnSpPr>
          <p:cNvPr id="65" name="Gerade Verbindung 94">
            <a:extLst>
              <a:ext uri="{FF2B5EF4-FFF2-40B4-BE49-F238E27FC236}">
                <a16:creationId xmlns:a16="http://schemas.microsoft.com/office/drawing/2014/main" id="{31EC0C8B-85F6-480F-9933-86DBA39C0F74}"/>
              </a:ext>
            </a:extLst>
          </p:cNvPr>
          <p:cNvCxnSpPr/>
          <p:nvPr/>
        </p:nvCxnSpPr>
        <p:spPr>
          <a:xfrm>
            <a:off x="1188000" y="17729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Gerade Verbindung 94">
            <a:extLst>
              <a:ext uri="{FF2B5EF4-FFF2-40B4-BE49-F238E27FC236}">
                <a16:creationId xmlns:a16="http://schemas.microsoft.com/office/drawing/2014/main" id="{A3E61FB8-4C7F-4099-9DFE-BE0798D1EE3F}"/>
              </a:ext>
            </a:extLst>
          </p:cNvPr>
          <p:cNvCxnSpPr/>
          <p:nvPr/>
        </p:nvCxnSpPr>
        <p:spPr>
          <a:xfrm>
            <a:off x="1476000" y="177296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82" name="Rechteck 81">
            <a:extLst>
              <a:ext uri="{FF2B5EF4-FFF2-40B4-BE49-F238E27FC236}">
                <a16:creationId xmlns:a16="http://schemas.microsoft.com/office/drawing/2014/main" id="{A8B8204D-6807-4139-BD5E-68AACF7383AB}"/>
              </a:ext>
            </a:extLst>
          </p:cNvPr>
          <p:cNvSpPr/>
          <p:nvPr/>
        </p:nvSpPr>
        <p:spPr>
          <a:xfrm>
            <a:off x="2196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Country</a:t>
            </a:r>
          </a:p>
        </p:txBody>
      </p:sp>
      <p:sp>
        <p:nvSpPr>
          <p:cNvPr id="87" name="Rechteck 86">
            <a:extLst>
              <a:ext uri="{FF2B5EF4-FFF2-40B4-BE49-F238E27FC236}">
                <a16:creationId xmlns:a16="http://schemas.microsoft.com/office/drawing/2014/main" id="{7E7F6AF2-7B5B-4F19-B572-3F8271C6ADA3}"/>
              </a:ext>
            </a:extLst>
          </p:cNvPr>
          <p:cNvSpPr/>
          <p:nvPr/>
        </p:nvSpPr>
        <p:spPr>
          <a:xfrm>
            <a:off x="540000" y="2493000"/>
            <a:ext cx="288020" cy="7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0" name="Rechteck 89">
            <a:extLst>
              <a:ext uri="{FF2B5EF4-FFF2-40B4-BE49-F238E27FC236}">
                <a16:creationId xmlns:a16="http://schemas.microsoft.com/office/drawing/2014/main" id="{EA9B15D1-F70F-4AB2-ABC6-7D7C66E313CE}"/>
              </a:ext>
            </a:extLst>
          </p:cNvPr>
          <p:cNvSpPr/>
          <p:nvPr/>
        </p:nvSpPr>
        <p:spPr>
          <a:xfrm>
            <a:off x="252000" y="249353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8/-7</a:t>
            </a:r>
          </a:p>
        </p:txBody>
      </p:sp>
      <p:sp>
        <p:nvSpPr>
          <p:cNvPr id="107" name="Rechteck 106">
            <a:extLst>
              <a:ext uri="{FF2B5EF4-FFF2-40B4-BE49-F238E27FC236}">
                <a16:creationId xmlns:a16="http://schemas.microsoft.com/office/drawing/2014/main" id="{BF944748-D1D0-448B-B6BF-1C0D53E9D34D}"/>
              </a:ext>
            </a:extLst>
          </p:cNvPr>
          <p:cNvSpPr/>
          <p:nvPr/>
        </p:nvSpPr>
        <p:spPr>
          <a:xfrm>
            <a:off x="468000" y="2565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Venice</a:t>
            </a:r>
          </a:p>
        </p:txBody>
      </p:sp>
      <p:sp>
        <p:nvSpPr>
          <p:cNvPr id="108" name="Rechteck 107">
            <a:extLst>
              <a:ext uri="{FF2B5EF4-FFF2-40B4-BE49-F238E27FC236}">
                <a16:creationId xmlns:a16="http://schemas.microsoft.com/office/drawing/2014/main" id="{00016715-3018-46BC-BA97-920546BE3597}"/>
              </a:ext>
            </a:extLst>
          </p:cNvPr>
          <p:cNvSpPr/>
          <p:nvPr/>
        </p:nvSpPr>
        <p:spPr>
          <a:xfrm>
            <a:off x="1188000" y="249299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9" name="Rechteck 108">
            <a:extLst>
              <a:ext uri="{FF2B5EF4-FFF2-40B4-BE49-F238E27FC236}">
                <a16:creationId xmlns:a16="http://schemas.microsoft.com/office/drawing/2014/main" id="{75AF786D-D88B-4BB9-830A-CEB83178E4A6}"/>
              </a:ext>
            </a:extLst>
          </p:cNvPr>
          <p:cNvSpPr/>
          <p:nvPr/>
        </p:nvSpPr>
        <p:spPr>
          <a:xfrm>
            <a:off x="900000" y="256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Doge's Palace</a:t>
            </a:r>
          </a:p>
        </p:txBody>
      </p:sp>
      <p:sp>
        <p:nvSpPr>
          <p:cNvPr id="115" name="Rechteck 114">
            <a:extLst>
              <a:ext uri="{FF2B5EF4-FFF2-40B4-BE49-F238E27FC236}">
                <a16:creationId xmlns:a16="http://schemas.microsoft.com/office/drawing/2014/main" id="{953F5C71-BA3F-4C6B-9F22-CCF7CD5F60E2}"/>
              </a:ext>
            </a:extLst>
          </p:cNvPr>
          <p:cNvSpPr/>
          <p:nvPr/>
        </p:nvSpPr>
        <p:spPr>
          <a:xfrm>
            <a:off x="540000" y="2853000"/>
            <a:ext cx="288020" cy="7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6" name="Rechteck 115">
            <a:extLst>
              <a:ext uri="{FF2B5EF4-FFF2-40B4-BE49-F238E27FC236}">
                <a16:creationId xmlns:a16="http://schemas.microsoft.com/office/drawing/2014/main" id="{DD9D410B-CA11-4F8A-82EF-E6302FE7082C}"/>
              </a:ext>
            </a:extLst>
          </p:cNvPr>
          <p:cNvSpPr/>
          <p:nvPr/>
        </p:nvSpPr>
        <p:spPr>
          <a:xfrm>
            <a:off x="252000" y="2853530"/>
            <a:ext cx="144020" cy="7201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12/-3</a:t>
            </a:r>
          </a:p>
        </p:txBody>
      </p:sp>
      <p:sp>
        <p:nvSpPr>
          <p:cNvPr id="117" name="Rechteck 116">
            <a:extLst>
              <a:ext uri="{FF2B5EF4-FFF2-40B4-BE49-F238E27FC236}">
                <a16:creationId xmlns:a16="http://schemas.microsoft.com/office/drawing/2014/main" id="{7B1A0532-641B-432F-AC78-D26EBDE590D9}"/>
              </a:ext>
            </a:extLst>
          </p:cNvPr>
          <p:cNvSpPr/>
          <p:nvPr/>
        </p:nvSpPr>
        <p:spPr>
          <a:xfrm>
            <a:off x="468000" y="2925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Zürich</a:t>
            </a:r>
          </a:p>
        </p:txBody>
      </p:sp>
      <p:sp>
        <p:nvSpPr>
          <p:cNvPr id="118" name="Rechteck 117">
            <a:extLst>
              <a:ext uri="{FF2B5EF4-FFF2-40B4-BE49-F238E27FC236}">
                <a16:creationId xmlns:a16="http://schemas.microsoft.com/office/drawing/2014/main" id="{E3578767-720C-42B4-8B3B-618790C48958}"/>
              </a:ext>
            </a:extLst>
          </p:cNvPr>
          <p:cNvSpPr/>
          <p:nvPr/>
        </p:nvSpPr>
        <p:spPr>
          <a:xfrm>
            <a:off x="1188000" y="2852990"/>
            <a:ext cx="28800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9" name="Rechteck 118">
            <a:extLst>
              <a:ext uri="{FF2B5EF4-FFF2-40B4-BE49-F238E27FC236}">
                <a16:creationId xmlns:a16="http://schemas.microsoft.com/office/drawing/2014/main" id="{5FB81284-2653-4D9B-BB00-78BD8C499492}"/>
              </a:ext>
            </a:extLst>
          </p:cNvPr>
          <p:cNvSpPr/>
          <p:nvPr/>
        </p:nvSpPr>
        <p:spPr>
          <a:xfrm>
            <a:off x="900000" y="2925000"/>
            <a:ext cx="72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Street Parade</a:t>
            </a:r>
          </a:p>
        </p:txBody>
      </p:sp>
      <p:sp>
        <p:nvSpPr>
          <p:cNvPr id="3" name="Rechteck 2">
            <a:extLst>
              <a:ext uri="{FF2B5EF4-FFF2-40B4-BE49-F238E27FC236}">
                <a16:creationId xmlns:a16="http://schemas.microsoft.com/office/drawing/2014/main" id="{7011C260-45CE-4CFC-8530-995A0325DA9B}"/>
              </a:ext>
            </a:extLst>
          </p:cNvPr>
          <p:cNvSpPr/>
          <p:nvPr/>
        </p:nvSpPr>
        <p:spPr>
          <a:xfrm>
            <a:off x="1835980" y="213300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 name="Rechteck 3">
            <a:extLst>
              <a:ext uri="{FF2B5EF4-FFF2-40B4-BE49-F238E27FC236}">
                <a16:creationId xmlns:a16="http://schemas.microsoft.com/office/drawing/2014/main" id="{8E4C74E5-5692-4912-BCA0-1A0A2061BBB8}"/>
              </a:ext>
            </a:extLst>
          </p:cNvPr>
          <p:cNvSpPr/>
          <p:nvPr/>
        </p:nvSpPr>
        <p:spPr>
          <a:xfrm>
            <a:off x="1835980" y="249285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 name="Rechteck 6">
            <a:extLst>
              <a:ext uri="{FF2B5EF4-FFF2-40B4-BE49-F238E27FC236}">
                <a16:creationId xmlns:a16="http://schemas.microsoft.com/office/drawing/2014/main" id="{3F8FD71A-F90B-4DDF-BBA1-ACD3418FF18C}"/>
              </a:ext>
            </a:extLst>
          </p:cNvPr>
          <p:cNvSpPr/>
          <p:nvPr/>
        </p:nvSpPr>
        <p:spPr>
          <a:xfrm>
            <a:off x="1835980" y="2852850"/>
            <a:ext cx="14402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 name="Rechteck 7">
            <a:extLst>
              <a:ext uri="{FF2B5EF4-FFF2-40B4-BE49-F238E27FC236}">
                <a16:creationId xmlns:a16="http://schemas.microsoft.com/office/drawing/2014/main" id="{CF7AB2FD-67BE-4774-85F9-39994E807F05}"/>
              </a:ext>
            </a:extLst>
          </p:cNvPr>
          <p:cNvSpPr/>
          <p:nvPr/>
        </p:nvSpPr>
        <p:spPr>
          <a:xfrm>
            <a:off x="1548000" y="1917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Walking</a:t>
            </a:r>
          </a:p>
        </p:txBody>
      </p:sp>
      <p:sp>
        <p:nvSpPr>
          <p:cNvPr id="9" name="Rechteck 8">
            <a:extLst>
              <a:ext uri="{FF2B5EF4-FFF2-40B4-BE49-F238E27FC236}">
                <a16:creationId xmlns:a16="http://schemas.microsoft.com/office/drawing/2014/main" id="{35A20C4E-6BB6-42A4-9069-1CF3CB973558}"/>
              </a:ext>
            </a:extLst>
          </p:cNvPr>
          <p:cNvSpPr/>
          <p:nvPr/>
        </p:nvSpPr>
        <p:spPr>
          <a:xfrm>
            <a:off x="1548000" y="2277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Gondola</a:t>
            </a:r>
          </a:p>
        </p:txBody>
      </p:sp>
      <p:sp>
        <p:nvSpPr>
          <p:cNvPr id="10" name="Rechteck 9">
            <a:extLst>
              <a:ext uri="{FF2B5EF4-FFF2-40B4-BE49-F238E27FC236}">
                <a16:creationId xmlns:a16="http://schemas.microsoft.com/office/drawing/2014/main" id="{163BBBEF-5A24-43D9-B509-319F2D37F414}"/>
              </a:ext>
            </a:extLst>
          </p:cNvPr>
          <p:cNvSpPr/>
          <p:nvPr/>
        </p:nvSpPr>
        <p:spPr>
          <a:xfrm>
            <a:off x="1548000" y="2637000"/>
            <a:ext cx="36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lnSpc>
                <a:spcPct val="95000"/>
              </a:lnSpc>
            </a:pPr>
            <a:r>
              <a:rPr lang="en-US" sz="800" dirty="0">
                <a:solidFill>
                  <a:schemeClr val="tx1"/>
                </a:solidFill>
              </a:rPr>
              <a:t>Tram</a:t>
            </a:r>
          </a:p>
        </p:txBody>
      </p:sp>
      <p:sp>
        <p:nvSpPr>
          <p:cNvPr id="11" name="Rechteck 10">
            <a:extLst>
              <a:ext uri="{FF2B5EF4-FFF2-40B4-BE49-F238E27FC236}">
                <a16:creationId xmlns:a16="http://schemas.microsoft.com/office/drawing/2014/main" id="{5A9423C9-B3BD-4FAD-B8F0-2669F8CFFB2F}"/>
              </a:ext>
            </a:extLst>
          </p:cNvPr>
          <p:cNvSpPr/>
          <p:nvPr/>
        </p:nvSpPr>
        <p:spPr>
          <a:xfrm>
            <a:off x="1188000" y="1485000"/>
            <a:ext cx="216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18000" rIns="36000" bIns="18000" rtlCol="0" anchor="b" anchorCtr="0"/>
          <a:lstStyle/>
          <a:p>
            <a:pPr algn="ctr"/>
            <a:endParaRPr lang="en-US" sz="800" dirty="0">
              <a:solidFill>
                <a:schemeClr val="tx1"/>
              </a:solidFill>
            </a:endParaRPr>
          </a:p>
          <a:p>
            <a:pPr algn="ctr"/>
            <a:r>
              <a:rPr lang="en-US" sz="800" dirty="0">
                <a:solidFill>
                  <a:schemeClr val="tx1"/>
                </a:solidFill>
              </a:rPr>
              <a:t>4/4</a:t>
            </a:r>
          </a:p>
          <a:p>
            <a:pPr algn="ctr"/>
            <a:r>
              <a:rPr lang="en-US" sz="800" dirty="0">
                <a:solidFill>
                  <a:schemeClr val="tx1"/>
                </a:solidFill>
              </a:rPr>
              <a:t>Famous</a:t>
            </a:r>
            <a:br>
              <a:rPr lang="en-US" sz="800" dirty="0">
                <a:solidFill>
                  <a:schemeClr val="tx1"/>
                </a:solidFill>
              </a:rPr>
            </a:br>
            <a:r>
              <a:rPr lang="en-US" sz="800" dirty="0">
                <a:solidFill>
                  <a:schemeClr val="tx1"/>
                </a:solidFill>
              </a:rPr>
              <a:t>attraction</a:t>
            </a:r>
          </a:p>
        </p:txBody>
      </p:sp>
      <p:sp>
        <p:nvSpPr>
          <p:cNvPr id="141" name="Rechteck 140">
            <a:extLst>
              <a:ext uri="{FF2B5EF4-FFF2-40B4-BE49-F238E27FC236}">
                <a16:creationId xmlns:a16="http://schemas.microsoft.com/office/drawing/2014/main" id="{111852E9-11AF-4917-8D8E-E2937C3BCDED}"/>
              </a:ext>
            </a:extLst>
          </p:cNvPr>
          <p:cNvSpPr/>
          <p:nvPr/>
        </p:nvSpPr>
        <p:spPr>
          <a:xfrm>
            <a:off x="1692000" y="1485000"/>
            <a:ext cx="216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18000" rIns="36000" bIns="18000" rtlCol="0" anchor="b" anchorCtr="0"/>
          <a:lstStyle/>
          <a:p>
            <a:pPr algn="ctr"/>
            <a:r>
              <a:rPr lang="en-US" sz="800" dirty="0">
                <a:solidFill>
                  <a:schemeClr val="tx1"/>
                </a:solidFill>
              </a:rPr>
              <a:t>7/-1</a:t>
            </a:r>
          </a:p>
          <a:p>
            <a:pPr algn="ctr"/>
            <a:r>
              <a:rPr lang="en-US" sz="800" dirty="0">
                <a:solidFill>
                  <a:schemeClr val="tx1"/>
                </a:solidFill>
              </a:rPr>
              <a:t>Moving</a:t>
            </a:r>
          </a:p>
          <a:p>
            <a:pPr algn="ctr"/>
            <a:r>
              <a:rPr lang="en-US" sz="800" dirty="0">
                <a:solidFill>
                  <a:schemeClr val="tx1"/>
                </a:solidFill>
              </a:rPr>
              <a:t>along</a:t>
            </a:r>
          </a:p>
        </p:txBody>
      </p:sp>
      <p:sp>
        <p:nvSpPr>
          <p:cNvPr id="142" name="Rechteck 141">
            <a:extLst>
              <a:ext uri="{FF2B5EF4-FFF2-40B4-BE49-F238E27FC236}">
                <a16:creationId xmlns:a16="http://schemas.microsoft.com/office/drawing/2014/main" id="{20A62F8A-A0C4-4506-8F3D-077C7F783323}"/>
              </a:ext>
            </a:extLst>
          </p:cNvPr>
          <p:cNvSpPr/>
          <p:nvPr/>
        </p:nvSpPr>
        <p:spPr>
          <a:xfrm>
            <a:off x="540000" y="1485000"/>
            <a:ext cx="216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18000" rIns="36000" bIns="18000" rtlCol="0" anchor="b" anchorCtr="0"/>
          <a:lstStyle/>
          <a:p>
            <a:pPr algn="ctr"/>
            <a:r>
              <a:rPr lang="en-US" sz="800" dirty="0">
                <a:solidFill>
                  <a:schemeClr val="tx1"/>
                </a:solidFill>
              </a:rPr>
              <a:t>1/-7</a:t>
            </a:r>
          </a:p>
          <a:p>
            <a:pPr algn="ctr"/>
            <a:r>
              <a:rPr lang="en-US" sz="800" dirty="0">
                <a:solidFill>
                  <a:schemeClr val="tx1"/>
                </a:solidFill>
              </a:rPr>
              <a:t>City</a:t>
            </a:r>
          </a:p>
        </p:txBody>
      </p:sp>
      <p:sp>
        <p:nvSpPr>
          <p:cNvPr id="143" name="Rechteck 142">
            <a:extLst>
              <a:ext uri="{FF2B5EF4-FFF2-40B4-BE49-F238E27FC236}">
                <a16:creationId xmlns:a16="http://schemas.microsoft.com/office/drawing/2014/main" id="{69E93157-6E15-4A22-B53A-D81F5ED9EB7C}"/>
              </a:ext>
            </a:extLst>
          </p:cNvPr>
          <p:cNvSpPr/>
          <p:nvPr/>
        </p:nvSpPr>
        <p:spPr>
          <a:xfrm>
            <a:off x="2628000" y="2565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Venice</a:t>
            </a:r>
          </a:p>
        </p:txBody>
      </p:sp>
      <p:sp>
        <p:nvSpPr>
          <p:cNvPr id="145" name="Rechteck 144">
            <a:extLst>
              <a:ext uri="{FF2B5EF4-FFF2-40B4-BE49-F238E27FC236}">
                <a16:creationId xmlns:a16="http://schemas.microsoft.com/office/drawing/2014/main" id="{2F9A3FCC-E5AF-4EDE-89EE-FCB1D941D9D2}"/>
              </a:ext>
            </a:extLst>
          </p:cNvPr>
          <p:cNvSpPr/>
          <p:nvPr/>
        </p:nvSpPr>
        <p:spPr>
          <a:xfrm>
            <a:off x="2412000" y="249300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6" name="Rechteck 145">
            <a:extLst>
              <a:ext uri="{FF2B5EF4-FFF2-40B4-BE49-F238E27FC236}">
                <a16:creationId xmlns:a16="http://schemas.microsoft.com/office/drawing/2014/main" id="{3BE4E10E-4288-4F17-82D6-500BBFD35568}"/>
              </a:ext>
            </a:extLst>
          </p:cNvPr>
          <p:cNvSpPr/>
          <p:nvPr/>
        </p:nvSpPr>
        <p:spPr>
          <a:xfrm>
            <a:off x="2268000" y="2565000"/>
            <a:ext cx="21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ITA</a:t>
            </a:r>
          </a:p>
        </p:txBody>
      </p:sp>
      <p:sp>
        <p:nvSpPr>
          <p:cNvPr id="147" name="Rechteck 146">
            <a:extLst>
              <a:ext uri="{FF2B5EF4-FFF2-40B4-BE49-F238E27FC236}">
                <a16:creationId xmlns:a16="http://schemas.microsoft.com/office/drawing/2014/main" id="{A921F432-A159-421C-86B1-0CDEE36A9101}"/>
              </a:ext>
            </a:extLst>
          </p:cNvPr>
          <p:cNvSpPr/>
          <p:nvPr/>
        </p:nvSpPr>
        <p:spPr>
          <a:xfrm>
            <a:off x="2268000" y="2924930"/>
            <a:ext cx="144000" cy="72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8" name="Rechteck 147">
            <a:extLst>
              <a:ext uri="{FF2B5EF4-FFF2-40B4-BE49-F238E27FC236}">
                <a16:creationId xmlns:a16="http://schemas.microsoft.com/office/drawing/2014/main" id="{9B700E25-7A82-499F-B5EC-3DA4FEB1B5ED}"/>
              </a:ext>
            </a:extLst>
          </p:cNvPr>
          <p:cNvSpPr/>
          <p:nvPr/>
        </p:nvSpPr>
        <p:spPr>
          <a:xfrm>
            <a:off x="2412000" y="292499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9" name="Rechteck 148">
            <a:extLst>
              <a:ext uri="{FF2B5EF4-FFF2-40B4-BE49-F238E27FC236}">
                <a16:creationId xmlns:a16="http://schemas.microsoft.com/office/drawing/2014/main" id="{90BACD2A-9571-4589-B6FC-D267DABB7E27}"/>
              </a:ext>
            </a:extLst>
          </p:cNvPr>
          <p:cNvSpPr/>
          <p:nvPr/>
        </p:nvSpPr>
        <p:spPr>
          <a:xfrm>
            <a:off x="2628000" y="2709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Vienna</a:t>
            </a:r>
          </a:p>
        </p:txBody>
      </p:sp>
      <p:sp>
        <p:nvSpPr>
          <p:cNvPr id="150" name="Rechteck 149">
            <a:extLst>
              <a:ext uri="{FF2B5EF4-FFF2-40B4-BE49-F238E27FC236}">
                <a16:creationId xmlns:a16="http://schemas.microsoft.com/office/drawing/2014/main" id="{98C3D945-A17E-4D29-AF38-62C2A438FF67}"/>
              </a:ext>
            </a:extLst>
          </p:cNvPr>
          <p:cNvSpPr/>
          <p:nvPr/>
        </p:nvSpPr>
        <p:spPr>
          <a:xfrm>
            <a:off x="2268000" y="2709000"/>
            <a:ext cx="21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AUT</a:t>
            </a:r>
          </a:p>
        </p:txBody>
      </p:sp>
      <p:sp>
        <p:nvSpPr>
          <p:cNvPr id="151" name="Rechteck 150">
            <a:extLst>
              <a:ext uri="{FF2B5EF4-FFF2-40B4-BE49-F238E27FC236}">
                <a16:creationId xmlns:a16="http://schemas.microsoft.com/office/drawing/2014/main" id="{D2A37FBC-F35B-483F-9C21-1B94068AB16F}"/>
              </a:ext>
            </a:extLst>
          </p:cNvPr>
          <p:cNvSpPr/>
          <p:nvPr/>
        </p:nvSpPr>
        <p:spPr>
          <a:xfrm>
            <a:off x="2268000" y="2853000"/>
            <a:ext cx="144000" cy="72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2" name="Rechteck 151">
            <a:extLst>
              <a:ext uri="{FF2B5EF4-FFF2-40B4-BE49-F238E27FC236}">
                <a16:creationId xmlns:a16="http://schemas.microsoft.com/office/drawing/2014/main" id="{C03D292F-738D-41AE-B417-679630C4DF05}"/>
              </a:ext>
            </a:extLst>
          </p:cNvPr>
          <p:cNvSpPr/>
          <p:nvPr/>
        </p:nvSpPr>
        <p:spPr>
          <a:xfrm>
            <a:off x="2412000" y="285306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3" name="Rechteck 152">
            <a:extLst>
              <a:ext uri="{FF2B5EF4-FFF2-40B4-BE49-F238E27FC236}">
                <a16:creationId xmlns:a16="http://schemas.microsoft.com/office/drawing/2014/main" id="{E5E27AD1-51AF-456C-8362-AB8D821E5C9F}"/>
              </a:ext>
            </a:extLst>
          </p:cNvPr>
          <p:cNvSpPr/>
          <p:nvPr/>
        </p:nvSpPr>
        <p:spPr>
          <a:xfrm>
            <a:off x="2628000" y="2997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Bangkok</a:t>
            </a:r>
          </a:p>
        </p:txBody>
      </p:sp>
      <p:sp>
        <p:nvSpPr>
          <p:cNvPr id="154" name="Rechteck 153">
            <a:extLst>
              <a:ext uri="{FF2B5EF4-FFF2-40B4-BE49-F238E27FC236}">
                <a16:creationId xmlns:a16="http://schemas.microsoft.com/office/drawing/2014/main" id="{B0A4C36A-E8F3-4B83-B963-CFBA4CBF747A}"/>
              </a:ext>
            </a:extLst>
          </p:cNvPr>
          <p:cNvSpPr/>
          <p:nvPr/>
        </p:nvSpPr>
        <p:spPr>
          <a:xfrm>
            <a:off x="2268000" y="2997000"/>
            <a:ext cx="21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err="1">
                <a:solidFill>
                  <a:schemeClr val="tx1"/>
                </a:solidFill>
              </a:rPr>
              <a:t>THA</a:t>
            </a:r>
            <a:endParaRPr lang="en-US" sz="800" dirty="0">
              <a:solidFill>
                <a:schemeClr val="tx1"/>
              </a:solidFill>
            </a:endParaRPr>
          </a:p>
        </p:txBody>
      </p:sp>
      <p:cxnSp>
        <p:nvCxnSpPr>
          <p:cNvPr id="155" name="Gerade Verbindung 94">
            <a:extLst>
              <a:ext uri="{FF2B5EF4-FFF2-40B4-BE49-F238E27FC236}">
                <a16:creationId xmlns:a16="http://schemas.microsoft.com/office/drawing/2014/main" id="{1EF80AA1-7552-4B15-AEBD-7480FC913B7B}"/>
              </a:ext>
            </a:extLst>
          </p:cNvPr>
          <p:cNvCxnSpPr/>
          <p:nvPr/>
        </p:nvCxnSpPr>
        <p:spPr>
          <a:xfrm>
            <a:off x="1836000" y="177300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Gerade Verbindung 94">
            <a:extLst>
              <a:ext uri="{FF2B5EF4-FFF2-40B4-BE49-F238E27FC236}">
                <a16:creationId xmlns:a16="http://schemas.microsoft.com/office/drawing/2014/main" id="{5EFEA6A6-C021-43D0-ABBE-A97F7F34E24F}"/>
              </a:ext>
            </a:extLst>
          </p:cNvPr>
          <p:cNvCxnSpPr/>
          <p:nvPr/>
        </p:nvCxnSpPr>
        <p:spPr>
          <a:xfrm>
            <a:off x="4572020" y="1772890"/>
            <a:ext cx="0" cy="7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7" name="Gerade Verbindung 94">
            <a:extLst>
              <a:ext uri="{FF2B5EF4-FFF2-40B4-BE49-F238E27FC236}">
                <a16:creationId xmlns:a16="http://schemas.microsoft.com/office/drawing/2014/main" id="{5A8124A7-ED9B-41FA-BFF7-2B452D7BDF39}"/>
              </a:ext>
            </a:extLst>
          </p:cNvPr>
          <p:cNvCxnSpPr/>
          <p:nvPr/>
        </p:nvCxnSpPr>
        <p:spPr>
          <a:xfrm>
            <a:off x="4284000" y="177289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58" name="Rechteck 157">
            <a:extLst>
              <a:ext uri="{FF2B5EF4-FFF2-40B4-BE49-F238E27FC236}">
                <a16:creationId xmlns:a16="http://schemas.microsoft.com/office/drawing/2014/main" id="{998BCDA0-F84E-4B45-A8BE-A0EC2ABAF003}"/>
              </a:ext>
            </a:extLst>
          </p:cNvPr>
          <p:cNvSpPr/>
          <p:nvPr/>
        </p:nvSpPr>
        <p:spPr>
          <a:xfrm>
            <a:off x="4428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City</a:t>
            </a:r>
          </a:p>
        </p:txBody>
      </p:sp>
      <p:sp>
        <p:nvSpPr>
          <p:cNvPr id="162" name="Rechteck 161">
            <a:extLst>
              <a:ext uri="{FF2B5EF4-FFF2-40B4-BE49-F238E27FC236}">
                <a16:creationId xmlns:a16="http://schemas.microsoft.com/office/drawing/2014/main" id="{F96D71AD-8946-4486-A2FB-B845F307A7D7}"/>
              </a:ext>
            </a:extLst>
          </p:cNvPr>
          <p:cNvSpPr/>
          <p:nvPr/>
        </p:nvSpPr>
        <p:spPr>
          <a:xfrm>
            <a:off x="4140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Country</a:t>
            </a:r>
          </a:p>
        </p:txBody>
      </p:sp>
      <p:cxnSp>
        <p:nvCxnSpPr>
          <p:cNvPr id="163" name="Gerade Verbindung 94">
            <a:extLst>
              <a:ext uri="{FF2B5EF4-FFF2-40B4-BE49-F238E27FC236}">
                <a16:creationId xmlns:a16="http://schemas.microsoft.com/office/drawing/2014/main" id="{42D46F15-F171-4D0F-8E1F-C7C827C3D6E1}"/>
              </a:ext>
            </a:extLst>
          </p:cNvPr>
          <p:cNvCxnSpPr/>
          <p:nvPr/>
        </p:nvCxnSpPr>
        <p:spPr>
          <a:xfrm>
            <a:off x="4716000"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64" name="Rechteck 163">
            <a:extLst>
              <a:ext uri="{FF2B5EF4-FFF2-40B4-BE49-F238E27FC236}">
                <a16:creationId xmlns:a16="http://schemas.microsoft.com/office/drawing/2014/main" id="{96EECC82-E343-4468-84AB-9C7BBB7E23BC}"/>
              </a:ext>
            </a:extLst>
          </p:cNvPr>
          <p:cNvSpPr/>
          <p:nvPr/>
        </p:nvSpPr>
        <p:spPr>
          <a:xfrm>
            <a:off x="4572000" y="1341000"/>
            <a:ext cx="216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18000" rIns="36000" bIns="18000" rtlCol="0" anchor="b" anchorCtr="0"/>
          <a:lstStyle/>
          <a:p>
            <a:pPr algn="ctr"/>
            <a:r>
              <a:rPr lang="en-US" sz="800" dirty="0">
                <a:solidFill>
                  <a:schemeClr val="tx1"/>
                </a:solidFill>
              </a:rPr>
              <a:t>State/</a:t>
            </a:r>
            <a:br>
              <a:rPr lang="en-US" sz="800" dirty="0">
                <a:solidFill>
                  <a:schemeClr val="tx1"/>
                </a:solidFill>
              </a:rPr>
            </a:br>
            <a:r>
              <a:rPr lang="en-US" sz="800" dirty="0">
                <a:solidFill>
                  <a:schemeClr val="tx1"/>
                </a:solidFill>
              </a:rPr>
              <a:t>Province</a:t>
            </a:r>
          </a:p>
        </p:txBody>
      </p:sp>
      <p:sp>
        <p:nvSpPr>
          <p:cNvPr id="165" name="Rechteck 164">
            <a:extLst>
              <a:ext uri="{FF2B5EF4-FFF2-40B4-BE49-F238E27FC236}">
                <a16:creationId xmlns:a16="http://schemas.microsoft.com/office/drawing/2014/main" id="{82DBD61F-8DBA-4FAF-AC10-86BE1ED30324}"/>
              </a:ext>
            </a:extLst>
          </p:cNvPr>
          <p:cNvSpPr/>
          <p:nvPr/>
        </p:nvSpPr>
        <p:spPr>
          <a:xfrm>
            <a:off x="4140000" y="3141010"/>
            <a:ext cx="144000" cy="720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6" name="Rechteck 165">
            <a:extLst>
              <a:ext uri="{FF2B5EF4-FFF2-40B4-BE49-F238E27FC236}">
                <a16:creationId xmlns:a16="http://schemas.microsoft.com/office/drawing/2014/main" id="{5BFA0279-CA5A-4474-82FD-9FE43EA7A4E1}"/>
              </a:ext>
            </a:extLst>
          </p:cNvPr>
          <p:cNvSpPr/>
          <p:nvPr/>
        </p:nvSpPr>
        <p:spPr>
          <a:xfrm>
            <a:off x="4283980" y="314100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7" name="Rechteck 166">
            <a:extLst>
              <a:ext uri="{FF2B5EF4-FFF2-40B4-BE49-F238E27FC236}">
                <a16:creationId xmlns:a16="http://schemas.microsoft.com/office/drawing/2014/main" id="{61A6D35C-1B7C-4688-9EB7-108DEBD563A8}"/>
              </a:ext>
            </a:extLst>
          </p:cNvPr>
          <p:cNvSpPr/>
          <p:nvPr/>
        </p:nvSpPr>
        <p:spPr>
          <a:xfrm>
            <a:off x="4140000" y="3069000"/>
            <a:ext cx="144000" cy="720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8" name="Rechteck 167">
            <a:extLst>
              <a:ext uri="{FF2B5EF4-FFF2-40B4-BE49-F238E27FC236}">
                <a16:creationId xmlns:a16="http://schemas.microsoft.com/office/drawing/2014/main" id="{5149C8AF-2D23-429B-9F30-54B8F50E9DDB}"/>
              </a:ext>
            </a:extLst>
          </p:cNvPr>
          <p:cNvSpPr/>
          <p:nvPr/>
        </p:nvSpPr>
        <p:spPr>
          <a:xfrm>
            <a:off x="4283980" y="306899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9" name="Rechteck 168">
            <a:extLst>
              <a:ext uri="{FF2B5EF4-FFF2-40B4-BE49-F238E27FC236}">
                <a16:creationId xmlns:a16="http://schemas.microsoft.com/office/drawing/2014/main" id="{B45E4A85-4484-4AD7-A7A7-5DACAD1545DF}"/>
              </a:ext>
            </a:extLst>
          </p:cNvPr>
          <p:cNvSpPr/>
          <p:nvPr/>
        </p:nvSpPr>
        <p:spPr>
          <a:xfrm>
            <a:off x="4140000" y="2997000"/>
            <a:ext cx="144000" cy="720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0" name="Rechteck 169">
            <a:extLst>
              <a:ext uri="{FF2B5EF4-FFF2-40B4-BE49-F238E27FC236}">
                <a16:creationId xmlns:a16="http://schemas.microsoft.com/office/drawing/2014/main" id="{B8A164BC-7F60-43EA-A451-E0BF13B38F89}"/>
              </a:ext>
            </a:extLst>
          </p:cNvPr>
          <p:cNvSpPr/>
          <p:nvPr/>
        </p:nvSpPr>
        <p:spPr>
          <a:xfrm>
            <a:off x="4283980" y="299699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1" name="Rechteck 170">
            <a:extLst>
              <a:ext uri="{FF2B5EF4-FFF2-40B4-BE49-F238E27FC236}">
                <a16:creationId xmlns:a16="http://schemas.microsoft.com/office/drawing/2014/main" id="{9D886BC5-31B3-4F59-92C2-663FD87BB04E}"/>
              </a:ext>
            </a:extLst>
          </p:cNvPr>
          <p:cNvSpPr/>
          <p:nvPr/>
        </p:nvSpPr>
        <p:spPr>
          <a:xfrm>
            <a:off x="4284000" y="227699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2" name="Rechteck 171">
            <a:extLst>
              <a:ext uri="{FF2B5EF4-FFF2-40B4-BE49-F238E27FC236}">
                <a16:creationId xmlns:a16="http://schemas.microsoft.com/office/drawing/2014/main" id="{5219957C-1DFE-4A72-AC78-538BC70D09B9}"/>
              </a:ext>
            </a:extLst>
          </p:cNvPr>
          <p:cNvSpPr/>
          <p:nvPr/>
        </p:nvSpPr>
        <p:spPr>
          <a:xfrm>
            <a:off x="4284000" y="220498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3" name="Rechteck 172">
            <a:extLst>
              <a:ext uri="{FF2B5EF4-FFF2-40B4-BE49-F238E27FC236}">
                <a16:creationId xmlns:a16="http://schemas.microsoft.com/office/drawing/2014/main" id="{1957F7D2-79E4-4B6A-9B01-0B9C0800A22C}"/>
              </a:ext>
            </a:extLst>
          </p:cNvPr>
          <p:cNvSpPr/>
          <p:nvPr/>
        </p:nvSpPr>
        <p:spPr>
          <a:xfrm>
            <a:off x="4284000" y="2132980"/>
            <a:ext cx="288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5" name="Rechteck 174">
            <a:extLst>
              <a:ext uri="{FF2B5EF4-FFF2-40B4-BE49-F238E27FC236}">
                <a16:creationId xmlns:a16="http://schemas.microsoft.com/office/drawing/2014/main" id="{0C805F3A-B7D9-418E-8BC5-CBA3F5B3C84D}"/>
              </a:ext>
            </a:extLst>
          </p:cNvPr>
          <p:cNvSpPr/>
          <p:nvPr/>
        </p:nvSpPr>
        <p:spPr>
          <a:xfrm>
            <a:off x="4572000" y="2276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7" name="Rechteck 176">
            <a:extLst>
              <a:ext uri="{FF2B5EF4-FFF2-40B4-BE49-F238E27FC236}">
                <a16:creationId xmlns:a16="http://schemas.microsoft.com/office/drawing/2014/main" id="{2831A858-DBF9-49A8-90DB-C04D057608D0}"/>
              </a:ext>
            </a:extLst>
          </p:cNvPr>
          <p:cNvSpPr/>
          <p:nvPr/>
        </p:nvSpPr>
        <p:spPr>
          <a:xfrm>
            <a:off x="4572000" y="2204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9" name="Rechteck 178">
            <a:extLst>
              <a:ext uri="{FF2B5EF4-FFF2-40B4-BE49-F238E27FC236}">
                <a16:creationId xmlns:a16="http://schemas.microsoft.com/office/drawing/2014/main" id="{45351750-AA90-446B-A6A0-4A892C41E032}"/>
              </a:ext>
            </a:extLst>
          </p:cNvPr>
          <p:cNvSpPr/>
          <p:nvPr/>
        </p:nvSpPr>
        <p:spPr>
          <a:xfrm>
            <a:off x="4572000" y="213297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0" name="Rechteck 179">
            <a:extLst>
              <a:ext uri="{FF2B5EF4-FFF2-40B4-BE49-F238E27FC236}">
                <a16:creationId xmlns:a16="http://schemas.microsoft.com/office/drawing/2014/main" id="{498512E8-F2EE-4D9B-B52C-8E6D8EADC7C5}"/>
              </a:ext>
            </a:extLst>
          </p:cNvPr>
          <p:cNvSpPr/>
          <p:nvPr/>
        </p:nvSpPr>
        <p:spPr>
          <a:xfrm>
            <a:off x="4716000" y="227699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1" name="Rechteck 180">
            <a:extLst>
              <a:ext uri="{FF2B5EF4-FFF2-40B4-BE49-F238E27FC236}">
                <a16:creationId xmlns:a16="http://schemas.microsoft.com/office/drawing/2014/main" id="{ADCE9F79-0373-4FD9-B36E-8DD0F3A8157A}"/>
              </a:ext>
            </a:extLst>
          </p:cNvPr>
          <p:cNvSpPr/>
          <p:nvPr/>
        </p:nvSpPr>
        <p:spPr>
          <a:xfrm>
            <a:off x="4716000" y="2204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2" name="Rechteck 181">
            <a:extLst>
              <a:ext uri="{FF2B5EF4-FFF2-40B4-BE49-F238E27FC236}">
                <a16:creationId xmlns:a16="http://schemas.microsoft.com/office/drawing/2014/main" id="{20788141-6AC5-48C8-B5AE-6A40A351A9C6}"/>
              </a:ext>
            </a:extLst>
          </p:cNvPr>
          <p:cNvSpPr/>
          <p:nvPr/>
        </p:nvSpPr>
        <p:spPr>
          <a:xfrm>
            <a:off x="4716000" y="2132980"/>
            <a:ext cx="144020"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3" name="Rechteck 182">
            <a:extLst>
              <a:ext uri="{FF2B5EF4-FFF2-40B4-BE49-F238E27FC236}">
                <a16:creationId xmlns:a16="http://schemas.microsoft.com/office/drawing/2014/main" id="{D7D64DD9-E1B3-48A2-8E5E-0C9DB27F2DE5}"/>
              </a:ext>
            </a:extLst>
          </p:cNvPr>
          <p:cNvSpPr/>
          <p:nvPr/>
        </p:nvSpPr>
        <p:spPr>
          <a:xfrm>
            <a:off x="471600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err="1">
                <a:solidFill>
                  <a:schemeClr val="tx1"/>
                </a:solidFill>
              </a:rPr>
              <a:t>Inhab</a:t>
            </a:r>
            <a:r>
              <a:rPr lang="en-US" sz="800" dirty="0">
                <a:solidFill>
                  <a:schemeClr val="tx1"/>
                </a:solidFill>
              </a:rPr>
              <a:t>.</a:t>
            </a:r>
          </a:p>
        </p:txBody>
      </p:sp>
      <p:cxnSp>
        <p:nvCxnSpPr>
          <p:cNvPr id="184" name="Gerade Verbindung 94">
            <a:extLst>
              <a:ext uri="{FF2B5EF4-FFF2-40B4-BE49-F238E27FC236}">
                <a16:creationId xmlns:a16="http://schemas.microsoft.com/office/drawing/2014/main" id="{E561B877-EBC1-48B4-883D-9DA603F8D282}"/>
              </a:ext>
            </a:extLst>
          </p:cNvPr>
          <p:cNvCxnSpPr/>
          <p:nvPr/>
        </p:nvCxnSpPr>
        <p:spPr>
          <a:xfrm>
            <a:off x="4860000"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85" name="Rechteck 184">
            <a:extLst>
              <a:ext uri="{FF2B5EF4-FFF2-40B4-BE49-F238E27FC236}">
                <a16:creationId xmlns:a16="http://schemas.microsoft.com/office/drawing/2014/main" id="{3E6FA744-CE8F-469A-9F6C-52789161A1D2}"/>
              </a:ext>
            </a:extLst>
          </p:cNvPr>
          <p:cNvSpPr/>
          <p:nvPr/>
        </p:nvSpPr>
        <p:spPr>
          <a:xfrm>
            <a:off x="4212000" y="1989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Boston</a:t>
            </a:r>
          </a:p>
        </p:txBody>
      </p:sp>
      <p:sp>
        <p:nvSpPr>
          <p:cNvPr id="186" name="Rechteck 185">
            <a:extLst>
              <a:ext uri="{FF2B5EF4-FFF2-40B4-BE49-F238E27FC236}">
                <a16:creationId xmlns:a16="http://schemas.microsoft.com/office/drawing/2014/main" id="{53299677-3D1C-430A-83DE-83AE2EF706D8}"/>
              </a:ext>
            </a:extLst>
          </p:cNvPr>
          <p:cNvSpPr/>
          <p:nvPr/>
        </p:nvSpPr>
        <p:spPr>
          <a:xfrm>
            <a:off x="4212000" y="2349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5000"/>
              </a:lnSpc>
            </a:pPr>
            <a:r>
              <a:rPr lang="en-US" sz="800" dirty="0">
                <a:solidFill>
                  <a:schemeClr val="tx1"/>
                </a:solidFill>
              </a:rPr>
              <a:t>Montréal</a:t>
            </a:r>
          </a:p>
        </p:txBody>
      </p:sp>
      <p:sp>
        <p:nvSpPr>
          <p:cNvPr id="188" name="Rechteck 187">
            <a:extLst>
              <a:ext uri="{FF2B5EF4-FFF2-40B4-BE49-F238E27FC236}">
                <a16:creationId xmlns:a16="http://schemas.microsoft.com/office/drawing/2014/main" id="{CA302A4C-9812-46FB-BCF9-5EDB131BD812}"/>
              </a:ext>
            </a:extLst>
          </p:cNvPr>
          <p:cNvSpPr/>
          <p:nvPr/>
        </p:nvSpPr>
        <p:spPr>
          <a:xfrm>
            <a:off x="5148130" y="1629000"/>
            <a:ext cx="14387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Alt. (m)</a:t>
            </a:r>
          </a:p>
        </p:txBody>
      </p:sp>
      <p:cxnSp>
        <p:nvCxnSpPr>
          <p:cNvPr id="13" name="Gerader Verbinder 12">
            <a:extLst>
              <a:ext uri="{FF2B5EF4-FFF2-40B4-BE49-F238E27FC236}">
                <a16:creationId xmlns:a16="http://schemas.microsoft.com/office/drawing/2014/main" id="{BFA3BAC2-EA29-4B63-B72C-2D1756A3CEE2}"/>
              </a:ext>
            </a:extLst>
          </p:cNvPr>
          <p:cNvCxnSpPr>
            <a:cxnSpLocks/>
          </p:cNvCxnSpPr>
          <p:nvPr/>
        </p:nvCxnSpPr>
        <p:spPr>
          <a:xfrm>
            <a:off x="4860000" y="1845000"/>
            <a:ext cx="0" cy="136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Gerader Verbinder 188">
            <a:extLst>
              <a:ext uri="{FF2B5EF4-FFF2-40B4-BE49-F238E27FC236}">
                <a16:creationId xmlns:a16="http://schemas.microsoft.com/office/drawing/2014/main" id="{8195312C-0694-41DD-9317-671730A972E8}"/>
              </a:ext>
            </a:extLst>
          </p:cNvPr>
          <p:cNvCxnSpPr>
            <a:cxnSpLocks/>
          </p:cNvCxnSpPr>
          <p:nvPr/>
        </p:nvCxnSpPr>
        <p:spPr>
          <a:xfrm>
            <a:off x="5220000" y="1845000"/>
            <a:ext cx="0" cy="136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Gerade Verbindung 94">
            <a:extLst>
              <a:ext uri="{FF2B5EF4-FFF2-40B4-BE49-F238E27FC236}">
                <a16:creationId xmlns:a16="http://schemas.microsoft.com/office/drawing/2014/main" id="{5A45DC25-B743-4D78-9DD9-DFE05752BE02}"/>
              </a:ext>
            </a:extLst>
          </p:cNvPr>
          <p:cNvCxnSpPr/>
          <p:nvPr/>
        </p:nvCxnSpPr>
        <p:spPr>
          <a:xfrm>
            <a:off x="5220000" y="1773000"/>
            <a:ext cx="0" cy="72010"/>
          </a:xfrm>
          <a:prstGeom prst="line">
            <a:avLst/>
          </a:prstGeom>
        </p:spPr>
        <p:style>
          <a:lnRef idx="1">
            <a:schemeClr val="accent1"/>
          </a:lnRef>
          <a:fillRef idx="0">
            <a:schemeClr val="accent1"/>
          </a:fillRef>
          <a:effectRef idx="0">
            <a:schemeClr val="accent1"/>
          </a:effectRef>
          <a:fontRef idx="minor">
            <a:schemeClr val="tx1"/>
          </a:fontRef>
        </p:style>
      </p:cxnSp>
      <p:sp>
        <p:nvSpPr>
          <p:cNvPr id="191" name="Rechteck 190">
            <a:extLst>
              <a:ext uri="{FF2B5EF4-FFF2-40B4-BE49-F238E27FC236}">
                <a16:creationId xmlns:a16="http://schemas.microsoft.com/office/drawing/2014/main" id="{2F6F4912-E144-4E62-8EBE-9FD52E2CD542}"/>
              </a:ext>
            </a:extLst>
          </p:cNvPr>
          <p:cNvSpPr/>
          <p:nvPr/>
        </p:nvSpPr>
        <p:spPr>
          <a:xfrm>
            <a:off x="6012000" y="1845000"/>
            <a:ext cx="1584000" cy="1368000"/>
          </a:xfrm>
          <a:prstGeom prst="rect">
            <a:avLst/>
          </a:prstGeom>
          <a:solidFill>
            <a:srgbClr val="DDFFD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Tree>
    <p:extLst>
      <p:ext uri="{BB962C8B-B14F-4D97-AF65-F5344CB8AC3E}">
        <p14:creationId xmlns:p14="http://schemas.microsoft.com/office/powerpoint/2010/main" val="23291615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Rechteck 226">
            <a:extLst>
              <a:ext uri="{FF2B5EF4-FFF2-40B4-BE49-F238E27FC236}">
                <a16:creationId xmlns:a16="http://schemas.microsoft.com/office/drawing/2014/main" id="{79322FA6-C068-44D3-95C2-34F1AD4E1812}"/>
              </a:ext>
            </a:extLst>
          </p:cNvPr>
          <p:cNvSpPr/>
          <p:nvPr/>
        </p:nvSpPr>
        <p:spPr>
          <a:xfrm>
            <a:off x="612000" y="1557000"/>
            <a:ext cx="1584000" cy="144000"/>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Accessing Tables</a:t>
            </a:r>
            <a:br>
              <a:rPr lang="en-US" dirty="0"/>
            </a:br>
            <a:r>
              <a:rPr lang="en-US" sz="1600" dirty="0"/>
              <a:t>Nested Partial Table Specifications</a:t>
            </a:r>
          </a:p>
        </p:txBody>
      </p:sp>
      <p:sp>
        <p:nvSpPr>
          <p:cNvPr id="6" name="Textplatzhalter 5"/>
          <p:cNvSpPr>
            <a:spLocks noGrp="1"/>
          </p:cNvSpPr>
          <p:nvPr>
            <p:ph type="body" sz="quarter" idx="16"/>
          </p:nvPr>
        </p:nvSpPr>
        <p:spPr/>
        <p:txBody>
          <a:bodyPr/>
          <a:lstStyle/>
          <a:p>
            <a:endParaRPr lang="en-US" dirty="0"/>
          </a:p>
        </p:txBody>
      </p:sp>
      <p:sp>
        <p:nvSpPr>
          <p:cNvPr id="218" name="Rechteck 217">
            <a:extLst>
              <a:ext uri="{FF2B5EF4-FFF2-40B4-BE49-F238E27FC236}">
                <a16:creationId xmlns:a16="http://schemas.microsoft.com/office/drawing/2014/main" id="{2743CDF9-3743-4377-9083-A9EBC3CE6164}"/>
              </a:ext>
            </a:extLst>
          </p:cNvPr>
          <p:cNvSpPr/>
          <p:nvPr/>
        </p:nvSpPr>
        <p:spPr>
          <a:xfrm>
            <a:off x="612000" y="112500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9" name="Gerade Verbindung 94">
            <a:extLst>
              <a:ext uri="{FF2B5EF4-FFF2-40B4-BE49-F238E27FC236}">
                <a16:creationId xmlns:a16="http://schemas.microsoft.com/office/drawing/2014/main" id="{AA2269FD-3675-494A-9C14-804A4A24ECF5}"/>
              </a:ext>
            </a:extLst>
          </p:cNvPr>
          <p:cNvCxnSpPr/>
          <p:nvPr/>
        </p:nvCxnSpPr>
        <p:spPr>
          <a:xfrm>
            <a:off x="612000" y="1269000"/>
            <a:ext cx="1584220" cy="0"/>
          </a:xfrm>
          <a:prstGeom prst="line">
            <a:avLst/>
          </a:prstGeom>
        </p:spPr>
        <p:style>
          <a:lnRef idx="1">
            <a:schemeClr val="accent1"/>
          </a:lnRef>
          <a:fillRef idx="0">
            <a:schemeClr val="accent1"/>
          </a:fillRef>
          <a:effectRef idx="0">
            <a:schemeClr val="accent1"/>
          </a:effectRef>
          <a:fontRef idx="minor">
            <a:schemeClr val="tx1"/>
          </a:fontRef>
        </p:style>
      </p:cxnSp>
      <p:sp>
        <p:nvSpPr>
          <p:cNvPr id="220" name="Rechteck 219">
            <a:extLst>
              <a:ext uri="{FF2B5EF4-FFF2-40B4-BE49-F238E27FC236}">
                <a16:creationId xmlns:a16="http://schemas.microsoft.com/office/drawing/2014/main" id="{7741CC60-AEE3-4976-A21D-4A0C78373F1F}"/>
              </a:ext>
            </a:extLst>
          </p:cNvPr>
          <p:cNvSpPr/>
          <p:nvPr/>
        </p:nvSpPr>
        <p:spPr>
          <a:xfrm>
            <a:off x="1116000" y="1125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Name</a:t>
            </a:r>
          </a:p>
        </p:txBody>
      </p:sp>
      <p:cxnSp>
        <p:nvCxnSpPr>
          <p:cNvPr id="221" name="Gerade Verbindung 94">
            <a:extLst>
              <a:ext uri="{FF2B5EF4-FFF2-40B4-BE49-F238E27FC236}">
                <a16:creationId xmlns:a16="http://schemas.microsoft.com/office/drawing/2014/main" id="{11A1B198-9E59-4F34-85B5-29E43C8259CC}"/>
              </a:ext>
            </a:extLst>
          </p:cNvPr>
          <p:cNvCxnSpPr>
            <a:cxnSpLocks/>
          </p:cNvCxnSpPr>
          <p:nvPr/>
        </p:nvCxnSpPr>
        <p:spPr>
          <a:xfrm>
            <a:off x="1116000" y="1125000"/>
            <a:ext cx="0" cy="14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4" name="Gerade Verbindung 94">
            <a:extLst>
              <a:ext uri="{FF2B5EF4-FFF2-40B4-BE49-F238E27FC236}">
                <a16:creationId xmlns:a16="http://schemas.microsoft.com/office/drawing/2014/main" id="{2AF22726-F3C5-4C6D-A8D5-6078DD6CB176}"/>
              </a:ext>
            </a:extLst>
          </p:cNvPr>
          <p:cNvCxnSpPr>
            <a:cxnSpLocks/>
          </p:cNvCxnSpPr>
          <p:nvPr/>
        </p:nvCxnSpPr>
        <p:spPr>
          <a:xfrm>
            <a:off x="1476000" y="1125000"/>
            <a:ext cx="0" cy="144000"/>
          </a:xfrm>
          <a:prstGeom prst="line">
            <a:avLst/>
          </a:prstGeom>
        </p:spPr>
        <p:style>
          <a:lnRef idx="1">
            <a:schemeClr val="accent1"/>
          </a:lnRef>
          <a:fillRef idx="0">
            <a:schemeClr val="accent1"/>
          </a:fillRef>
          <a:effectRef idx="0">
            <a:schemeClr val="accent1"/>
          </a:effectRef>
          <a:fontRef idx="minor">
            <a:schemeClr val="tx1"/>
          </a:fontRef>
        </p:style>
      </p:cxnSp>
      <p:sp>
        <p:nvSpPr>
          <p:cNvPr id="225" name="Rechteck 224">
            <a:extLst>
              <a:ext uri="{FF2B5EF4-FFF2-40B4-BE49-F238E27FC236}">
                <a16:creationId xmlns:a16="http://schemas.microsoft.com/office/drawing/2014/main" id="{615E0C81-37C6-42DD-B563-19B249406534}"/>
              </a:ext>
            </a:extLst>
          </p:cNvPr>
          <p:cNvSpPr/>
          <p:nvPr/>
        </p:nvSpPr>
        <p:spPr>
          <a:xfrm>
            <a:off x="1116000" y="1557000"/>
            <a:ext cx="360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Abel</a:t>
            </a:r>
          </a:p>
        </p:txBody>
      </p:sp>
      <p:sp>
        <p:nvSpPr>
          <p:cNvPr id="232" name="Rechteck 231">
            <a:extLst>
              <a:ext uri="{FF2B5EF4-FFF2-40B4-BE49-F238E27FC236}">
                <a16:creationId xmlns:a16="http://schemas.microsoft.com/office/drawing/2014/main" id="{7C276195-FC44-49FF-8CE4-6B525F5068E7}"/>
              </a:ext>
            </a:extLst>
          </p:cNvPr>
          <p:cNvSpPr/>
          <p:nvPr/>
        </p:nvSpPr>
        <p:spPr>
          <a:xfrm>
            <a:off x="396000" y="1557000"/>
            <a:ext cx="21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3</a:t>
            </a:r>
          </a:p>
        </p:txBody>
      </p:sp>
      <p:sp>
        <p:nvSpPr>
          <p:cNvPr id="233" name="Rechteck 232">
            <a:extLst>
              <a:ext uri="{FF2B5EF4-FFF2-40B4-BE49-F238E27FC236}">
                <a16:creationId xmlns:a16="http://schemas.microsoft.com/office/drawing/2014/main" id="{D87E5F20-95E8-4896-A92D-C21FC52EEDD8}"/>
              </a:ext>
            </a:extLst>
          </p:cNvPr>
          <p:cNvSpPr/>
          <p:nvPr/>
        </p:nvSpPr>
        <p:spPr>
          <a:xfrm>
            <a:off x="396000" y="1125000"/>
            <a:ext cx="21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a:t>
            </a:r>
          </a:p>
        </p:txBody>
      </p:sp>
      <p:sp>
        <p:nvSpPr>
          <p:cNvPr id="234" name="Rechteck 233">
            <a:extLst>
              <a:ext uri="{FF2B5EF4-FFF2-40B4-BE49-F238E27FC236}">
                <a16:creationId xmlns:a16="http://schemas.microsoft.com/office/drawing/2014/main" id="{B9FDAF6F-8473-4FF8-94E7-409ED09F3ACA}"/>
              </a:ext>
            </a:extLst>
          </p:cNvPr>
          <p:cNvSpPr/>
          <p:nvPr/>
        </p:nvSpPr>
        <p:spPr>
          <a:xfrm>
            <a:off x="1116000" y="981000"/>
            <a:ext cx="21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2</a:t>
            </a:r>
          </a:p>
        </p:txBody>
      </p:sp>
      <p:sp>
        <p:nvSpPr>
          <p:cNvPr id="235" name="Rechteck 234">
            <a:extLst>
              <a:ext uri="{FF2B5EF4-FFF2-40B4-BE49-F238E27FC236}">
                <a16:creationId xmlns:a16="http://schemas.microsoft.com/office/drawing/2014/main" id="{A9663F1E-595A-4296-9EFE-2DE5EDE64D91}"/>
              </a:ext>
            </a:extLst>
          </p:cNvPr>
          <p:cNvSpPr/>
          <p:nvPr/>
        </p:nvSpPr>
        <p:spPr>
          <a:xfrm>
            <a:off x="612000" y="3933000"/>
            <a:ext cx="1584000" cy="144000"/>
          </a:xfrm>
          <a:prstGeom prst="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6" name="Rechteck 235">
            <a:extLst>
              <a:ext uri="{FF2B5EF4-FFF2-40B4-BE49-F238E27FC236}">
                <a16:creationId xmlns:a16="http://schemas.microsoft.com/office/drawing/2014/main" id="{1E823A39-630B-4C8F-8637-CB81158C6188}"/>
              </a:ext>
            </a:extLst>
          </p:cNvPr>
          <p:cNvSpPr/>
          <p:nvPr/>
        </p:nvSpPr>
        <p:spPr>
          <a:xfrm>
            <a:off x="612000" y="3213000"/>
            <a:ext cx="1584220" cy="14402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7" name="Gerade Verbindung 94">
            <a:extLst>
              <a:ext uri="{FF2B5EF4-FFF2-40B4-BE49-F238E27FC236}">
                <a16:creationId xmlns:a16="http://schemas.microsoft.com/office/drawing/2014/main" id="{57CAEBA2-A63E-49D5-862A-4AAD5259B97D}"/>
              </a:ext>
            </a:extLst>
          </p:cNvPr>
          <p:cNvCxnSpPr/>
          <p:nvPr/>
        </p:nvCxnSpPr>
        <p:spPr>
          <a:xfrm>
            <a:off x="612000" y="3357000"/>
            <a:ext cx="1584220" cy="0"/>
          </a:xfrm>
          <a:prstGeom prst="line">
            <a:avLst/>
          </a:prstGeom>
        </p:spPr>
        <p:style>
          <a:lnRef idx="1">
            <a:schemeClr val="accent1"/>
          </a:lnRef>
          <a:fillRef idx="0">
            <a:schemeClr val="accent1"/>
          </a:fillRef>
          <a:effectRef idx="0">
            <a:schemeClr val="accent1"/>
          </a:effectRef>
          <a:fontRef idx="minor">
            <a:schemeClr val="tx1"/>
          </a:fontRef>
        </p:style>
      </p:cxnSp>
      <p:sp>
        <p:nvSpPr>
          <p:cNvPr id="240" name="Rechteck 239">
            <a:extLst>
              <a:ext uri="{FF2B5EF4-FFF2-40B4-BE49-F238E27FC236}">
                <a16:creationId xmlns:a16="http://schemas.microsoft.com/office/drawing/2014/main" id="{96862925-6454-43FD-B0F6-098F8AFBFA34}"/>
              </a:ext>
            </a:extLst>
          </p:cNvPr>
          <p:cNvSpPr/>
          <p:nvPr/>
        </p:nvSpPr>
        <p:spPr>
          <a:xfrm>
            <a:off x="1620220" y="3213000"/>
            <a:ext cx="360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lnSpc>
                <a:spcPct val="95000"/>
              </a:lnSpc>
            </a:pPr>
            <a:r>
              <a:rPr lang="en-US" sz="800" dirty="0">
                <a:solidFill>
                  <a:schemeClr val="tx1"/>
                </a:solidFill>
              </a:rPr>
              <a:t>Name</a:t>
            </a:r>
          </a:p>
        </p:txBody>
      </p:sp>
      <p:cxnSp>
        <p:nvCxnSpPr>
          <p:cNvPr id="241" name="Gerade Verbindung 94">
            <a:extLst>
              <a:ext uri="{FF2B5EF4-FFF2-40B4-BE49-F238E27FC236}">
                <a16:creationId xmlns:a16="http://schemas.microsoft.com/office/drawing/2014/main" id="{D2C8A866-3641-4D18-8967-BBEFF8B417EE}"/>
              </a:ext>
            </a:extLst>
          </p:cNvPr>
          <p:cNvCxnSpPr>
            <a:cxnSpLocks/>
          </p:cNvCxnSpPr>
          <p:nvPr/>
        </p:nvCxnSpPr>
        <p:spPr>
          <a:xfrm>
            <a:off x="1620220" y="3213000"/>
            <a:ext cx="0" cy="14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2" name="Gerade Verbindung 94">
            <a:extLst>
              <a:ext uri="{FF2B5EF4-FFF2-40B4-BE49-F238E27FC236}">
                <a16:creationId xmlns:a16="http://schemas.microsoft.com/office/drawing/2014/main" id="{361589E4-BA15-4271-B303-3D35AFC860EC}"/>
              </a:ext>
            </a:extLst>
          </p:cNvPr>
          <p:cNvCxnSpPr>
            <a:cxnSpLocks/>
          </p:cNvCxnSpPr>
          <p:nvPr/>
        </p:nvCxnSpPr>
        <p:spPr>
          <a:xfrm>
            <a:off x="1980220" y="3213000"/>
            <a:ext cx="0" cy="144000"/>
          </a:xfrm>
          <a:prstGeom prst="line">
            <a:avLst/>
          </a:prstGeom>
        </p:spPr>
        <p:style>
          <a:lnRef idx="1">
            <a:schemeClr val="accent1"/>
          </a:lnRef>
          <a:fillRef idx="0">
            <a:schemeClr val="accent1"/>
          </a:fillRef>
          <a:effectRef idx="0">
            <a:schemeClr val="accent1"/>
          </a:effectRef>
          <a:fontRef idx="minor">
            <a:schemeClr val="tx1"/>
          </a:fontRef>
        </p:style>
      </p:cxnSp>
      <p:sp>
        <p:nvSpPr>
          <p:cNvPr id="243" name="Rechteck 242">
            <a:extLst>
              <a:ext uri="{FF2B5EF4-FFF2-40B4-BE49-F238E27FC236}">
                <a16:creationId xmlns:a16="http://schemas.microsoft.com/office/drawing/2014/main" id="{E36522DB-DBC3-4F57-9EE9-31302A9585EA}"/>
              </a:ext>
            </a:extLst>
          </p:cNvPr>
          <p:cNvSpPr/>
          <p:nvPr/>
        </p:nvSpPr>
        <p:spPr>
          <a:xfrm>
            <a:off x="1620220" y="3933000"/>
            <a:ext cx="360000" cy="14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Beat</a:t>
            </a:r>
          </a:p>
        </p:txBody>
      </p:sp>
      <p:sp>
        <p:nvSpPr>
          <p:cNvPr id="244" name="Rechteck 243">
            <a:extLst>
              <a:ext uri="{FF2B5EF4-FFF2-40B4-BE49-F238E27FC236}">
                <a16:creationId xmlns:a16="http://schemas.microsoft.com/office/drawing/2014/main" id="{A3CF62A9-AE23-45BB-BEEE-E4503C9023F4}"/>
              </a:ext>
            </a:extLst>
          </p:cNvPr>
          <p:cNvSpPr/>
          <p:nvPr/>
        </p:nvSpPr>
        <p:spPr>
          <a:xfrm>
            <a:off x="396000" y="3933000"/>
            <a:ext cx="21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5</a:t>
            </a:r>
          </a:p>
        </p:txBody>
      </p:sp>
      <p:sp>
        <p:nvSpPr>
          <p:cNvPr id="245" name="Rechteck 244">
            <a:extLst>
              <a:ext uri="{FF2B5EF4-FFF2-40B4-BE49-F238E27FC236}">
                <a16:creationId xmlns:a16="http://schemas.microsoft.com/office/drawing/2014/main" id="{60CCA959-4008-4005-8323-3A48B9E8DAD2}"/>
              </a:ext>
            </a:extLst>
          </p:cNvPr>
          <p:cNvSpPr/>
          <p:nvPr/>
        </p:nvSpPr>
        <p:spPr>
          <a:xfrm>
            <a:off x="396000" y="3213000"/>
            <a:ext cx="21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800" dirty="0">
                <a:solidFill>
                  <a:schemeClr val="tx1"/>
                </a:solidFill>
              </a:rPr>
              <a:t>0</a:t>
            </a:r>
          </a:p>
        </p:txBody>
      </p:sp>
      <p:sp>
        <p:nvSpPr>
          <p:cNvPr id="246" name="Rechteck 245">
            <a:extLst>
              <a:ext uri="{FF2B5EF4-FFF2-40B4-BE49-F238E27FC236}">
                <a16:creationId xmlns:a16="http://schemas.microsoft.com/office/drawing/2014/main" id="{9B9604F6-5805-456C-9DCE-09F80792EFF4}"/>
              </a:ext>
            </a:extLst>
          </p:cNvPr>
          <p:cNvSpPr/>
          <p:nvPr/>
        </p:nvSpPr>
        <p:spPr>
          <a:xfrm>
            <a:off x="1620220" y="3069000"/>
            <a:ext cx="21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6</a:t>
            </a:r>
          </a:p>
        </p:txBody>
      </p:sp>
      <p:sp>
        <p:nvSpPr>
          <p:cNvPr id="247" name="Rechteck 246">
            <a:extLst>
              <a:ext uri="{FF2B5EF4-FFF2-40B4-BE49-F238E27FC236}">
                <a16:creationId xmlns:a16="http://schemas.microsoft.com/office/drawing/2014/main" id="{FBAF8D4C-D429-4E51-9E74-4CAB70FABBE9}"/>
              </a:ext>
            </a:extLst>
          </p:cNvPr>
          <p:cNvSpPr/>
          <p:nvPr/>
        </p:nvSpPr>
        <p:spPr>
          <a:xfrm>
            <a:off x="612000" y="908950"/>
            <a:ext cx="1080000" cy="216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0000"/>
              </a:lnSpc>
            </a:pPr>
            <a:r>
              <a:rPr lang="en-US" sz="1000" b="1" dirty="0">
                <a:solidFill>
                  <a:schemeClr val="tx1"/>
                </a:solidFill>
              </a:rPr>
              <a:t>Table A</a:t>
            </a:r>
          </a:p>
        </p:txBody>
      </p:sp>
      <p:sp>
        <p:nvSpPr>
          <p:cNvPr id="248" name="Rechteck 247">
            <a:extLst>
              <a:ext uri="{FF2B5EF4-FFF2-40B4-BE49-F238E27FC236}">
                <a16:creationId xmlns:a16="http://schemas.microsoft.com/office/drawing/2014/main" id="{3AE5EAC8-9F57-4D9C-965D-63A125B68119}"/>
              </a:ext>
            </a:extLst>
          </p:cNvPr>
          <p:cNvSpPr/>
          <p:nvPr/>
        </p:nvSpPr>
        <p:spPr>
          <a:xfrm>
            <a:off x="612000" y="2997000"/>
            <a:ext cx="1080000" cy="216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nSpc>
                <a:spcPct val="90000"/>
              </a:lnSpc>
            </a:pPr>
            <a:r>
              <a:rPr lang="en-US" sz="1000" b="1" dirty="0">
                <a:solidFill>
                  <a:schemeClr val="tx1"/>
                </a:solidFill>
              </a:rPr>
              <a:t>Table B</a:t>
            </a:r>
          </a:p>
        </p:txBody>
      </p:sp>
      <p:sp>
        <p:nvSpPr>
          <p:cNvPr id="253" name="Rechteck 252">
            <a:extLst>
              <a:ext uri="{FF2B5EF4-FFF2-40B4-BE49-F238E27FC236}">
                <a16:creationId xmlns:a16="http://schemas.microsoft.com/office/drawing/2014/main" id="{1901CE74-2AFC-4D11-9975-63BFECADE02B}"/>
              </a:ext>
            </a:extLst>
          </p:cNvPr>
          <p:cNvSpPr/>
          <p:nvPr/>
        </p:nvSpPr>
        <p:spPr>
          <a:xfrm>
            <a:off x="2988000" y="1125000"/>
            <a:ext cx="3816000" cy="208795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5000"/>
              </a:lnSpc>
            </a:pPr>
            <a:r>
              <a:rPr lang="en-US" sz="1000" b="1" dirty="0">
                <a:solidFill>
                  <a:schemeClr val="tx1"/>
                </a:solidFill>
              </a:rPr>
              <a:t>with table </a:t>
            </a:r>
            <a:r>
              <a:rPr lang="en-US" sz="1000" dirty="0">
                <a:solidFill>
                  <a:schemeClr val="tx1"/>
                </a:solidFill>
              </a:rPr>
              <a:t>( Table A, 3 ) // Establish a context</a:t>
            </a:r>
          </a:p>
          <a:p>
            <a:pPr>
              <a:lnSpc>
                <a:spcPct val="95000"/>
              </a:lnSpc>
            </a:pPr>
            <a:r>
              <a:rPr lang="en-US" sz="1000" dirty="0">
                <a:solidFill>
                  <a:schemeClr val="tx1"/>
                </a:solidFill>
              </a:rPr>
              <a:t>{</a:t>
            </a:r>
          </a:p>
          <a:p>
            <a:pPr>
              <a:lnSpc>
                <a:spcPct val="95000"/>
              </a:lnSpc>
            </a:pPr>
            <a:r>
              <a:rPr lang="en-US" sz="1000" dirty="0">
                <a:solidFill>
                  <a:schemeClr val="tx1"/>
                </a:solidFill>
              </a:rPr>
              <a:t>    </a:t>
            </a:r>
            <a:r>
              <a:rPr lang="en-US" sz="1000" b="1" dirty="0">
                <a:solidFill>
                  <a:schemeClr val="tx1"/>
                </a:solidFill>
              </a:rPr>
              <a:t>echo</a:t>
            </a:r>
            <a:r>
              <a:rPr lang="en-US" sz="1000" dirty="0">
                <a:solidFill>
                  <a:schemeClr val="tx1"/>
                </a:solidFill>
              </a:rPr>
              <a:t> ( </a:t>
            </a:r>
            <a:r>
              <a:rPr lang="en-US" sz="1000" dirty="0">
                <a:solidFill>
                  <a:srgbClr val="00B050"/>
                </a:solidFill>
              </a:rPr>
              <a:t>[ Name ] </a:t>
            </a:r>
            <a:r>
              <a:rPr lang="en-US" sz="1000" dirty="0">
                <a:solidFill>
                  <a:schemeClr val="tx1"/>
                </a:solidFill>
              </a:rPr>
              <a:t>);</a:t>
            </a:r>
          </a:p>
          <a:p>
            <a:pPr>
              <a:lnSpc>
                <a:spcPct val="95000"/>
              </a:lnSpc>
            </a:pPr>
            <a:r>
              <a:rPr lang="en-US" sz="1000" dirty="0">
                <a:solidFill>
                  <a:schemeClr val="tx1"/>
                </a:solidFill>
              </a:rPr>
              <a:t>    </a:t>
            </a:r>
            <a:r>
              <a:rPr lang="en-US" sz="1000" b="1" dirty="0">
                <a:solidFill>
                  <a:schemeClr val="tx1"/>
                </a:solidFill>
              </a:rPr>
              <a:t>echo</a:t>
            </a:r>
            <a:r>
              <a:rPr lang="en-US" sz="1000" dirty="0">
                <a:solidFill>
                  <a:schemeClr val="tx1"/>
                </a:solidFill>
              </a:rPr>
              <a:t> ( </a:t>
            </a:r>
            <a:r>
              <a:rPr lang="en-US" sz="1000" dirty="0">
                <a:solidFill>
                  <a:srgbClr val="00B050"/>
                </a:solidFill>
              </a:rPr>
              <a:t>[ 2 ] </a:t>
            </a:r>
            <a:r>
              <a:rPr lang="en-US" sz="1000" dirty="0">
                <a:solidFill>
                  <a:schemeClr val="tx1"/>
                </a:solidFill>
              </a:rPr>
              <a:t>);</a:t>
            </a:r>
          </a:p>
          <a:p>
            <a:pPr>
              <a:lnSpc>
                <a:spcPct val="95000"/>
              </a:lnSpc>
            </a:pPr>
            <a:endParaRPr lang="en-US" sz="1000" dirty="0">
              <a:solidFill>
                <a:schemeClr val="tx1"/>
              </a:solidFill>
            </a:endParaRPr>
          </a:p>
          <a:p>
            <a:pPr>
              <a:lnSpc>
                <a:spcPct val="95000"/>
              </a:lnSpc>
            </a:pPr>
            <a:r>
              <a:rPr lang="en-US" sz="1000" dirty="0">
                <a:solidFill>
                  <a:schemeClr val="tx1"/>
                </a:solidFill>
              </a:rPr>
              <a:t>    </a:t>
            </a:r>
            <a:r>
              <a:rPr lang="en-US" sz="1000" b="1" dirty="0">
                <a:solidFill>
                  <a:schemeClr val="tx1"/>
                </a:solidFill>
              </a:rPr>
              <a:t>with table </a:t>
            </a:r>
            <a:r>
              <a:rPr lang="en-US" sz="1000" dirty="0">
                <a:solidFill>
                  <a:schemeClr val="tx1"/>
                </a:solidFill>
              </a:rPr>
              <a:t>( Table B, 5 ) // Establish new inner context</a:t>
            </a:r>
          </a:p>
          <a:p>
            <a:pPr>
              <a:lnSpc>
                <a:spcPct val="95000"/>
              </a:lnSpc>
            </a:pPr>
            <a:r>
              <a:rPr lang="en-US" sz="1000" dirty="0">
                <a:solidFill>
                  <a:schemeClr val="tx1"/>
                </a:solidFill>
              </a:rPr>
              <a:t>    {</a:t>
            </a:r>
          </a:p>
          <a:p>
            <a:pPr>
              <a:lnSpc>
                <a:spcPct val="95000"/>
              </a:lnSpc>
            </a:pPr>
            <a:r>
              <a:rPr lang="en-US" sz="1000" dirty="0">
                <a:solidFill>
                  <a:schemeClr val="tx1"/>
                </a:solidFill>
              </a:rPr>
              <a:t>        </a:t>
            </a:r>
            <a:r>
              <a:rPr lang="en-US" sz="1000" b="1" dirty="0">
                <a:solidFill>
                  <a:schemeClr val="tx1"/>
                </a:solidFill>
              </a:rPr>
              <a:t>echo</a:t>
            </a:r>
            <a:r>
              <a:rPr lang="en-US" sz="1000" dirty="0">
                <a:solidFill>
                  <a:schemeClr val="tx1"/>
                </a:solidFill>
              </a:rPr>
              <a:t> ( </a:t>
            </a:r>
            <a:r>
              <a:rPr lang="en-US" sz="1000" dirty="0">
                <a:solidFill>
                  <a:srgbClr val="0000FF"/>
                </a:solidFill>
              </a:rPr>
              <a:t>[Name] );</a:t>
            </a:r>
            <a:r>
              <a:rPr lang="en-US" sz="1000" dirty="0">
                <a:solidFill>
                  <a:schemeClr val="tx1"/>
                </a:solidFill>
              </a:rPr>
              <a:t> // Refers to inner context</a:t>
            </a:r>
            <a:endParaRPr lang="en-US" sz="1000" dirty="0">
              <a:solidFill>
                <a:srgbClr val="0000FF"/>
              </a:solidFill>
            </a:endParaRPr>
          </a:p>
          <a:p>
            <a:pPr>
              <a:lnSpc>
                <a:spcPct val="95000"/>
              </a:lnSpc>
            </a:pPr>
            <a:r>
              <a:rPr lang="en-US" sz="1000" dirty="0">
                <a:solidFill>
                  <a:schemeClr val="tx1"/>
                </a:solidFill>
              </a:rPr>
              <a:t>        </a:t>
            </a:r>
            <a:r>
              <a:rPr lang="en-US" sz="1000" b="1" dirty="0">
                <a:solidFill>
                  <a:schemeClr val="tx1"/>
                </a:solidFill>
              </a:rPr>
              <a:t>echo</a:t>
            </a:r>
            <a:r>
              <a:rPr lang="en-US" sz="1000" dirty="0">
                <a:solidFill>
                  <a:schemeClr val="tx1"/>
                </a:solidFill>
              </a:rPr>
              <a:t> ( </a:t>
            </a:r>
            <a:r>
              <a:rPr lang="en-US" sz="1000" dirty="0">
                <a:solidFill>
                  <a:srgbClr val="0000FF"/>
                </a:solidFill>
              </a:rPr>
              <a:t>[ 6 ]</a:t>
            </a:r>
            <a:r>
              <a:rPr lang="en-US" sz="1000" dirty="0">
                <a:solidFill>
                  <a:schemeClr val="tx1"/>
                </a:solidFill>
              </a:rPr>
              <a:t> );</a:t>
            </a:r>
          </a:p>
          <a:p>
            <a:pPr>
              <a:lnSpc>
                <a:spcPct val="95000"/>
              </a:lnSpc>
            </a:pPr>
            <a:endParaRPr lang="en-US" sz="1000" dirty="0">
              <a:solidFill>
                <a:schemeClr val="tx1"/>
              </a:solidFill>
            </a:endParaRPr>
          </a:p>
          <a:p>
            <a:pPr>
              <a:lnSpc>
                <a:spcPct val="95000"/>
              </a:lnSpc>
            </a:pPr>
            <a:r>
              <a:rPr lang="en-US" sz="1000" dirty="0">
                <a:solidFill>
                  <a:schemeClr val="tx1"/>
                </a:solidFill>
              </a:rPr>
              <a:t>        </a:t>
            </a:r>
            <a:r>
              <a:rPr lang="en-US" sz="1000" b="1" dirty="0">
                <a:solidFill>
                  <a:schemeClr val="tx1"/>
                </a:solidFill>
              </a:rPr>
              <a:t>echo</a:t>
            </a:r>
            <a:r>
              <a:rPr lang="en-US" sz="1000" dirty="0">
                <a:solidFill>
                  <a:schemeClr val="tx1"/>
                </a:solidFill>
              </a:rPr>
              <a:t> ( </a:t>
            </a:r>
            <a:r>
              <a:rPr lang="en-US" sz="1000" dirty="0">
                <a:solidFill>
                  <a:srgbClr val="00B050"/>
                </a:solidFill>
              </a:rPr>
              <a:t>[</a:t>
            </a:r>
            <a:r>
              <a:rPr lang="en-US" sz="1000" b="1" dirty="0">
                <a:solidFill>
                  <a:srgbClr val="00B050"/>
                </a:solidFill>
              </a:rPr>
              <a:t>^ </a:t>
            </a:r>
            <a:r>
              <a:rPr lang="en-US" sz="1000" dirty="0">
                <a:solidFill>
                  <a:srgbClr val="00B050"/>
                </a:solidFill>
              </a:rPr>
              <a:t>Name] </a:t>
            </a:r>
            <a:r>
              <a:rPr lang="en-US" sz="1000" dirty="0">
                <a:solidFill>
                  <a:schemeClr val="tx1"/>
                </a:solidFill>
              </a:rPr>
              <a:t>); // The circumflex symbol refers</a:t>
            </a:r>
          </a:p>
          <a:p>
            <a:pPr>
              <a:lnSpc>
                <a:spcPct val="95000"/>
              </a:lnSpc>
            </a:pPr>
            <a:r>
              <a:rPr lang="en-US" sz="1000" dirty="0">
                <a:solidFill>
                  <a:schemeClr val="tx1"/>
                </a:solidFill>
              </a:rPr>
              <a:t>        </a:t>
            </a:r>
            <a:r>
              <a:rPr lang="en-US" sz="1000" b="1" dirty="0">
                <a:solidFill>
                  <a:schemeClr val="tx1"/>
                </a:solidFill>
              </a:rPr>
              <a:t>echo</a:t>
            </a:r>
            <a:r>
              <a:rPr lang="en-US" sz="1000" dirty="0">
                <a:solidFill>
                  <a:schemeClr val="tx1"/>
                </a:solidFill>
              </a:rPr>
              <a:t> ( </a:t>
            </a:r>
            <a:r>
              <a:rPr lang="en-US" sz="1000" dirty="0">
                <a:solidFill>
                  <a:srgbClr val="00B050"/>
                </a:solidFill>
              </a:rPr>
              <a:t>[</a:t>
            </a:r>
            <a:r>
              <a:rPr lang="en-US" sz="1000" b="1" dirty="0">
                <a:solidFill>
                  <a:srgbClr val="00B050"/>
                </a:solidFill>
              </a:rPr>
              <a:t>^ </a:t>
            </a:r>
            <a:r>
              <a:rPr lang="en-US" sz="1000" dirty="0">
                <a:solidFill>
                  <a:srgbClr val="00B050"/>
                </a:solidFill>
              </a:rPr>
              <a:t>2]</a:t>
            </a:r>
            <a:r>
              <a:rPr lang="en-US" sz="1000" dirty="0">
                <a:solidFill>
                  <a:schemeClr val="tx1"/>
                </a:solidFill>
              </a:rPr>
              <a:t> ); // to the next outer context</a:t>
            </a:r>
          </a:p>
          <a:p>
            <a:pPr>
              <a:lnSpc>
                <a:spcPct val="95000"/>
              </a:lnSpc>
            </a:pPr>
            <a:r>
              <a:rPr lang="en-US" sz="1000" dirty="0">
                <a:solidFill>
                  <a:schemeClr val="tx1"/>
                </a:solidFill>
              </a:rPr>
              <a:t>    }</a:t>
            </a:r>
          </a:p>
          <a:p>
            <a:pPr>
              <a:lnSpc>
                <a:spcPct val="95000"/>
              </a:lnSpc>
            </a:pPr>
            <a:r>
              <a:rPr lang="en-US" sz="1000" dirty="0">
                <a:solidFill>
                  <a:schemeClr val="tx1"/>
                </a:solidFill>
              </a:rPr>
              <a:t>}</a:t>
            </a:r>
          </a:p>
        </p:txBody>
      </p:sp>
      <p:sp>
        <p:nvSpPr>
          <p:cNvPr id="254" name="Geschweifte Klammer rechts 253">
            <a:extLst>
              <a:ext uri="{FF2B5EF4-FFF2-40B4-BE49-F238E27FC236}">
                <a16:creationId xmlns:a16="http://schemas.microsoft.com/office/drawing/2014/main" id="{895FBFF8-5F63-4650-AF10-690CDDF439F2}"/>
              </a:ext>
            </a:extLst>
          </p:cNvPr>
          <p:cNvSpPr/>
          <p:nvPr/>
        </p:nvSpPr>
        <p:spPr>
          <a:xfrm flipH="1">
            <a:off x="5580000" y="3861050"/>
            <a:ext cx="216000" cy="288000"/>
          </a:xfrm>
          <a:prstGeom prst="rightBrace">
            <a:avLst/>
          </a:pr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255" name="Rechteck 254">
            <a:extLst>
              <a:ext uri="{FF2B5EF4-FFF2-40B4-BE49-F238E27FC236}">
                <a16:creationId xmlns:a16="http://schemas.microsoft.com/office/drawing/2014/main" id="{ED97300B-7B9A-4B63-B8ED-8179621CF3C8}"/>
              </a:ext>
            </a:extLst>
          </p:cNvPr>
          <p:cNvSpPr/>
          <p:nvPr/>
        </p:nvSpPr>
        <p:spPr>
          <a:xfrm>
            <a:off x="2988000" y="3573000"/>
            <a:ext cx="3816000" cy="187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5000"/>
              </a:lnSpc>
            </a:pPr>
            <a:r>
              <a:rPr lang="en-US" sz="1000" b="1" dirty="0">
                <a:solidFill>
                  <a:schemeClr val="tx1"/>
                </a:solidFill>
              </a:rPr>
              <a:t>with table </a:t>
            </a:r>
            <a:r>
              <a:rPr lang="en-US" sz="1000" dirty="0">
                <a:solidFill>
                  <a:schemeClr val="tx1"/>
                </a:solidFill>
              </a:rPr>
              <a:t>( Table A, 3, Name ) // Establish a context</a:t>
            </a:r>
          </a:p>
          <a:p>
            <a:pPr>
              <a:lnSpc>
                <a:spcPct val="95000"/>
              </a:lnSpc>
            </a:pPr>
            <a:r>
              <a:rPr lang="en-US" sz="1000" dirty="0">
                <a:solidFill>
                  <a:schemeClr val="tx1"/>
                </a:solidFill>
              </a:rPr>
              <a:t>{</a:t>
            </a:r>
          </a:p>
          <a:p>
            <a:pPr>
              <a:lnSpc>
                <a:spcPct val="95000"/>
              </a:lnSpc>
            </a:pPr>
            <a:r>
              <a:rPr lang="en-US" sz="1000" dirty="0">
                <a:solidFill>
                  <a:schemeClr val="tx1"/>
                </a:solidFill>
              </a:rPr>
              <a:t>    </a:t>
            </a:r>
            <a:r>
              <a:rPr lang="en-US" sz="1000" b="1" dirty="0">
                <a:solidFill>
                  <a:schemeClr val="tx1"/>
                </a:solidFill>
              </a:rPr>
              <a:t>echo</a:t>
            </a:r>
            <a:r>
              <a:rPr lang="en-US" sz="1000" dirty="0">
                <a:solidFill>
                  <a:schemeClr val="tx1"/>
                </a:solidFill>
              </a:rPr>
              <a:t>( </a:t>
            </a:r>
            <a:r>
              <a:rPr lang="en-US" sz="1000" dirty="0">
                <a:solidFill>
                  <a:srgbClr val="00B050"/>
                </a:solidFill>
              </a:rPr>
              <a:t>[ </a:t>
            </a:r>
            <a:r>
              <a:rPr lang="en-US" sz="1000" b="1" dirty="0">
                <a:solidFill>
                  <a:srgbClr val="00B050"/>
                </a:solidFill>
              </a:rPr>
              <a:t>.</a:t>
            </a:r>
            <a:r>
              <a:rPr lang="en-US" sz="1000" dirty="0">
                <a:solidFill>
                  <a:srgbClr val="00B050"/>
                </a:solidFill>
              </a:rPr>
              <a:t> ]</a:t>
            </a:r>
            <a:r>
              <a:rPr lang="en-US" sz="1000" dirty="0">
                <a:solidFill>
                  <a:schemeClr val="tx1"/>
                </a:solidFill>
              </a:rPr>
              <a:t> ); // Point = current row &amp; column context</a:t>
            </a:r>
          </a:p>
          <a:p>
            <a:pPr>
              <a:lnSpc>
                <a:spcPct val="95000"/>
              </a:lnSpc>
            </a:pPr>
            <a:endParaRPr lang="en-US" sz="1000" dirty="0">
              <a:solidFill>
                <a:schemeClr val="tx1"/>
              </a:solidFill>
            </a:endParaRPr>
          </a:p>
          <a:p>
            <a:pPr>
              <a:lnSpc>
                <a:spcPct val="95000"/>
              </a:lnSpc>
            </a:pPr>
            <a:r>
              <a:rPr lang="en-US" sz="1000" dirty="0">
                <a:solidFill>
                  <a:schemeClr val="tx1"/>
                </a:solidFill>
              </a:rPr>
              <a:t>    </a:t>
            </a:r>
            <a:r>
              <a:rPr lang="en-US" sz="1000" b="1" dirty="0">
                <a:solidFill>
                  <a:schemeClr val="tx1"/>
                </a:solidFill>
              </a:rPr>
              <a:t>with table </a:t>
            </a:r>
            <a:r>
              <a:rPr lang="en-US" sz="1000" dirty="0">
                <a:solidFill>
                  <a:schemeClr val="tx1"/>
                </a:solidFill>
              </a:rPr>
              <a:t>( Table B, 5, Name ) // Establish new inner context</a:t>
            </a:r>
          </a:p>
          <a:p>
            <a:pPr>
              <a:lnSpc>
                <a:spcPct val="95000"/>
              </a:lnSpc>
            </a:pPr>
            <a:r>
              <a:rPr lang="en-US" sz="1000" dirty="0">
                <a:solidFill>
                  <a:schemeClr val="tx1"/>
                </a:solidFill>
              </a:rPr>
              <a:t>    {</a:t>
            </a:r>
          </a:p>
          <a:p>
            <a:pPr>
              <a:lnSpc>
                <a:spcPct val="95000"/>
              </a:lnSpc>
            </a:pPr>
            <a:r>
              <a:rPr lang="en-US" sz="1000" dirty="0">
                <a:solidFill>
                  <a:schemeClr val="tx1"/>
                </a:solidFill>
              </a:rPr>
              <a:t>        </a:t>
            </a:r>
            <a:r>
              <a:rPr lang="en-US" sz="1000" b="1" dirty="0">
                <a:solidFill>
                  <a:schemeClr val="tx1"/>
                </a:solidFill>
              </a:rPr>
              <a:t>echo</a:t>
            </a:r>
            <a:r>
              <a:rPr lang="en-US" sz="1000" dirty="0">
                <a:solidFill>
                  <a:schemeClr val="tx1"/>
                </a:solidFill>
              </a:rPr>
              <a:t> ( </a:t>
            </a:r>
            <a:r>
              <a:rPr lang="en-US" sz="1000" dirty="0">
                <a:solidFill>
                  <a:srgbClr val="0000FF"/>
                </a:solidFill>
              </a:rPr>
              <a:t>[ </a:t>
            </a:r>
            <a:r>
              <a:rPr lang="en-US" sz="1000" b="1" dirty="0">
                <a:solidFill>
                  <a:srgbClr val="0000FF"/>
                </a:solidFill>
              </a:rPr>
              <a:t>.</a:t>
            </a:r>
            <a:r>
              <a:rPr lang="en-US" sz="1000" dirty="0">
                <a:solidFill>
                  <a:srgbClr val="0000FF"/>
                </a:solidFill>
              </a:rPr>
              <a:t> ] ); </a:t>
            </a:r>
            <a:r>
              <a:rPr lang="en-US" sz="1000" dirty="0">
                <a:solidFill>
                  <a:schemeClr val="tx1"/>
                </a:solidFill>
              </a:rPr>
              <a:t>// Refers to inner context</a:t>
            </a:r>
          </a:p>
          <a:p>
            <a:pPr>
              <a:lnSpc>
                <a:spcPct val="95000"/>
              </a:lnSpc>
            </a:pPr>
            <a:r>
              <a:rPr lang="en-US" sz="1000" dirty="0">
                <a:solidFill>
                  <a:schemeClr val="tx1"/>
                </a:solidFill>
              </a:rPr>
              <a:t> </a:t>
            </a:r>
          </a:p>
          <a:p>
            <a:pPr>
              <a:lnSpc>
                <a:spcPct val="95000"/>
              </a:lnSpc>
            </a:pPr>
            <a:r>
              <a:rPr lang="en-US" sz="1000" dirty="0">
                <a:solidFill>
                  <a:schemeClr val="tx1"/>
                </a:solidFill>
              </a:rPr>
              <a:t>        </a:t>
            </a:r>
            <a:r>
              <a:rPr lang="en-US" sz="1000" b="1" dirty="0">
                <a:solidFill>
                  <a:schemeClr val="tx1"/>
                </a:solidFill>
              </a:rPr>
              <a:t>echo</a:t>
            </a:r>
            <a:r>
              <a:rPr lang="en-US" sz="1000" dirty="0">
                <a:solidFill>
                  <a:schemeClr val="tx1"/>
                </a:solidFill>
              </a:rPr>
              <a:t> ( </a:t>
            </a:r>
            <a:r>
              <a:rPr lang="en-US" sz="1000" dirty="0">
                <a:solidFill>
                  <a:srgbClr val="00B050"/>
                </a:solidFill>
              </a:rPr>
              <a:t>[</a:t>
            </a:r>
            <a:r>
              <a:rPr lang="en-US" sz="1000" b="1" dirty="0">
                <a:solidFill>
                  <a:srgbClr val="00B050"/>
                </a:solidFill>
              </a:rPr>
              <a:t>^</a:t>
            </a:r>
            <a:r>
              <a:rPr lang="en-US" sz="1000" dirty="0">
                <a:solidFill>
                  <a:srgbClr val="00B050"/>
                </a:solidFill>
              </a:rPr>
              <a:t> </a:t>
            </a:r>
            <a:r>
              <a:rPr lang="en-US" sz="1000" b="1" dirty="0">
                <a:solidFill>
                  <a:srgbClr val="00B050"/>
                </a:solidFill>
              </a:rPr>
              <a:t>. </a:t>
            </a:r>
            <a:r>
              <a:rPr lang="en-US" sz="1000" dirty="0">
                <a:solidFill>
                  <a:srgbClr val="00B050"/>
                </a:solidFill>
              </a:rPr>
              <a:t>] </a:t>
            </a:r>
            <a:r>
              <a:rPr lang="en-US" sz="1000" dirty="0">
                <a:solidFill>
                  <a:schemeClr val="tx1"/>
                </a:solidFill>
              </a:rPr>
              <a:t>); // The circumflex symbol refers</a:t>
            </a:r>
          </a:p>
          <a:p>
            <a:pPr>
              <a:lnSpc>
                <a:spcPct val="95000"/>
              </a:lnSpc>
            </a:pPr>
            <a:r>
              <a:rPr lang="en-US" sz="1000" dirty="0">
                <a:solidFill>
                  <a:schemeClr val="tx1"/>
                </a:solidFill>
              </a:rPr>
              <a:t>                              // to the next outer context</a:t>
            </a:r>
          </a:p>
          <a:p>
            <a:pPr>
              <a:lnSpc>
                <a:spcPct val="95000"/>
              </a:lnSpc>
            </a:pPr>
            <a:r>
              <a:rPr lang="en-US" sz="1000" dirty="0">
                <a:solidFill>
                  <a:schemeClr val="tx1"/>
                </a:solidFill>
              </a:rPr>
              <a:t>    }</a:t>
            </a:r>
          </a:p>
          <a:p>
            <a:pPr>
              <a:lnSpc>
                <a:spcPct val="95000"/>
              </a:lnSpc>
            </a:pPr>
            <a:r>
              <a:rPr lang="en-US" sz="1000" dirty="0">
                <a:solidFill>
                  <a:schemeClr val="tx1"/>
                </a:solidFill>
              </a:rPr>
              <a:t>}</a:t>
            </a:r>
          </a:p>
        </p:txBody>
      </p:sp>
      <p:sp>
        <p:nvSpPr>
          <p:cNvPr id="259" name="Rechteck 258">
            <a:extLst>
              <a:ext uri="{FF2B5EF4-FFF2-40B4-BE49-F238E27FC236}">
                <a16:creationId xmlns:a16="http://schemas.microsoft.com/office/drawing/2014/main" id="{10F2ECFF-D7C2-44D8-B783-84410BF0815C}"/>
              </a:ext>
            </a:extLst>
          </p:cNvPr>
          <p:cNvSpPr/>
          <p:nvPr/>
        </p:nvSpPr>
        <p:spPr>
          <a:xfrm>
            <a:off x="2988000" y="909000"/>
            <a:ext cx="1080000" cy="216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nSpc>
                <a:spcPct val="90000"/>
              </a:lnSpc>
            </a:pPr>
            <a:r>
              <a:rPr lang="en-US" sz="1000" b="1" u="sng" dirty="0">
                <a:solidFill>
                  <a:schemeClr val="tx1"/>
                </a:solidFill>
              </a:rPr>
              <a:t>Partial Table Specifications with table names and rows:</a:t>
            </a:r>
          </a:p>
        </p:txBody>
      </p:sp>
      <p:sp>
        <p:nvSpPr>
          <p:cNvPr id="260" name="Rechteck 259">
            <a:extLst>
              <a:ext uri="{FF2B5EF4-FFF2-40B4-BE49-F238E27FC236}">
                <a16:creationId xmlns:a16="http://schemas.microsoft.com/office/drawing/2014/main" id="{4266DA77-361A-4335-A80E-8782BE71C9B7}"/>
              </a:ext>
            </a:extLst>
          </p:cNvPr>
          <p:cNvSpPr/>
          <p:nvPr/>
        </p:nvSpPr>
        <p:spPr>
          <a:xfrm>
            <a:off x="2988000" y="3356950"/>
            <a:ext cx="1080000" cy="216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nSpc>
                <a:spcPct val="90000"/>
              </a:lnSpc>
            </a:pPr>
            <a:r>
              <a:rPr lang="en-US" sz="1000" b="1" u="sng" dirty="0">
                <a:solidFill>
                  <a:schemeClr val="tx1"/>
                </a:solidFill>
              </a:rPr>
              <a:t>Partial Table Specifications also including columns:</a:t>
            </a:r>
          </a:p>
        </p:txBody>
      </p:sp>
      <p:sp>
        <p:nvSpPr>
          <p:cNvPr id="261" name="Rechteck 260">
            <a:extLst>
              <a:ext uri="{FF2B5EF4-FFF2-40B4-BE49-F238E27FC236}">
                <a16:creationId xmlns:a16="http://schemas.microsoft.com/office/drawing/2014/main" id="{2C20A403-F1D4-44DB-A3C6-ACB25EE28C00}"/>
              </a:ext>
            </a:extLst>
          </p:cNvPr>
          <p:cNvSpPr/>
          <p:nvPr/>
        </p:nvSpPr>
        <p:spPr>
          <a:xfrm>
            <a:off x="6948000" y="1125000"/>
            <a:ext cx="864000" cy="208795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5000"/>
              </a:lnSpc>
            </a:pPr>
            <a:r>
              <a:rPr lang="en-US" sz="1000" b="1" dirty="0">
                <a:solidFill>
                  <a:schemeClr val="tx1"/>
                </a:solidFill>
              </a:rPr>
              <a:t>Output:</a:t>
            </a:r>
          </a:p>
          <a:p>
            <a:pPr>
              <a:lnSpc>
                <a:spcPct val="95000"/>
              </a:lnSpc>
            </a:pPr>
            <a:endParaRPr lang="en-US" sz="1000" dirty="0">
              <a:solidFill>
                <a:schemeClr val="tx1"/>
              </a:solidFill>
            </a:endParaRPr>
          </a:p>
          <a:p>
            <a:pPr>
              <a:lnSpc>
                <a:spcPct val="95000"/>
              </a:lnSpc>
            </a:pPr>
            <a:r>
              <a:rPr lang="en-US" sz="1000" dirty="0">
                <a:solidFill>
                  <a:schemeClr val="tx1"/>
                </a:solidFill>
              </a:rPr>
              <a:t>Abel</a:t>
            </a:r>
          </a:p>
          <a:p>
            <a:pPr>
              <a:lnSpc>
                <a:spcPct val="95000"/>
              </a:lnSpc>
            </a:pPr>
            <a:r>
              <a:rPr lang="en-US" sz="1000" dirty="0">
                <a:solidFill>
                  <a:schemeClr val="tx1"/>
                </a:solidFill>
              </a:rPr>
              <a:t>Abel</a:t>
            </a:r>
          </a:p>
          <a:p>
            <a:pPr>
              <a:lnSpc>
                <a:spcPct val="95000"/>
              </a:lnSpc>
            </a:pPr>
            <a:r>
              <a:rPr lang="en-US" sz="1000" dirty="0">
                <a:solidFill>
                  <a:schemeClr val="tx1"/>
                </a:solidFill>
              </a:rPr>
              <a:t>Beat</a:t>
            </a:r>
          </a:p>
          <a:p>
            <a:pPr>
              <a:lnSpc>
                <a:spcPct val="95000"/>
              </a:lnSpc>
            </a:pPr>
            <a:r>
              <a:rPr lang="en-US" sz="1000" dirty="0">
                <a:solidFill>
                  <a:schemeClr val="tx1"/>
                </a:solidFill>
              </a:rPr>
              <a:t>Beat</a:t>
            </a:r>
          </a:p>
          <a:p>
            <a:pPr>
              <a:lnSpc>
                <a:spcPct val="95000"/>
              </a:lnSpc>
            </a:pPr>
            <a:r>
              <a:rPr lang="en-US" sz="1000" dirty="0">
                <a:solidFill>
                  <a:schemeClr val="tx1"/>
                </a:solidFill>
              </a:rPr>
              <a:t>Abel</a:t>
            </a:r>
          </a:p>
          <a:p>
            <a:pPr>
              <a:lnSpc>
                <a:spcPct val="95000"/>
              </a:lnSpc>
            </a:pPr>
            <a:r>
              <a:rPr lang="en-US" sz="1000" dirty="0">
                <a:solidFill>
                  <a:schemeClr val="tx1"/>
                </a:solidFill>
              </a:rPr>
              <a:t>Abel</a:t>
            </a:r>
          </a:p>
        </p:txBody>
      </p:sp>
      <p:sp>
        <p:nvSpPr>
          <p:cNvPr id="262" name="Rechteck 261">
            <a:extLst>
              <a:ext uri="{FF2B5EF4-FFF2-40B4-BE49-F238E27FC236}">
                <a16:creationId xmlns:a16="http://schemas.microsoft.com/office/drawing/2014/main" id="{D2E0778D-74D7-4778-A322-EC2A2F118B9C}"/>
              </a:ext>
            </a:extLst>
          </p:cNvPr>
          <p:cNvSpPr/>
          <p:nvPr/>
        </p:nvSpPr>
        <p:spPr>
          <a:xfrm>
            <a:off x="6876000" y="3573000"/>
            <a:ext cx="864000" cy="187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5000"/>
              </a:lnSpc>
            </a:pPr>
            <a:r>
              <a:rPr lang="en-US" sz="1000" b="1" dirty="0">
                <a:solidFill>
                  <a:schemeClr val="tx1"/>
                </a:solidFill>
              </a:rPr>
              <a:t>Output:</a:t>
            </a:r>
          </a:p>
          <a:p>
            <a:pPr>
              <a:lnSpc>
                <a:spcPct val="95000"/>
              </a:lnSpc>
            </a:pPr>
            <a:endParaRPr lang="en-US" sz="1000" dirty="0">
              <a:solidFill>
                <a:schemeClr val="tx1"/>
              </a:solidFill>
            </a:endParaRPr>
          </a:p>
          <a:p>
            <a:pPr>
              <a:lnSpc>
                <a:spcPct val="95000"/>
              </a:lnSpc>
            </a:pPr>
            <a:r>
              <a:rPr lang="en-US" sz="1000" dirty="0">
                <a:solidFill>
                  <a:schemeClr val="tx1"/>
                </a:solidFill>
              </a:rPr>
              <a:t>Abel</a:t>
            </a:r>
          </a:p>
          <a:p>
            <a:pPr>
              <a:lnSpc>
                <a:spcPct val="95000"/>
              </a:lnSpc>
            </a:pPr>
            <a:r>
              <a:rPr lang="en-US" sz="1000" dirty="0">
                <a:solidFill>
                  <a:schemeClr val="tx1"/>
                </a:solidFill>
              </a:rPr>
              <a:t>Beat</a:t>
            </a:r>
            <a:br>
              <a:rPr lang="en-US" sz="1000" dirty="0">
                <a:solidFill>
                  <a:schemeClr val="tx1"/>
                </a:solidFill>
              </a:rPr>
            </a:br>
            <a:r>
              <a:rPr lang="en-US" sz="1000" dirty="0">
                <a:solidFill>
                  <a:schemeClr val="tx1"/>
                </a:solidFill>
              </a:rPr>
              <a:t>Abel</a:t>
            </a:r>
          </a:p>
        </p:txBody>
      </p:sp>
      <p:cxnSp>
        <p:nvCxnSpPr>
          <p:cNvPr id="27" name="Gerade Verbindung mit Pfeil 26">
            <a:extLst>
              <a:ext uri="{FF2B5EF4-FFF2-40B4-BE49-F238E27FC236}">
                <a16:creationId xmlns:a16="http://schemas.microsoft.com/office/drawing/2014/main" id="{A702CF76-8348-436D-ADB7-4A223946F15C}"/>
              </a:ext>
            </a:extLst>
          </p:cNvPr>
          <p:cNvCxnSpPr>
            <a:cxnSpLocks/>
          </p:cNvCxnSpPr>
          <p:nvPr/>
        </p:nvCxnSpPr>
        <p:spPr>
          <a:xfrm flipH="1">
            <a:off x="1548000" y="1629000"/>
            <a:ext cx="1224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Gerade Verbindung mit Pfeil 262">
            <a:extLst>
              <a:ext uri="{FF2B5EF4-FFF2-40B4-BE49-F238E27FC236}">
                <a16:creationId xmlns:a16="http://schemas.microsoft.com/office/drawing/2014/main" id="{F6133C8B-228F-464F-B6B8-D6C79A28E280}"/>
              </a:ext>
            </a:extLst>
          </p:cNvPr>
          <p:cNvCxnSpPr>
            <a:cxnSpLocks/>
          </p:cNvCxnSpPr>
          <p:nvPr/>
        </p:nvCxnSpPr>
        <p:spPr>
          <a:xfrm flipV="1">
            <a:off x="2772000" y="1629000"/>
            <a:ext cx="0" cy="3168000"/>
          </a:xfrm>
          <a:prstGeom prst="straightConnector1">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5" name="Gerade Verbindung mit Pfeil 264">
            <a:extLst>
              <a:ext uri="{FF2B5EF4-FFF2-40B4-BE49-F238E27FC236}">
                <a16:creationId xmlns:a16="http://schemas.microsoft.com/office/drawing/2014/main" id="{A2B22C6D-804E-41E6-A913-DDCAC820F8C9}"/>
              </a:ext>
            </a:extLst>
          </p:cNvPr>
          <p:cNvCxnSpPr>
            <a:cxnSpLocks/>
          </p:cNvCxnSpPr>
          <p:nvPr/>
        </p:nvCxnSpPr>
        <p:spPr>
          <a:xfrm flipH="1">
            <a:off x="2772000" y="1629000"/>
            <a:ext cx="288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Gerade Verbindung mit Pfeil 265">
            <a:extLst>
              <a:ext uri="{FF2B5EF4-FFF2-40B4-BE49-F238E27FC236}">
                <a16:creationId xmlns:a16="http://schemas.microsoft.com/office/drawing/2014/main" id="{751EF999-4594-4752-A489-CBEE237EE580}"/>
              </a:ext>
            </a:extLst>
          </p:cNvPr>
          <p:cNvCxnSpPr>
            <a:cxnSpLocks/>
          </p:cNvCxnSpPr>
          <p:nvPr/>
        </p:nvCxnSpPr>
        <p:spPr>
          <a:xfrm flipH="1">
            <a:off x="2772000" y="2781000"/>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Gerade Verbindung mit Pfeil 266">
            <a:extLst>
              <a:ext uri="{FF2B5EF4-FFF2-40B4-BE49-F238E27FC236}">
                <a16:creationId xmlns:a16="http://schemas.microsoft.com/office/drawing/2014/main" id="{1BD80A51-734F-42F2-8B73-F281DF4C6937}"/>
              </a:ext>
            </a:extLst>
          </p:cNvPr>
          <p:cNvCxnSpPr>
            <a:cxnSpLocks/>
          </p:cNvCxnSpPr>
          <p:nvPr/>
        </p:nvCxnSpPr>
        <p:spPr>
          <a:xfrm flipH="1">
            <a:off x="2772000" y="4005000"/>
            <a:ext cx="288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Gerade Verbindung mit Pfeil 267">
            <a:extLst>
              <a:ext uri="{FF2B5EF4-FFF2-40B4-BE49-F238E27FC236}">
                <a16:creationId xmlns:a16="http://schemas.microsoft.com/office/drawing/2014/main" id="{7224BA63-E72A-42E8-BD4D-698C251C6CE8}"/>
              </a:ext>
            </a:extLst>
          </p:cNvPr>
          <p:cNvCxnSpPr>
            <a:cxnSpLocks/>
          </p:cNvCxnSpPr>
          <p:nvPr/>
        </p:nvCxnSpPr>
        <p:spPr>
          <a:xfrm flipH="1">
            <a:off x="2772000" y="4797000"/>
            <a:ext cx="432000" cy="0"/>
          </a:xfrm>
          <a:prstGeom prst="straightConnector1">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Gerade Verbindung mit Pfeil 268">
            <a:extLst>
              <a:ext uri="{FF2B5EF4-FFF2-40B4-BE49-F238E27FC236}">
                <a16:creationId xmlns:a16="http://schemas.microsoft.com/office/drawing/2014/main" id="{FFF9A149-57D5-4FE6-AF92-DA229F0CCB10}"/>
              </a:ext>
            </a:extLst>
          </p:cNvPr>
          <p:cNvCxnSpPr>
            <a:cxnSpLocks/>
          </p:cNvCxnSpPr>
          <p:nvPr/>
        </p:nvCxnSpPr>
        <p:spPr>
          <a:xfrm flipV="1">
            <a:off x="2556000" y="2349000"/>
            <a:ext cx="0" cy="2232000"/>
          </a:xfrm>
          <a:prstGeom prst="straightConnector1">
            <a:avLst/>
          </a:prstGeom>
          <a:ln>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1" name="Gerade Verbindung mit Pfeil 270">
            <a:extLst>
              <a:ext uri="{FF2B5EF4-FFF2-40B4-BE49-F238E27FC236}">
                <a16:creationId xmlns:a16="http://schemas.microsoft.com/office/drawing/2014/main" id="{96155636-8566-4B78-B405-BAD7C7E6B16F}"/>
              </a:ext>
            </a:extLst>
          </p:cNvPr>
          <p:cNvCxnSpPr>
            <a:cxnSpLocks/>
          </p:cNvCxnSpPr>
          <p:nvPr/>
        </p:nvCxnSpPr>
        <p:spPr>
          <a:xfrm flipH="1">
            <a:off x="2556000" y="2349000"/>
            <a:ext cx="648000" cy="0"/>
          </a:xfrm>
          <a:prstGeom prst="straightConnector1">
            <a:avLst/>
          </a:prstGeom>
          <a:ln>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Gerade Verbindung mit Pfeil 272">
            <a:extLst>
              <a:ext uri="{FF2B5EF4-FFF2-40B4-BE49-F238E27FC236}">
                <a16:creationId xmlns:a16="http://schemas.microsoft.com/office/drawing/2014/main" id="{C0957FCF-8B20-4405-957B-573844931763}"/>
              </a:ext>
            </a:extLst>
          </p:cNvPr>
          <p:cNvCxnSpPr>
            <a:cxnSpLocks/>
          </p:cNvCxnSpPr>
          <p:nvPr/>
        </p:nvCxnSpPr>
        <p:spPr>
          <a:xfrm flipH="1">
            <a:off x="2556000" y="4581000"/>
            <a:ext cx="648000" cy="0"/>
          </a:xfrm>
          <a:prstGeom prst="straightConnector1">
            <a:avLst/>
          </a:prstGeom>
          <a:ln>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Gerade Verbindung mit Pfeil 273">
            <a:extLst>
              <a:ext uri="{FF2B5EF4-FFF2-40B4-BE49-F238E27FC236}">
                <a16:creationId xmlns:a16="http://schemas.microsoft.com/office/drawing/2014/main" id="{8D827FAB-09AF-4A9A-97AD-6611548CE38B}"/>
              </a:ext>
            </a:extLst>
          </p:cNvPr>
          <p:cNvCxnSpPr>
            <a:cxnSpLocks/>
          </p:cNvCxnSpPr>
          <p:nvPr/>
        </p:nvCxnSpPr>
        <p:spPr>
          <a:xfrm flipH="1">
            <a:off x="2052000" y="4005000"/>
            <a:ext cx="504000"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33275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hteck 146"/>
          <p:cNvSpPr/>
          <p:nvPr/>
        </p:nvSpPr>
        <p:spPr>
          <a:xfrm>
            <a:off x="2339752" y="2420928"/>
            <a:ext cx="144016" cy="648072"/>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152" name="Rechteck 151"/>
          <p:cNvSpPr/>
          <p:nvPr/>
        </p:nvSpPr>
        <p:spPr>
          <a:xfrm>
            <a:off x="2339752" y="1772856"/>
            <a:ext cx="144016" cy="648072"/>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102" name="Rechteck 101"/>
          <p:cNvSpPr/>
          <p:nvPr/>
        </p:nvSpPr>
        <p:spPr>
          <a:xfrm>
            <a:off x="827584" y="2420928"/>
            <a:ext cx="144016" cy="64807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 name="Titel 1"/>
          <p:cNvSpPr>
            <a:spLocks noGrp="1"/>
          </p:cNvSpPr>
          <p:nvPr>
            <p:ph type="title"/>
          </p:nvPr>
        </p:nvSpPr>
        <p:spPr/>
        <p:txBody>
          <a:bodyPr/>
          <a:lstStyle/>
          <a:p>
            <a:r>
              <a:rPr lang="en-US"/>
              <a:t>Storage Model</a:t>
            </a:r>
          </a:p>
        </p:txBody>
      </p:sp>
      <p:sp>
        <p:nvSpPr>
          <p:cNvPr id="4" name="Textplatzhalter 3"/>
          <p:cNvSpPr>
            <a:spLocks noGrp="1"/>
          </p:cNvSpPr>
          <p:nvPr>
            <p:ph type="body" sz="quarter" idx="16"/>
          </p:nvPr>
        </p:nvSpPr>
        <p:spPr/>
        <p:txBody>
          <a:bodyPr/>
          <a:lstStyle/>
          <a:p>
            <a:endParaRPr lang="en-US"/>
          </a:p>
        </p:txBody>
      </p:sp>
      <p:cxnSp>
        <p:nvCxnSpPr>
          <p:cNvPr id="6" name="Gerade Verbindung 5"/>
          <p:cNvCxnSpPr/>
          <p:nvPr/>
        </p:nvCxnSpPr>
        <p:spPr>
          <a:xfrm>
            <a:off x="755576" y="1772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Rechteck 78"/>
          <p:cNvSpPr/>
          <p:nvPr/>
        </p:nvSpPr>
        <p:spPr>
          <a:xfrm>
            <a:off x="1043608" y="234892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rgbClr val="3366FF"/>
                </a:solidFill>
              </a:rPr>
              <a:t>true</a:t>
            </a:r>
          </a:p>
        </p:txBody>
      </p:sp>
      <p:sp>
        <p:nvSpPr>
          <p:cNvPr id="81" name="Rechteck 80"/>
          <p:cNvSpPr/>
          <p:nvPr/>
        </p:nvSpPr>
        <p:spPr>
          <a:xfrm>
            <a:off x="827584" y="1772856"/>
            <a:ext cx="144016" cy="64807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82" name="Gerade Verbindung 81"/>
          <p:cNvCxnSpPr/>
          <p:nvPr/>
        </p:nvCxnSpPr>
        <p:spPr>
          <a:xfrm>
            <a:off x="827584" y="2420928"/>
            <a:ext cx="144016" cy="0"/>
          </a:xfrm>
          <a:prstGeom prst="line">
            <a:avLst/>
          </a:prstGeom>
          <a:ln>
            <a:solidFill>
              <a:srgbClr val="3366FF"/>
            </a:solidFill>
          </a:ln>
        </p:spPr>
        <p:style>
          <a:lnRef idx="1">
            <a:schemeClr val="accent1"/>
          </a:lnRef>
          <a:fillRef idx="0">
            <a:schemeClr val="accent1"/>
          </a:fillRef>
          <a:effectRef idx="0">
            <a:schemeClr val="accent1"/>
          </a:effectRef>
          <a:fontRef idx="minor">
            <a:schemeClr val="tx1"/>
          </a:fontRef>
        </p:style>
      </p:cxnSp>
      <p:sp>
        <p:nvSpPr>
          <p:cNvPr id="83" name="Rechteck 82"/>
          <p:cNvSpPr/>
          <p:nvPr/>
        </p:nvSpPr>
        <p:spPr>
          <a:xfrm>
            <a:off x="1043664" y="1773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accent5"/>
                </a:solidFill>
              </a:rPr>
              <a:t>false</a:t>
            </a:r>
          </a:p>
        </p:txBody>
      </p:sp>
      <p:sp>
        <p:nvSpPr>
          <p:cNvPr id="85" name="Rechteck 84"/>
          <p:cNvSpPr/>
          <p:nvPr/>
        </p:nvSpPr>
        <p:spPr>
          <a:xfrm>
            <a:off x="1043608" y="2924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accent5"/>
                </a:solidFill>
              </a:rPr>
              <a:t>false</a:t>
            </a:r>
          </a:p>
        </p:txBody>
      </p:sp>
      <p:sp>
        <p:nvSpPr>
          <p:cNvPr id="88" name="Rechteck 87"/>
          <p:cNvSpPr/>
          <p:nvPr/>
        </p:nvSpPr>
        <p:spPr>
          <a:xfrm>
            <a:off x="395536" y="1772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dirty="0">
                <a:solidFill>
                  <a:schemeClr val="tx1"/>
                </a:solidFill>
              </a:rPr>
              <a:t>Positive</a:t>
            </a:r>
          </a:p>
        </p:txBody>
      </p:sp>
      <p:sp>
        <p:nvSpPr>
          <p:cNvPr id="89" name="Rechteck 88"/>
          <p:cNvSpPr/>
          <p:nvPr/>
        </p:nvSpPr>
        <p:spPr>
          <a:xfrm>
            <a:off x="395536" y="2924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105" name="Rechteck 104"/>
          <p:cNvSpPr/>
          <p:nvPr/>
        </p:nvSpPr>
        <p:spPr>
          <a:xfrm>
            <a:off x="827584" y="4076928"/>
            <a:ext cx="144016" cy="64807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106" name="Gerade Verbindung 105"/>
          <p:cNvCxnSpPr/>
          <p:nvPr/>
        </p:nvCxnSpPr>
        <p:spPr>
          <a:xfrm>
            <a:off x="755576" y="3428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Gerade Verbindung 106"/>
          <p:cNvCxnSpPr/>
          <p:nvPr/>
        </p:nvCxnSpPr>
        <p:spPr>
          <a:xfrm>
            <a:off x="683568" y="407692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Rechteck 109"/>
          <p:cNvSpPr/>
          <p:nvPr/>
        </p:nvSpPr>
        <p:spPr>
          <a:xfrm>
            <a:off x="827584" y="3428856"/>
            <a:ext cx="144016" cy="64807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113" name="Rechteck 112"/>
          <p:cNvSpPr/>
          <p:nvPr/>
        </p:nvSpPr>
        <p:spPr>
          <a:xfrm>
            <a:off x="1043608" y="3429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accent5"/>
                </a:solidFill>
              </a:rPr>
              <a:t>false</a:t>
            </a:r>
          </a:p>
        </p:txBody>
      </p:sp>
      <p:sp>
        <p:nvSpPr>
          <p:cNvPr id="115" name="Rechteck 114"/>
          <p:cNvSpPr/>
          <p:nvPr/>
        </p:nvSpPr>
        <p:spPr>
          <a:xfrm>
            <a:off x="1043608" y="4580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accent5"/>
                </a:solidFill>
              </a:rPr>
              <a:t>false</a:t>
            </a:r>
          </a:p>
        </p:txBody>
      </p:sp>
      <p:sp>
        <p:nvSpPr>
          <p:cNvPr id="128" name="Rechteck 127"/>
          <p:cNvSpPr/>
          <p:nvPr/>
        </p:nvSpPr>
        <p:spPr>
          <a:xfrm>
            <a:off x="395536" y="3428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129" name="Rechteck 128"/>
          <p:cNvSpPr/>
          <p:nvPr/>
        </p:nvSpPr>
        <p:spPr>
          <a:xfrm>
            <a:off x="395536" y="4580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142" name="Rechteck 141"/>
          <p:cNvSpPr/>
          <p:nvPr/>
        </p:nvSpPr>
        <p:spPr>
          <a:xfrm>
            <a:off x="827584" y="3824900"/>
            <a:ext cx="144016" cy="504056"/>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143" name="Gerade Verbindung 142"/>
          <p:cNvCxnSpPr/>
          <p:nvPr/>
        </p:nvCxnSpPr>
        <p:spPr>
          <a:xfrm>
            <a:off x="683568" y="4328956"/>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Gerade Verbindung 143"/>
          <p:cNvCxnSpPr/>
          <p:nvPr/>
        </p:nvCxnSpPr>
        <p:spPr>
          <a:xfrm>
            <a:off x="683568" y="382490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Gerade Verbindung 147"/>
          <p:cNvCxnSpPr/>
          <p:nvPr/>
        </p:nvCxnSpPr>
        <p:spPr>
          <a:xfrm>
            <a:off x="2267744" y="1772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Rechteck 150"/>
          <p:cNvSpPr/>
          <p:nvPr/>
        </p:nvSpPr>
        <p:spPr>
          <a:xfrm>
            <a:off x="2555832" y="234892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cxnSp>
        <p:nvCxnSpPr>
          <p:cNvPr id="153" name="Gerade Verbindung 152"/>
          <p:cNvCxnSpPr/>
          <p:nvPr/>
        </p:nvCxnSpPr>
        <p:spPr>
          <a:xfrm>
            <a:off x="2339752" y="2420928"/>
            <a:ext cx="144016" cy="0"/>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54" name="Rechteck 153"/>
          <p:cNvSpPr/>
          <p:nvPr/>
        </p:nvSpPr>
        <p:spPr>
          <a:xfrm>
            <a:off x="2555776" y="1773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
        <p:nvSpPr>
          <p:cNvPr id="155" name="Rechteck 154"/>
          <p:cNvSpPr/>
          <p:nvPr/>
        </p:nvSpPr>
        <p:spPr>
          <a:xfrm>
            <a:off x="2555776" y="2924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
        <p:nvSpPr>
          <p:cNvPr id="156" name="Rechteck 155"/>
          <p:cNvSpPr/>
          <p:nvPr/>
        </p:nvSpPr>
        <p:spPr>
          <a:xfrm>
            <a:off x="1907704" y="1772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157" name="Rechteck 156"/>
          <p:cNvSpPr/>
          <p:nvPr/>
        </p:nvSpPr>
        <p:spPr>
          <a:xfrm>
            <a:off x="1907704" y="2924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158" name="Rechteck 157"/>
          <p:cNvSpPr/>
          <p:nvPr/>
        </p:nvSpPr>
        <p:spPr>
          <a:xfrm>
            <a:off x="2339752" y="4076928"/>
            <a:ext cx="144016" cy="648072"/>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159" name="Gerade Verbindung 158"/>
          <p:cNvCxnSpPr/>
          <p:nvPr/>
        </p:nvCxnSpPr>
        <p:spPr>
          <a:xfrm>
            <a:off x="2267744" y="3428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2" name="Rechteck 201"/>
          <p:cNvSpPr/>
          <p:nvPr/>
        </p:nvSpPr>
        <p:spPr>
          <a:xfrm>
            <a:off x="2555776" y="3753036"/>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accent5"/>
                </a:solidFill>
              </a:rPr>
              <a:t>false</a:t>
            </a:r>
          </a:p>
        </p:txBody>
      </p:sp>
      <p:sp>
        <p:nvSpPr>
          <p:cNvPr id="203" name="Rechteck 202"/>
          <p:cNvSpPr/>
          <p:nvPr/>
        </p:nvSpPr>
        <p:spPr>
          <a:xfrm>
            <a:off x="2339752" y="3428856"/>
            <a:ext cx="144016" cy="396044"/>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04" name="Rechteck 203"/>
          <p:cNvSpPr/>
          <p:nvPr/>
        </p:nvSpPr>
        <p:spPr>
          <a:xfrm>
            <a:off x="2555776" y="3429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
        <p:nvSpPr>
          <p:cNvPr id="205" name="Rechteck 204"/>
          <p:cNvSpPr/>
          <p:nvPr/>
        </p:nvSpPr>
        <p:spPr>
          <a:xfrm>
            <a:off x="2555776" y="4580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
        <p:nvSpPr>
          <p:cNvPr id="206" name="Rechteck 205"/>
          <p:cNvSpPr/>
          <p:nvPr/>
        </p:nvSpPr>
        <p:spPr>
          <a:xfrm>
            <a:off x="1907704" y="3428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207" name="Rechteck 206"/>
          <p:cNvSpPr/>
          <p:nvPr/>
        </p:nvSpPr>
        <p:spPr>
          <a:xfrm>
            <a:off x="1907704" y="4580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208" name="Rechteck 207"/>
          <p:cNvSpPr/>
          <p:nvPr/>
        </p:nvSpPr>
        <p:spPr>
          <a:xfrm>
            <a:off x="2339752" y="3824900"/>
            <a:ext cx="144016" cy="504056"/>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13" name="Rechteck 212"/>
          <p:cNvSpPr/>
          <p:nvPr/>
        </p:nvSpPr>
        <p:spPr>
          <a:xfrm>
            <a:off x="107504" y="1304764"/>
            <a:ext cx="1368152"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b="1">
                <a:solidFill>
                  <a:schemeClr val="tx1"/>
                </a:solidFill>
              </a:rPr>
              <a:t>(Strictly) Equal</a:t>
            </a:r>
          </a:p>
        </p:txBody>
      </p:sp>
      <p:sp>
        <p:nvSpPr>
          <p:cNvPr id="15" name="Rechteck 14"/>
          <p:cNvSpPr/>
          <p:nvPr/>
        </p:nvSpPr>
        <p:spPr>
          <a:xfrm>
            <a:off x="107504" y="1484784"/>
            <a:ext cx="1368152" cy="338437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14" name="Rechteck 213"/>
          <p:cNvSpPr/>
          <p:nvPr/>
        </p:nvSpPr>
        <p:spPr>
          <a:xfrm>
            <a:off x="1619672" y="1304764"/>
            <a:ext cx="1368152"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b="1">
                <a:solidFill>
                  <a:schemeClr val="tx1"/>
                </a:solidFill>
              </a:rPr>
              <a:t>(Strictly) Not Equal</a:t>
            </a:r>
          </a:p>
        </p:txBody>
      </p:sp>
      <p:sp>
        <p:nvSpPr>
          <p:cNvPr id="215" name="Rechteck 214"/>
          <p:cNvSpPr/>
          <p:nvPr/>
        </p:nvSpPr>
        <p:spPr>
          <a:xfrm>
            <a:off x="1619672" y="1484784"/>
            <a:ext cx="1368152" cy="338437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16" name="Rechteck 215"/>
          <p:cNvSpPr/>
          <p:nvPr/>
        </p:nvSpPr>
        <p:spPr>
          <a:xfrm>
            <a:off x="3851920" y="2420928"/>
            <a:ext cx="144016" cy="64807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217" name="Gerade Verbindung 216"/>
          <p:cNvCxnSpPr/>
          <p:nvPr/>
        </p:nvCxnSpPr>
        <p:spPr>
          <a:xfrm>
            <a:off x="3779912" y="1772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0" name="Rechteck 219"/>
          <p:cNvSpPr/>
          <p:nvPr/>
        </p:nvSpPr>
        <p:spPr>
          <a:xfrm>
            <a:off x="4068000" y="234892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221" name="Rechteck 220"/>
          <p:cNvSpPr/>
          <p:nvPr/>
        </p:nvSpPr>
        <p:spPr>
          <a:xfrm>
            <a:off x="3851920" y="1772856"/>
            <a:ext cx="144016" cy="648072"/>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23" name="Rechteck 222"/>
          <p:cNvSpPr/>
          <p:nvPr/>
        </p:nvSpPr>
        <p:spPr>
          <a:xfrm>
            <a:off x="4067944" y="1773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rgbClr val="3366FF"/>
                </a:solidFill>
              </a:rPr>
              <a:t>true</a:t>
            </a:r>
          </a:p>
        </p:txBody>
      </p:sp>
      <p:sp>
        <p:nvSpPr>
          <p:cNvPr id="224" name="Rechteck 223"/>
          <p:cNvSpPr/>
          <p:nvPr/>
        </p:nvSpPr>
        <p:spPr>
          <a:xfrm>
            <a:off x="4068000" y="2924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accent5"/>
                </a:solidFill>
              </a:rPr>
              <a:t>false</a:t>
            </a:r>
          </a:p>
        </p:txBody>
      </p:sp>
      <p:sp>
        <p:nvSpPr>
          <p:cNvPr id="225" name="Rechteck 224"/>
          <p:cNvSpPr/>
          <p:nvPr/>
        </p:nvSpPr>
        <p:spPr>
          <a:xfrm>
            <a:off x="3419872" y="1772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226" name="Rechteck 225"/>
          <p:cNvSpPr/>
          <p:nvPr/>
        </p:nvSpPr>
        <p:spPr>
          <a:xfrm>
            <a:off x="3419872" y="2924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227" name="Rechteck 226"/>
          <p:cNvSpPr/>
          <p:nvPr/>
        </p:nvSpPr>
        <p:spPr>
          <a:xfrm>
            <a:off x="3851920" y="3824900"/>
            <a:ext cx="144016" cy="900100"/>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228" name="Gerade Verbindung 227"/>
          <p:cNvCxnSpPr/>
          <p:nvPr/>
        </p:nvCxnSpPr>
        <p:spPr>
          <a:xfrm>
            <a:off x="3779912" y="3428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1" name="Rechteck 230"/>
          <p:cNvSpPr/>
          <p:nvPr/>
        </p:nvSpPr>
        <p:spPr>
          <a:xfrm>
            <a:off x="4067944" y="3753036"/>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233" name="Rechteck 232"/>
          <p:cNvSpPr/>
          <p:nvPr/>
        </p:nvSpPr>
        <p:spPr>
          <a:xfrm>
            <a:off x="4067944" y="3429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rgbClr val="3366FF"/>
                </a:solidFill>
              </a:rPr>
              <a:t>true</a:t>
            </a:r>
          </a:p>
        </p:txBody>
      </p:sp>
      <p:sp>
        <p:nvSpPr>
          <p:cNvPr id="234" name="Rechteck 233"/>
          <p:cNvSpPr/>
          <p:nvPr/>
        </p:nvSpPr>
        <p:spPr>
          <a:xfrm>
            <a:off x="4067944" y="4580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235" name="Rechteck 234"/>
          <p:cNvSpPr/>
          <p:nvPr/>
        </p:nvSpPr>
        <p:spPr>
          <a:xfrm>
            <a:off x="3419872" y="3428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236" name="Rechteck 235"/>
          <p:cNvSpPr/>
          <p:nvPr/>
        </p:nvSpPr>
        <p:spPr>
          <a:xfrm>
            <a:off x="3419872" y="4580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237" name="Rechteck 236"/>
          <p:cNvSpPr/>
          <p:nvPr/>
        </p:nvSpPr>
        <p:spPr>
          <a:xfrm>
            <a:off x="3851920" y="3428856"/>
            <a:ext cx="144016" cy="396044"/>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42" name="Rechteck 241"/>
          <p:cNvSpPr/>
          <p:nvPr/>
        </p:nvSpPr>
        <p:spPr>
          <a:xfrm>
            <a:off x="3131840" y="1304764"/>
            <a:ext cx="1368152"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b="1">
                <a:solidFill>
                  <a:schemeClr val="tx1"/>
                </a:solidFill>
              </a:rPr>
              <a:t>Greater Than</a:t>
            </a:r>
          </a:p>
        </p:txBody>
      </p:sp>
      <p:sp>
        <p:nvSpPr>
          <p:cNvPr id="243" name="Rechteck 242"/>
          <p:cNvSpPr/>
          <p:nvPr/>
        </p:nvSpPr>
        <p:spPr>
          <a:xfrm>
            <a:off x="3131840" y="1484784"/>
            <a:ext cx="1368152" cy="338437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44" name="Rechteck 243"/>
          <p:cNvSpPr/>
          <p:nvPr/>
        </p:nvSpPr>
        <p:spPr>
          <a:xfrm>
            <a:off x="5364088" y="2420928"/>
            <a:ext cx="144016" cy="64807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245" name="Gerade Verbindung 244"/>
          <p:cNvCxnSpPr/>
          <p:nvPr/>
        </p:nvCxnSpPr>
        <p:spPr>
          <a:xfrm>
            <a:off x="5292080" y="1772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8" name="Rechteck 247"/>
          <p:cNvSpPr/>
          <p:nvPr/>
        </p:nvSpPr>
        <p:spPr>
          <a:xfrm>
            <a:off x="5580112" y="234892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rgbClr val="3366FF"/>
                </a:solidFill>
              </a:rPr>
              <a:t>true</a:t>
            </a:r>
          </a:p>
        </p:txBody>
      </p:sp>
      <p:sp>
        <p:nvSpPr>
          <p:cNvPr id="249" name="Rechteck 248"/>
          <p:cNvSpPr/>
          <p:nvPr/>
        </p:nvSpPr>
        <p:spPr>
          <a:xfrm>
            <a:off x="5364088" y="1772856"/>
            <a:ext cx="144016" cy="648072"/>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50" name="Rechteck 249"/>
          <p:cNvSpPr/>
          <p:nvPr/>
        </p:nvSpPr>
        <p:spPr>
          <a:xfrm>
            <a:off x="5580112" y="1773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rgbClr val="3366FF"/>
                </a:solidFill>
              </a:rPr>
              <a:t>true</a:t>
            </a:r>
          </a:p>
        </p:txBody>
      </p:sp>
      <p:sp>
        <p:nvSpPr>
          <p:cNvPr id="251" name="Rechteck 250"/>
          <p:cNvSpPr/>
          <p:nvPr/>
        </p:nvSpPr>
        <p:spPr>
          <a:xfrm>
            <a:off x="5580112" y="2924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252" name="Rechteck 251"/>
          <p:cNvSpPr/>
          <p:nvPr/>
        </p:nvSpPr>
        <p:spPr>
          <a:xfrm>
            <a:off x="4932040" y="1772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253" name="Rechteck 252"/>
          <p:cNvSpPr/>
          <p:nvPr/>
        </p:nvSpPr>
        <p:spPr>
          <a:xfrm>
            <a:off x="4932040" y="2924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254" name="Rechteck 253"/>
          <p:cNvSpPr/>
          <p:nvPr/>
        </p:nvSpPr>
        <p:spPr>
          <a:xfrm>
            <a:off x="5364088" y="4328956"/>
            <a:ext cx="144016" cy="396044"/>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255" name="Gerade Verbindung 254"/>
          <p:cNvCxnSpPr/>
          <p:nvPr/>
        </p:nvCxnSpPr>
        <p:spPr>
          <a:xfrm>
            <a:off x="5292080" y="3428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Rechteck 258"/>
          <p:cNvSpPr/>
          <p:nvPr/>
        </p:nvSpPr>
        <p:spPr>
          <a:xfrm>
            <a:off x="5580112" y="3429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rgbClr val="3366FF"/>
                </a:solidFill>
              </a:rPr>
              <a:t>true</a:t>
            </a:r>
          </a:p>
        </p:txBody>
      </p:sp>
      <p:sp>
        <p:nvSpPr>
          <p:cNvPr id="260" name="Rechteck 259"/>
          <p:cNvSpPr/>
          <p:nvPr/>
        </p:nvSpPr>
        <p:spPr>
          <a:xfrm>
            <a:off x="5580112" y="4580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261" name="Rechteck 260"/>
          <p:cNvSpPr/>
          <p:nvPr/>
        </p:nvSpPr>
        <p:spPr>
          <a:xfrm>
            <a:off x="4932040" y="3428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262" name="Rechteck 261"/>
          <p:cNvSpPr/>
          <p:nvPr/>
        </p:nvSpPr>
        <p:spPr>
          <a:xfrm>
            <a:off x="4932040" y="4580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263" name="Rechteck 262"/>
          <p:cNvSpPr/>
          <p:nvPr/>
        </p:nvSpPr>
        <p:spPr>
          <a:xfrm>
            <a:off x="5364088" y="3428856"/>
            <a:ext cx="144016" cy="900100"/>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68" name="Rechteck 267"/>
          <p:cNvSpPr/>
          <p:nvPr/>
        </p:nvSpPr>
        <p:spPr>
          <a:xfrm>
            <a:off x="4644008" y="1304764"/>
            <a:ext cx="1368152"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b="1">
                <a:solidFill>
                  <a:schemeClr val="tx1"/>
                </a:solidFill>
              </a:rPr>
              <a:t>Greater Than or Equal</a:t>
            </a:r>
          </a:p>
        </p:txBody>
      </p:sp>
      <p:sp>
        <p:nvSpPr>
          <p:cNvPr id="269" name="Rechteck 268"/>
          <p:cNvSpPr/>
          <p:nvPr/>
        </p:nvSpPr>
        <p:spPr>
          <a:xfrm>
            <a:off x="4644008" y="1484784"/>
            <a:ext cx="1368152" cy="338437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70" name="Rechteck 269"/>
          <p:cNvSpPr/>
          <p:nvPr/>
        </p:nvSpPr>
        <p:spPr>
          <a:xfrm>
            <a:off x="6876256" y="1772856"/>
            <a:ext cx="144016" cy="64807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271" name="Gerade Verbindung 270"/>
          <p:cNvCxnSpPr/>
          <p:nvPr/>
        </p:nvCxnSpPr>
        <p:spPr>
          <a:xfrm>
            <a:off x="6804248" y="1772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4" name="Rechteck 273"/>
          <p:cNvSpPr/>
          <p:nvPr/>
        </p:nvSpPr>
        <p:spPr>
          <a:xfrm>
            <a:off x="7092280" y="234892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accent5"/>
                </a:solidFill>
              </a:rPr>
              <a:t>false</a:t>
            </a:r>
          </a:p>
        </p:txBody>
      </p:sp>
      <p:sp>
        <p:nvSpPr>
          <p:cNvPr id="275" name="Rechteck 274"/>
          <p:cNvSpPr/>
          <p:nvPr/>
        </p:nvSpPr>
        <p:spPr>
          <a:xfrm>
            <a:off x="6876256" y="2420928"/>
            <a:ext cx="144016" cy="648072"/>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76" name="Rechteck 275"/>
          <p:cNvSpPr/>
          <p:nvPr/>
        </p:nvSpPr>
        <p:spPr>
          <a:xfrm>
            <a:off x="7092280" y="1773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277" name="Rechteck 276"/>
          <p:cNvSpPr/>
          <p:nvPr/>
        </p:nvSpPr>
        <p:spPr>
          <a:xfrm>
            <a:off x="7092280" y="2924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rgbClr val="3366FF"/>
                </a:solidFill>
              </a:rPr>
              <a:t>true</a:t>
            </a:r>
          </a:p>
        </p:txBody>
      </p:sp>
      <p:sp>
        <p:nvSpPr>
          <p:cNvPr id="278" name="Rechteck 277"/>
          <p:cNvSpPr/>
          <p:nvPr/>
        </p:nvSpPr>
        <p:spPr>
          <a:xfrm>
            <a:off x="6444208" y="1772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279" name="Rechteck 278"/>
          <p:cNvSpPr/>
          <p:nvPr/>
        </p:nvSpPr>
        <p:spPr>
          <a:xfrm>
            <a:off x="6444208" y="2924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280" name="Rechteck 279"/>
          <p:cNvSpPr/>
          <p:nvPr/>
        </p:nvSpPr>
        <p:spPr>
          <a:xfrm>
            <a:off x="6876256" y="4328956"/>
            <a:ext cx="144016" cy="396044"/>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281" name="Gerade Verbindung 280"/>
          <p:cNvCxnSpPr/>
          <p:nvPr/>
        </p:nvCxnSpPr>
        <p:spPr>
          <a:xfrm>
            <a:off x="6804248" y="3428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4" name="Rechteck 283"/>
          <p:cNvSpPr/>
          <p:nvPr/>
        </p:nvSpPr>
        <p:spPr>
          <a:xfrm>
            <a:off x="7092280" y="4257092"/>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285" name="Rechteck 284"/>
          <p:cNvSpPr/>
          <p:nvPr/>
        </p:nvSpPr>
        <p:spPr>
          <a:xfrm>
            <a:off x="7092280" y="3429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286" name="Rechteck 285"/>
          <p:cNvSpPr/>
          <p:nvPr/>
        </p:nvSpPr>
        <p:spPr>
          <a:xfrm>
            <a:off x="7092280" y="4581128"/>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
        <p:nvSpPr>
          <p:cNvPr id="287" name="Rechteck 286"/>
          <p:cNvSpPr/>
          <p:nvPr/>
        </p:nvSpPr>
        <p:spPr>
          <a:xfrm>
            <a:off x="6444208" y="3428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288" name="Rechteck 287"/>
          <p:cNvSpPr/>
          <p:nvPr/>
        </p:nvSpPr>
        <p:spPr>
          <a:xfrm>
            <a:off x="6444208" y="4580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289" name="Rechteck 288"/>
          <p:cNvSpPr/>
          <p:nvPr/>
        </p:nvSpPr>
        <p:spPr>
          <a:xfrm>
            <a:off x="6876256" y="3428856"/>
            <a:ext cx="144016" cy="900100"/>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94" name="Rechteck 293"/>
          <p:cNvSpPr/>
          <p:nvPr/>
        </p:nvSpPr>
        <p:spPr>
          <a:xfrm>
            <a:off x="6156176" y="1304764"/>
            <a:ext cx="1368152"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b="1">
                <a:solidFill>
                  <a:schemeClr val="tx1"/>
                </a:solidFill>
              </a:rPr>
              <a:t>Less Than</a:t>
            </a:r>
          </a:p>
        </p:txBody>
      </p:sp>
      <p:sp>
        <p:nvSpPr>
          <p:cNvPr id="295" name="Rechteck 294"/>
          <p:cNvSpPr/>
          <p:nvPr/>
        </p:nvSpPr>
        <p:spPr>
          <a:xfrm>
            <a:off x="6156176" y="1484784"/>
            <a:ext cx="1368152" cy="338437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296" name="Rechteck 295"/>
          <p:cNvSpPr/>
          <p:nvPr/>
        </p:nvSpPr>
        <p:spPr>
          <a:xfrm>
            <a:off x="8388424" y="1772856"/>
            <a:ext cx="144016" cy="64807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297" name="Gerade Verbindung 296"/>
          <p:cNvCxnSpPr/>
          <p:nvPr/>
        </p:nvCxnSpPr>
        <p:spPr>
          <a:xfrm>
            <a:off x="8316416" y="1772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0" name="Rechteck 299"/>
          <p:cNvSpPr/>
          <p:nvPr/>
        </p:nvSpPr>
        <p:spPr>
          <a:xfrm>
            <a:off x="8604448" y="234892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
        <p:nvSpPr>
          <p:cNvPr id="301" name="Rechteck 300"/>
          <p:cNvSpPr/>
          <p:nvPr/>
        </p:nvSpPr>
        <p:spPr>
          <a:xfrm>
            <a:off x="8388424" y="2420928"/>
            <a:ext cx="144016" cy="648072"/>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302" name="Rechteck 301"/>
          <p:cNvSpPr/>
          <p:nvPr/>
        </p:nvSpPr>
        <p:spPr>
          <a:xfrm>
            <a:off x="8604448" y="1773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303" name="Rechteck 302"/>
          <p:cNvSpPr/>
          <p:nvPr/>
        </p:nvSpPr>
        <p:spPr>
          <a:xfrm>
            <a:off x="8604448" y="2924984"/>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
        <p:nvSpPr>
          <p:cNvPr id="304" name="Rechteck 303"/>
          <p:cNvSpPr/>
          <p:nvPr/>
        </p:nvSpPr>
        <p:spPr>
          <a:xfrm>
            <a:off x="7956376" y="1772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305" name="Rechteck 304"/>
          <p:cNvSpPr/>
          <p:nvPr/>
        </p:nvSpPr>
        <p:spPr>
          <a:xfrm>
            <a:off x="7956376" y="2924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306" name="Rechteck 305"/>
          <p:cNvSpPr/>
          <p:nvPr/>
        </p:nvSpPr>
        <p:spPr>
          <a:xfrm>
            <a:off x="8388424" y="3824900"/>
            <a:ext cx="144016" cy="900100"/>
          </a:xfrm>
          <a:prstGeom prst="rect">
            <a:avLst/>
          </a:prstGeom>
          <a:solidFill>
            <a:srgbClr val="3366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307" name="Gerade Verbindung 306"/>
          <p:cNvCxnSpPr/>
          <p:nvPr/>
        </p:nvCxnSpPr>
        <p:spPr>
          <a:xfrm>
            <a:off x="8316416" y="3428856"/>
            <a:ext cx="0" cy="1296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0" name="Rechteck 309"/>
          <p:cNvSpPr/>
          <p:nvPr/>
        </p:nvSpPr>
        <p:spPr>
          <a:xfrm>
            <a:off x="8604448" y="3753036"/>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rgbClr val="3366FF"/>
                </a:solidFill>
              </a:rPr>
              <a:t>true</a:t>
            </a:r>
          </a:p>
        </p:txBody>
      </p:sp>
      <p:sp>
        <p:nvSpPr>
          <p:cNvPr id="311" name="Rechteck 310"/>
          <p:cNvSpPr/>
          <p:nvPr/>
        </p:nvSpPr>
        <p:spPr>
          <a:xfrm>
            <a:off x="8604448" y="3429000"/>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chemeClr val="accent5"/>
                </a:solidFill>
              </a:rPr>
              <a:t>false</a:t>
            </a:r>
          </a:p>
        </p:txBody>
      </p:sp>
      <p:sp>
        <p:nvSpPr>
          <p:cNvPr id="312" name="Rechteck 311"/>
          <p:cNvSpPr/>
          <p:nvPr/>
        </p:nvSpPr>
        <p:spPr>
          <a:xfrm>
            <a:off x="8604448" y="4581128"/>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a:solidFill>
                  <a:srgbClr val="3366FF"/>
                </a:solidFill>
              </a:rPr>
              <a:t>true</a:t>
            </a:r>
          </a:p>
        </p:txBody>
      </p:sp>
      <p:sp>
        <p:nvSpPr>
          <p:cNvPr id="313" name="Rechteck 312"/>
          <p:cNvSpPr/>
          <p:nvPr/>
        </p:nvSpPr>
        <p:spPr>
          <a:xfrm>
            <a:off x="7956376" y="3428856"/>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Positive</a:t>
            </a:r>
          </a:p>
        </p:txBody>
      </p:sp>
      <p:sp>
        <p:nvSpPr>
          <p:cNvPr id="314" name="Rechteck 313"/>
          <p:cNvSpPr/>
          <p:nvPr/>
        </p:nvSpPr>
        <p:spPr>
          <a:xfrm>
            <a:off x="7956376" y="4580984"/>
            <a:ext cx="36004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a:solidFill>
                  <a:schemeClr val="tx1"/>
                </a:solidFill>
              </a:rPr>
              <a:t>Negative</a:t>
            </a:r>
          </a:p>
        </p:txBody>
      </p:sp>
      <p:sp>
        <p:nvSpPr>
          <p:cNvPr id="315" name="Rechteck 314"/>
          <p:cNvSpPr/>
          <p:nvPr/>
        </p:nvSpPr>
        <p:spPr>
          <a:xfrm>
            <a:off x="8388424" y="3428856"/>
            <a:ext cx="144016" cy="396044"/>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320" name="Rechteck 319"/>
          <p:cNvSpPr/>
          <p:nvPr/>
        </p:nvSpPr>
        <p:spPr>
          <a:xfrm>
            <a:off x="7668344" y="1304764"/>
            <a:ext cx="1368152"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b="1">
                <a:solidFill>
                  <a:schemeClr val="tx1"/>
                </a:solidFill>
              </a:rPr>
              <a:t>Less Than or Equal</a:t>
            </a:r>
          </a:p>
        </p:txBody>
      </p:sp>
      <p:sp>
        <p:nvSpPr>
          <p:cNvPr id="321" name="Rechteck 320"/>
          <p:cNvSpPr/>
          <p:nvPr/>
        </p:nvSpPr>
        <p:spPr>
          <a:xfrm>
            <a:off x="7668344" y="1484784"/>
            <a:ext cx="1368152" cy="338437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16" name="Gleichschenkliges Dreieck 15"/>
          <p:cNvSpPr/>
          <p:nvPr/>
        </p:nvSpPr>
        <p:spPr>
          <a:xfrm rot="16200000">
            <a:off x="971600" y="2384924"/>
            <a:ext cx="72008" cy="72008"/>
          </a:xfrm>
          <a:prstGeom prst="triangle">
            <a:avLst/>
          </a:prstGeom>
          <a:solidFill>
            <a:srgbClr val="3366FF"/>
          </a:solidFill>
          <a:ln w="9525">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322" name="Gleichschenkliges Dreieck 321"/>
          <p:cNvSpPr/>
          <p:nvPr/>
        </p:nvSpPr>
        <p:spPr>
          <a:xfrm rot="16200000">
            <a:off x="2483768" y="2384924"/>
            <a:ext cx="72008" cy="72008"/>
          </a:xfrm>
          <a:prstGeom prst="triangle">
            <a:avLst/>
          </a:prstGeom>
          <a:solidFill>
            <a:schemeClr val="accent5">
              <a:lumMod val="40000"/>
              <a:lumOff val="60000"/>
            </a:schemeClr>
          </a:solidFill>
          <a:ln w="952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323" name="Gleichschenkliges Dreieck 322"/>
          <p:cNvSpPr/>
          <p:nvPr/>
        </p:nvSpPr>
        <p:spPr>
          <a:xfrm rot="16200000">
            <a:off x="3995936" y="2384924"/>
            <a:ext cx="72008" cy="72008"/>
          </a:xfrm>
          <a:prstGeom prst="triangle">
            <a:avLst/>
          </a:prstGeom>
          <a:solidFill>
            <a:schemeClr val="accent5">
              <a:lumMod val="40000"/>
              <a:lumOff val="60000"/>
            </a:schemeClr>
          </a:solidFill>
          <a:ln w="952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324" name="Gleichschenkliges Dreieck 323"/>
          <p:cNvSpPr/>
          <p:nvPr/>
        </p:nvSpPr>
        <p:spPr>
          <a:xfrm rot="16200000">
            <a:off x="5508104" y="2384924"/>
            <a:ext cx="72008" cy="72008"/>
          </a:xfrm>
          <a:prstGeom prst="triangle">
            <a:avLst/>
          </a:prstGeom>
          <a:solidFill>
            <a:srgbClr val="3366FF"/>
          </a:solidFill>
          <a:ln w="9525">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333" name="Rechteck 332"/>
          <p:cNvSpPr/>
          <p:nvPr/>
        </p:nvSpPr>
        <p:spPr>
          <a:xfrm>
            <a:off x="107504" y="4941168"/>
            <a:ext cx="3888432"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a:solidFill>
                  <a:schemeClr val="tx1"/>
                </a:solidFill>
              </a:rPr>
              <a:t>In the illustration above, Epsilon (ε) was increased to 0.001.  Initial setting of Epsilon is  0.000 000 001 (1 part per billion).</a:t>
            </a:r>
          </a:p>
        </p:txBody>
      </p:sp>
      <p:sp>
        <p:nvSpPr>
          <p:cNvPr id="178" name="Rechteck 177">
            <a:extLst>
              <a:ext uri="{FF2B5EF4-FFF2-40B4-BE49-F238E27FC236}">
                <a16:creationId xmlns:a16="http://schemas.microsoft.com/office/drawing/2014/main" id="{E834F72C-BD66-4183-8757-B853BFB588AE}"/>
              </a:ext>
            </a:extLst>
          </p:cNvPr>
          <p:cNvSpPr/>
          <p:nvPr/>
        </p:nvSpPr>
        <p:spPr>
          <a:xfrm>
            <a:off x="323528" y="4040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0.0000</a:t>
            </a:r>
          </a:p>
        </p:txBody>
      </p:sp>
      <p:sp>
        <p:nvSpPr>
          <p:cNvPr id="179" name="Rechteck 178">
            <a:extLst>
              <a:ext uri="{FF2B5EF4-FFF2-40B4-BE49-F238E27FC236}">
                <a16:creationId xmlns:a16="http://schemas.microsoft.com/office/drawing/2014/main" id="{9C41AA0E-DCF9-48AE-99EB-C52123640E9D}"/>
              </a:ext>
            </a:extLst>
          </p:cNvPr>
          <p:cNvSpPr/>
          <p:nvPr/>
        </p:nvSpPr>
        <p:spPr>
          <a:xfrm>
            <a:off x="323528" y="3896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181" name="Rechteck 180">
            <a:extLst>
              <a:ext uri="{FF2B5EF4-FFF2-40B4-BE49-F238E27FC236}">
                <a16:creationId xmlns:a16="http://schemas.microsoft.com/office/drawing/2014/main" id="{BBDE384E-0879-4018-954E-E814C94984CF}"/>
              </a:ext>
            </a:extLst>
          </p:cNvPr>
          <p:cNvSpPr/>
          <p:nvPr/>
        </p:nvSpPr>
        <p:spPr>
          <a:xfrm>
            <a:off x="323528" y="378890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182" name="Rechteck 181">
            <a:extLst>
              <a:ext uri="{FF2B5EF4-FFF2-40B4-BE49-F238E27FC236}">
                <a16:creationId xmlns:a16="http://schemas.microsoft.com/office/drawing/2014/main" id="{B81AD694-E2C7-439E-913A-B1C75BEA261F}"/>
              </a:ext>
            </a:extLst>
          </p:cNvPr>
          <p:cNvSpPr/>
          <p:nvPr/>
        </p:nvSpPr>
        <p:spPr>
          <a:xfrm>
            <a:off x="323528" y="368088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183" name="Rechteck 182">
            <a:extLst>
              <a:ext uri="{FF2B5EF4-FFF2-40B4-BE49-F238E27FC236}">
                <a16:creationId xmlns:a16="http://schemas.microsoft.com/office/drawing/2014/main" id="{2F34AE21-088D-4980-BF09-A831A170B8F1}"/>
              </a:ext>
            </a:extLst>
          </p:cNvPr>
          <p:cNvSpPr/>
          <p:nvPr/>
        </p:nvSpPr>
        <p:spPr>
          <a:xfrm>
            <a:off x="323528" y="418494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184" name="Rechteck 183">
            <a:extLst>
              <a:ext uri="{FF2B5EF4-FFF2-40B4-BE49-F238E27FC236}">
                <a16:creationId xmlns:a16="http://schemas.microsoft.com/office/drawing/2014/main" id="{23CB01DC-0AD0-4133-BA85-5ED31F95A34A}"/>
              </a:ext>
            </a:extLst>
          </p:cNvPr>
          <p:cNvSpPr/>
          <p:nvPr/>
        </p:nvSpPr>
        <p:spPr>
          <a:xfrm>
            <a:off x="323528" y="429296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185" name="Rechteck 184">
            <a:extLst>
              <a:ext uri="{FF2B5EF4-FFF2-40B4-BE49-F238E27FC236}">
                <a16:creationId xmlns:a16="http://schemas.microsoft.com/office/drawing/2014/main" id="{077B2D2A-3C95-4D99-BBD6-35222EF1F616}"/>
              </a:ext>
            </a:extLst>
          </p:cNvPr>
          <p:cNvSpPr/>
          <p:nvPr/>
        </p:nvSpPr>
        <p:spPr>
          <a:xfrm>
            <a:off x="1043608" y="3753036"/>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
        <p:nvSpPr>
          <p:cNvPr id="186" name="Rechteck 185">
            <a:extLst>
              <a:ext uri="{FF2B5EF4-FFF2-40B4-BE49-F238E27FC236}">
                <a16:creationId xmlns:a16="http://schemas.microsoft.com/office/drawing/2014/main" id="{EF898260-BCFD-4C25-A91F-470BBD349CE9}"/>
              </a:ext>
            </a:extLst>
          </p:cNvPr>
          <p:cNvSpPr/>
          <p:nvPr/>
        </p:nvSpPr>
        <p:spPr>
          <a:xfrm>
            <a:off x="323528" y="440097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187" name="Gleichschenkliges Dreieck 186">
            <a:extLst>
              <a:ext uri="{FF2B5EF4-FFF2-40B4-BE49-F238E27FC236}">
                <a16:creationId xmlns:a16="http://schemas.microsoft.com/office/drawing/2014/main" id="{B2422150-0A15-4835-8ECF-A7A0AD366D54}"/>
              </a:ext>
            </a:extLst>
          </p:cNvPr>
          <p:cNvSpPr/>
          <p:nvPr/>
        </p:nvSpPr>
        <p:spPr>
          <a:xfrm rot="16200000">
            <a:off x="971600" y="3788896"/>
            <a:ext cx="72008" cy="72008"/>
          </a:xfrm>
          <a:prstGeom prst="triangle">
            <a:avLst/>
          </a:prstGeom>
          <a:solidFill>
            <a:srgbClr val="3366FF"/>
          </a:solidFill>
          <a:ln w="9525">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188" name="Gleichschenkliges Dreieck 187">
            <a:extLst>
              <a:ext uri="{FF2B5EF4-FFF2-40B4-BE49-F238E27FC236}">
                <a16:creationId xmlns:a16="http://schemas.microsoft.com/office/drawing/2014/main" id="{666EB51B-AD88-4E4D-9870-D4CE06955746}"/>
              </a:ext>
            </a:extLst>
          </p:cNvPr>
          <p:cNvSpPr/>
          <p:nvPr/>
        </p:nvSpPr>
        <p:spPr>
          <a:xfrm rot="16200000">
            <a:off x="971600" y="4292952"/>
            <a:ext cx="72008" cy="72008"/>
          </a:xfrm>
          <a:prstGeom prst="triangle">
            <a:avLst/>
          </a:prstGeom>
          <a:solidFill>
            <a:srgbClr val="3366FF"/>
          </a:solidFill>
          <a:ln w="9525">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189" name="Gerade Verbindung 106">
            <a:extLst>
              <a:ext uri="{FF2B5EF4-FFF2-40B4-BE49-F238E27FC236}">
                <a16:creationId xmlns:a16="http://schemas.microsoft.com/office/drawing/2014/main" id="{60071DEF-5D94-4316-BBC7-163183D2D65E}"/>
              </a:ext>
            </a:extLst>
          </p:cNvPr>
          <p:cNvCxnSpPr/>
          <p:nvPr/>
        </p:nvCxnSpPr>
        <p:spPr>
          <a:xfrm>
            <a:off x="683568" y="242092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Gerade Verbindung 142">
            <a:extLst>
              <a:ext uri="{FF2B5EF4-FFF2-40B4-BE49-F238E27FC236}">
                <a16:creationId xmlns:a16="http://schemas.microsoft.com/office/drawing/2014/main" id="{24DD25F3-16E6-4802-8FA4-9E47E8A255F7}"/>
              </a:ext>
            </a:extLst>
          </p:cNvPr>
          <p:cNvCxnSpPr/>
          <p:nvPr/>
        </p:nvCxnSpPr>
        <p:spPr>
          <a:xfrm>
            <a:off x="683568" y="2672956"/>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Gerade Verbindung 143">
            <a:extLst>
              <a:ext uri="{FF2B5EF4-FFF2-40B4-BE49-F238E27FC236}">
                <a16:creationId xmlns:a16="http://schemas.microsoft.com/office/drawing/2014/main" id="{BB2C2DF7-04D0-4449-B28D-4EBD19347FE2}"/>
              </a:ext>
            </a:extLst>
          </p:cNvPr>
          <p:cNvCxnSpPr/>
          <p:nvPr/>
        </p:nvCxnSpPr>
        <p:spPr>
          <a:xfrm>
            <a:off x="683568" y="216890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2" name="Rechteck 191">
            <a:extLst>
              <a:ext uri="{FF2B5EF4-FFF2-40B4-BE49-F238E27FC236}">
                <a16:creationId xmlns:a16="http://schemas.microsoft.com/office/drawing/2014/main" id="{97C2AF59-46F8-4FD8-919F-047408798CC2}"/>
              </a:ext>
            </a:extLst>
          </p:cNvPr>
          <p:cNvSpPr/>
          <p:nvPr/>
        </p:nvSpPr>
        <p:spPr>
          <a:xfrm>
            <a:off x="323528" y="2384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0.0000</a:t>
            </a:r>
          </a:p>
        </p:txBody>
      </p:sp>
      <p:sp>
        <p:nvSpPr>
          <p:cNvPr id="193" name="Rechteck 192">
            <a:extLst>
              <a:ext uri="{FF2B5EF4-FFF2-40B4-BE49-F238E27FC236}">
                <a16:creationId xmlns:a16="http://schemas.microsoft.com/office/drawing/2014/main" id="{6765E2D5-8042-46BD-AD90-1666B069E158}"/>
              </a:ext>
            </a:extLst>
          </p:cNvPr>
          <p:cNvSpPr/>
          <p:nvPr/>
        </p:nvSpPr>
        <p:spPr>
          <a:xfrm>
            <a:off x="323528" y="2240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194" name="Rechteck 193">
            <a:extLst>
              <a:ext uri="{FF2B5EF4-FFF2-40B4-BE49-F238E27FC236}">
                <a16:creationId xmlns:a16="http://schemas.microsoft.com/office/drawing/2014/main" id="{F7A54669-223F-4ED6-9AD9-8F59222D018C}"/>
              </a:ext>
            </a:extLst>
          </p:cNvPr>
          <p:cNvSpPr/>
          <p:nvPr/>
        </p:nvSpPr>
        <p:spPr>
          <a:xfrm>
            <a:off x="323528" y="213290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195" name="Rechteck 194">
            <a:extLst>
              <a:ext uri="{FF2B5EF4-FFF2-40B4-BE49-F238E27FC236}">
                <a16:creationId xmlns:a16="http://schemas.microsoft.com/office/drawing/2014/main" id="{50A7D703-885B-4563-A248-40029D04B860}"/>
              </a:ext>
            </a:extLst>
          </p:cNvPr>
          <p:cNvSpPr/>
          <p:nvPr/>
        </p:nvSpPr>
        <p:spPr>
          <a:xfrm>
            <a:off x="323528" y="202488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196" name="Rechteck 195">
            <a:extLst>
              <a:ext uri="{FF2B5EF4-FFF2-40B4-BE49-F238E27FC236}">
                <a16:creationId xmlns:a16="http://schemas.microsoft.com/office/drawing/2014/main" id="{F69F195A-ABE9-421B-860B-2700435339FB}"/>
              </a:ext>
            </a:extLst>
          </p:cNvPr>
          <p:cNvSpPr/>
          <p:nvPr/>
        </p:nvSpPr>
        <p:spPr>
          <a:xfrm>
            <a:off x="323528" y="252894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197" name="Rechteck 196">
            <a:extLst>
              <a:ext uri="{FF2B5EF4-FFF2-40B4-BE49-F238E27FC236}">
                <a16:creationId xmlns:a16="http://schemas.microsoft.com/office/drawing/2014/main" id="{548380AD-0B99-4F68-9F64-8F2CE2A99B51}"/>
              </a:ext>
            </a:extLst>
          </p:cNvPr>
          <p:cNvSpPr/>
          <p:nvPr/>
        </p:nvSpPr>
        <p:spPr>
          <a:xfrm>
            <a:off x="323528" y="263696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198" name="Rechteck 197">
            <a:extLst>
              <a:ext uri="{FF2B5EF4-FFF2-40B4-BE49-F238E27FC236}">
                <a16:creationId xmlns:a16="http://schemas.microsoft.com/office/drawing/2014/main" id="{82EF1139-1898-4383-BE7B-8CBD6D20046D}"/>
              </a:ext>
            </a:extLst>
          </p:cNvPr>
          <p:cNvSpPr/>
          <p:nvPr/>
        </p:nvSpPr>
        <p:spPr>
          <a:xfrm>
            <a:off x="323528" y="274497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cxnSp>
        <p:nvCxnSpPr>
          <p:cNvPr id="199" name="Gerade Verbindung 106">
            <a:extLst>
              <a:ext uri="{FF2B5EF4-FFF2-40B4-BE49-F238E27FC236}">
                <a16:creationId xmlns:a16="http://schemas.microsoft.com/office/drawing/2014/main" id="{CE0C0A36-2222-4FB8-A6C6-76E1C25F7188}"/>
              </a:ext>
            </a:extLst>
          </p:cNvPr>
          <p:cNvCxnSpPr/>
          <p:nvPr/>
        </p:nvCxnSpPr>
        <p:spPr>
          <a:xfrm>
            <a:off x="2195736" y="242092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Gerade Verbindung 142">
            <a:extLst>
              <a:ext uri="{FF2B5EF4-FFF2-40B4-BE49-F238E27FC236}">
                <a16:creationId xmlns:a16="http://schemas.microsoft.com/office/drawing/2014/main" id="{A6F8E72C-C9B3-4E85-95FA-07B204D4A5A9}"/>
              </a:ext>
            </a:extLst>
          </p:cNvPr>
          <p:cNvCxnSpPr/>
          <p:nvPr/>
        </p:nvCxnSpPr>
        <p:spPr>
          <a:xfrm>
            <a:off x="2195736" y="2672956"/>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Gerade Verbindung 143">
            <a:extLst>
              <a:ext uri="{FF2B5EF4-FFF2-40B4-BE49-F238E27FC236}">
                <a16:creationId xmlns:a16="http://schemas.microsoft.com/office/drawing/2014/main" id="{0396DE8F-B907-4F8B-A127-26B4312E0315}"/>
              </a:ext>
            </a:extLst>
          </p:cNvPr>
          <p:cNvCxnSpPr/>
          <p:nvPr/>
        </p:nvCxnSpPr>
        <p:spPr>
          <a:xfrm>
            <a:off x="2195736" y="216890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2" name="Rechteck 221">
            <a:extLst>
              <a:ext uri="{FF2B5EF4-FFF2-40B4-BE49-F238E27FC236}">
                <a16:creationId xmlns:a16="http://schemas.microsoft.com/office/drawing/2014/main" id="{9AA19D35-8143-41CA-919B-CFB8C3EF6D02}"/>
              </a:ext>
            </a:extLst>
          </p:cNvPr>
          <p:cNvSpPr/>
          <p:nvPr/>
        </p:nvSpPr>
        <p:spPr>
          <a:xfrm>
            <a:off x="1835696" y="2384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0.0000</a:t>
            </a:r>
          </a:p>
        </p:txBody>
      </p:sp>
      <p:sp>
        <p:nvSpPr>
          <p:cNvPr id="232" name="Rechteck 231">
            <a:extLst>
              <a:ext uri="{FF2B5EF4-FFF2-40B4-BE49-F238E27FC236}">
                <a16:creationId xmlns:a16="http://schemas.microsoft.com/office/drawing/2014/main" id="{4BA0F554-E5C5-4A3C-A5B2-E757AD8F824C}"/>
              </a:ext>
            </a:extLst>
          </p:cNvPr>
          <p:cNvSpPr/>
          <p:nvPr/>
        </p:nvSpPr>
        <p:spPr>
          <a:xfrm>
            <a:off x="1835696" y="2240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327" name="Rechteck 326">
            <a:extLst>
              <a:ext uri="{FF2B5EF4-FFF2-40B4-BE49-F238E27FC236}">
                <a16:creationId xmlns:a16="http://schemas.microsoft.com/office/drawing/2014/main" id="{49324FF9-46C1-420B-862B-F429023DA95A}"/>
              </a:ext>
            </a:extLst>
          </p:cNvPr>
          <p:cNvSpPr/>
          <p:nvPr/>
        </p:nvSpPr>
        <p:spPr>
          <a:xfrm>
            <a:off x="1835696" y="213290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328" name="Rechteck 327">
            <a:extLst>
              <a:ext uri="{FF2B5EF4-FFF2-40B4-BE49-F238E27FC236}">
                <a16:creationId xmlns:a16="http://schemas.microsoft.com/office/drawing/2014/main" id="{C734E6B7-0BF6-4804-A013-74CC25784C91}"/>
              </a:ext>
            </a:extLst>
          </p:cNvPr>
          <p:cNvSpPr/>
          <p:nvPr/>
        </p:nvSpPr>
        <p:spPr>
          <a:xfrm>
            <a:off x="1835696" y="202488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sp>
        <p:nvSpPr>
          <p:cNvPr id="329" name="Rechteck 328">
            <a:extLst>
              <a:ext uri="{FF2B5EF4-FFF2-40B4-BE49-F238E27FC236}">
                <a16:creationId xmlns:a16="http://schemas.microsoft.com/office/drawing/2014/main" id="{D9D9A8B5-E7B0-47E4-BF68-534F2EF034E1}"/>
              </a:ext>
            </a:extLst>
          </p:cNvPr>
          <p:cNvSpPr/>
          <p:nvPr/>
        </p:nvSpPr>
        <p:spPr>
          <a:xfrm>
            <a:off x="1835696" y="252894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330" name="Rechteck 329">
            <a:extLst>
              <a:ext uri="{FF2B5EF4-FFF2-40B4-BE49-F238E27FC236}">
                <a16:creationId xmlns:a16="http://schemas.microsoft.com/office/drawing/2014/main" id="{0127CAE1-69C9-4D8A-A5DF-EA53FB082E22}"/>
              </a:ext>
            </a:extLst>
          </p:cNvPr>
          <p:cNvSpPr/>
          <p:nvPr/>
        </p:nvSpPr>
        <p:spPr>
          <a:xfrm>
            <a:off x="1835696" y="263696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331" name="Rechteck 330">
            <a:extLst>
              <a:ext uri="{FF2B5EF4-FFF2-40B4-BE49-F238E27FC236}">
                <a16:creationId xmlns:a16="http://schemas.microsoft.com/office/drawing/2014/main" id="{228EF953-5DD6-436F-89FF-3566D0A4993A}"/>
              </a:ext>
            </a:extLst>
          </p:cNvPr>
          <p:cNvSpPr/>
          <p:nvPr/>
        </p:nvSpPr>
        <p:spPr>
          <a:xfrm>
            <a:off x="1835696" y="274497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sp>
        <p:nvSpPr>
          <p:cNvPr id="332" name="Gleichschenkliges Dreieck 331">
            <a:extLst>
              <a:ext uri="{FF2B5EF4-FFF2-40B4-BE49-F238E27FC236}">
                <a16:creationId xmlns:a16="http://schemas.microsoft.com/office/drawing/2014/main" id="{5A25AE01-99D7-414B-8A72-FF5F1222D3D1}"/>
              </a:ext>
            </a:extLst>
          </p:cNvPr>
          <p:cNvSpPr/>
          <p:nvPr/>
        </p:nvSpPr>
        <p:spPr>
          <a:xfrm rot="16200000">
            <a:off x="2483768" y="3788896"/>
            <a:ext cx="72008" cy="72008"/>
          </a:xfrm>
          <a:prstGeom prst="triangle">
            <a:avLst/>
          </a:prstGeom>
          <a:solidFill>
            <a:schemeClr val="accent5">
              <a:lumMod val="40000"/>
              <a:lumOff val="60000"/>
            </a:schemeClr>
          </a:solidFill>
          <a:ln w="952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334" name="Gleichschenkliges Dreieck 333">
            <a:extLst>
              <a:ext uri="{FF2B5EF4-FFF2-40B4-BE49-F238E27FC236}">
                <a16:creationId xmlns:a16="http://schemas.microsoft.com/office/drawing/2014/main" id="{28E568C4-8E16-4F97-AF05-8D8414C7989E}"/>
              </a:ext>
            </a:extLst>
          </p:cNvPr>
          <p:cNvSpPr/>
          <p:nvPr/>
        </p:nvSpPr>
        <p:spPr>
          <a:xfrm rot="16200000">
            <a:off x="2483768" y="4292952"/>
            <a:ext cx="72008" cy="72008"/>
          </a:xfrm>
          <a:prstGeom prst="triangle">
            <a:avLst/>
          </a:prstGeom>
          <a:solidFill>
            <a:schemeClr val="accent5">
              <a:lumMod val="40000"/>
              <a:lumOff val="60000"/>
            </a:schemeClr>
          </a:solidFill>
          <a:ln w="952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335" name="Gerade Verbindung 106">
            <a:extLst>
              <a:ext uri="{FF2B5EF4-FFF2-40B4-BE49-F238E27FC236}">
                <a16:creationId xmlns:a16="http://schemas.microsoft.com/office/drawing/2014/main" id="{61E45B17-24D7-46B8-81F9-5B314B6EA26E}"/>
              </a:ext>
            </a:extLst>
          </p:cNvPr>
          <p:cNvCxnSpPr/>
          <p:nvPr/>
        </p:nvCxnSpPr>
        <p:spPr>
          <a:xfrm>
            <a:off x="2195736" y="407692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6" name="Gerade Verbindung 142">
            <a:extLst>
              <a:ext uri="{FF2B5EF4-FFF2-40B4-BE49-F238E27FC236}">
                <a16:creationId xmlns:a16="http://schemas.microsoft.com/office/drawing/2014/main" id="{43368B4E-C26F-4EA9-AA58-0F6A14A0832F}"/>
              </a:ext>
            </a:extLst>
          </p:cNvPr>
          <p:cNvCxnSpPr/>
          <p:nvPr/>
        </p:nvCxnSpPr>
        <p:spPr>
          <a:xfrm>
            <a:off x="2195736" y="4328956"/>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7" name="Gerade Verbindung 143">
            <a:extLst>
              <a:ext uri="{FF2B5EF4-FFF2-40B4-BE49-F238E27FC236}">
                <a16:creationId xmlns:a16="http://schemas.microsoft.com/office/drawing/2014/main" id="{92FA86C0-A622-436D-AE1F-69E3BAA5F9F6}"/>
              </a:ext>
            </a:extLst>
          </p:cNvPr>
          <p:cNvCxnSpPr/>
          <p:nvPr/>
        </p:nvCxnSpPr>
        <p:spPr>
          <a:xfrm>
            <a:off x="2195736" y="382490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8" name="Rechteck 337">
            <a:extLst>
              <a:ext uri="{FF2B5EF4-FFF2-40B4-BE49-F238E27FC236}">
                <a16:creationId xmlns:a16="http://schemas.microsoft.com/office/drawing/2014/main" id="{21F6D743-79E6-447F-9D38-2A5E847B0F05}"/>
              </a:ext>
            </a:extLst>
          </p:cNvPr>
          <p:cNvSpPr/>
          <p:nvPr/>
        </p:nvSpPr>
        <p:spPr>
          <a:xfrm>
            <a:off x="1835696" y="4040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0.0000</a:t>
            </a:r>
          </a:p>
        </p:txBody>
      </p:sp>
      <p:sp>
        <p:nvSpPr>
          <p:cNvPr id="339" name="Rechteck 338">
            <a:extLst>
              <a:ext uri="{FF2B5EF4-FFF2-40B4-BE49-F238E27FC236}">
                <a16:creationId xmlns:a16="http://schemas.microsoft.com/office/drawing/2014/main" id="{474BAF3E-4D4A-43FE-9AEB-D9C0EF3AC0C0}"/>
              </a:ext>
            </a:extLst>
          </p:cNvPr>
          <p:cNvSpPr/>
          <p:nvPr/>
        </p:nvSpPr>
        <p:spPr>
          <a:xfrm>
            <a:off x="1835696" y="3896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340" name="Rechteck 339">
            <a:extLst>
              <a:ext uri="{FF2B5EF4-FFF2-40B4-BE49-F238E27FC236}">
                <a16:creationId xmlns:a16="http://schemas.microsoft.com/office/drawing/2014/main" id="{64319AC8-3C7C-4EA8-81BA-B6F36490F69A}"/>
              </a:ext>
            </a:extLst>
          </p:cNvPr>
          <p:cNvSpPr/>
          <p:nvPr/>
        </p:nvSpPr>
        <p:spPr>
          <a:xfrm>
            <a:off x="1835696" y="378890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341" name="Rechteck 340">
            <a:extLst>
              <a:ext uri="{FF2B5EF4-FFF2-40B4-BE49-F238E27FC236}">
                <a16:creationId xmlns:a16="http://schemas.microsoft.com/office/drawing/2014/main" id="{E7D9B147-5F40-4F8F-9620-2BA5D38D8E8D}"/>
              </a:ext>
            </a:extLst>
          </p:cNvPr>
          <p:cNvSpPr/>
          <p:nvPr/>
        </p:nvSpPr>
        <p:spPr>
          <a:xfrm>
            <a:off x="1835696" y="368088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sp>
        <p:nvSpPr>
          <p:cNvPr id="342" name="Rechteck 341">
            <a:extLst>
              <a:ext uri="{FF2B5EF4-FFF2-40B4-BE49-F238E27FC236}">
                <a16:creationId xmlns:a16="http://schemas.microsoft.com/office/drawing/2014/main" id="{949CF4BB-BA0E-4EC3-9655-2CF2CAFC4944}"/>
              </a:ext>
            </a:extLst>
          </p:cNvPr>
          <p:cNvSpPr/>
          <p:nvPr/>
        </p:nvSpPr>
        <p:spPr>
          <a:xfrm>
            <a:off x="1835696" y="418494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343" name="Rechteck 342">
            <a:extLst>
              <a:ext uri="{FF2B5EF4-FFF2-40B4-BE49-F238E27FC236}">
                <a16:creationId xmlns:a16="http://schemas.microsoft.com/office/drawing/2014/main" id="{E53132A6-C761-4BBA-9F58-E2674A0D4D19}"/>
              </a:ext>
            </a:extLst>
          </p:cNvPr>
          <p:cNvSpPr/>
          <p:nvPr/>
        </p:nvSpPr>
        <p:spPr>
          <a:xfrm>
            <a:off x="1835696" y="429296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344" name="Rechteck 343">
            <a:extLst>
              <a:ext uri="{FF2B5EF4-FFF2-40B4-BE49-F238E27FC236}">
                <a16:creationId xmlns:a16="http://schemas.microsoft.com/office/drawing/2014/main" id="{9F50A2E3-24B9-45DF-B476-F3A0BF139A37}"/>
              </a:ext>
            </a:extLst>
          </p:cNvPr>
          <p:cNvSpPr/>
          <p:nvPr/>
        </p:nvSpPr>
        <p:spPr>
          <a:xfrm>
            <a:off x="1835696" y="440097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cxnSp>
        <p:nvCxnSpPr>
          <p:cNvPr id="345" name="Gerade Verbindung 106">
            <a:extLst>
              <a:ext uri="{FF2B5EF4-FFF2-40B4-BE49-F238E27FC236}">
                <a16:creationId xmlns:a16="http://schemas.microsoft.com/office/drawing/2014/main" id="{D2FE68C7-7E2C-49CC-8570-473797CA0AAD}"/>
              </a:ext>
            </a:extLst>
          </p:cNvPr>
          <p:cNvCxnSpPr/>
          <p:nvPr/>
        </p:nvCxnSpPr>
        <p:spPr>
          <a:xfrm>
            <a:off x="3707904" y="242092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Gerade Verbindung 142">
            <a:extLst>
              <a:ext uri="{FF2B5EF4-FFF2-40B4-BE49-F238E27FC236}">
                <a16:creationId xmlns:a16="http://schemas.microsoft.com/office/drawing/2014/main" id="{F8AF84E4-66F9-451C-88DC-E723E3FDA30A}"/>
              </a:ext>
            </a:extLst>
          </p:cNvPr>
          <p:cNvCxnSpPr/>
          <p:nvPr/>
        </p:nvCxnSpPr>
        <p:spPr>
          <a:xfrm>
            <a:off x="3707904" y="2672956"/>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7" name="Gerade Verbindung 143">
            <a:extLst>
              <a:ext uri="{FF2B5EF4-FFF2-40B4-BE49-F238E27FC236}">
                <a16:creationId xmlns:a16="http://schemas.microsoft.com/office/drawing/2014/main" id="{CF4F36F0-47ED-4B41-88C3-EA4CF9AD16F6}"/>
              </a:ext>
            </a:extLst>
          </p:cNvPr>
          <p:cNvCxnSpPr/>
          <p:nvPr/>
        </p:nvCxnSpPr>
        <p:spPr>
          <a:xfrm>
            <a:off x="3707904" y="216890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8" name="Rechteck 347">
            <a:extLst>
              <a:ext uri="{FF2B5EF4-FFF2-40B4-BE49-F238E27FC236}">
                <a16:creationId xmlns:a16="http://schemas.microsoft.com/office/drawing/2014/main" id="{EC0A5ACF-575E-47C3-930D-C28344F15F29}"/>
              </a:ext>
            </a:extLst>
          </p:cNvPr>
          <p:cNvSpPr/>
          <p:nvPr/>
        </p:nvSpPr>
        <p:spPr>
          <a:xfrm>
            <a:off x="3347864" y="2384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0.0000</a:t>
            </a:r>
          </a:p>
        </p:txBody>
      </p:sp>
      <p:sp>
        <p:nvSpPr>
          <p:cNvPr id="349" name="Rechteck 348">
            <a:extLst>
              <a:ext uri="{FF2B5EF4-FFF2-40B4-BE49-F238E27FC236}">
                <a16:creationId xmlns:a16="http://schemas.microsoft.com/office/drawing/2014/main" id="{316B5BE1-BC2D-4DFB-9429-BF0B67B605A8}"/>
              </a:ext>
            </a:extLst>
          </p:cNvPr>
          <p:cNvSpPr/>
          <p:nvPr/>
        </p:nvSpPr>
        <p:spPr>
          <a:xfrm>
            <a:off x="3347864" y="2240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350" name="Rechteck 349">
            <a:extLst>
              <a:ext uri="{FF2B5EF4-FFF2-40B4-BE49-F238E27FC236}">
                <a16:creationId xmlns:a16="http://schemas.microsoft.com/office/drawing/2014/main" id="{42803A5D-40CD-4629-B888-CF7B4A9260ED}"/>
              </a:ext>
            </a:extLst>
          </p:cNvPr>
          <p:cNvSpPr/>
          <p:nvPr/>
        </p:nvSpPr>
        <p:spPr>
          <a:xfrm>
            <a:off x="3347864" y="213290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351" name="Rechteck 350">
            <a:extLst>
              <a:ext uri="{FF2B5EF4-FFF2-40B4-BE49-F238E27FC236}">
                <a16:creationId xmlns:a16="http://schemas.microsoft.com/office/drawing/2014/main" id="{BD0DD73E-3F68-45AD-8BF4-216155051580}"/>
              </a:ext>
            </a:extLst>
          </p:cNvPr>
          <p:cNvSpPr/>
          <p:nvPr/>
        </p:nvSpPr>
        <p:spPr>
          <a:xfrm>
            <a:off x="3347864" y="202488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sp>
        <p:nvSpPr>
          <p:cNvPr id="352" name="Rechteck 351">
            <a:extLst>
              <a:ext uri="{FF2B5EF4-FFF2-40B4-BE49-F238E27FC236}">
                <a16:creationId xmlns:a16="http://schemas.microsoft.com/office/drawing/2014/main" id="{D9927DDA-0E46-4BEF-8BE1-F1360D2CE1C0}"/>
              </a:ext>
            </a:extLst>
          </p:cNvPr>
          <p:cNvSpPr/>
          <p:nvPr/>
        </p:nvSpPr>
        <p:spPr>
          <a:xfrm>
            <a:off x="3347864" y="252894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353" name="Rechteck 352">
            <a:extLst>
              <a:ext uri="{FF2B5EF4-FFF2-40B4-BE49-F238E27FC236}">
                <a16:creationId xmlns:a16="http://schemas.microsoft.com/office/drawing/2014/main" id="{9E6473C2-D1EF-49A8-8908-A59E35485CD9}"/>
              </a:ext>
            </a:extLst>
          </p:cNvPr>
          <p:cNvSpPr/>
          <p:nvPr/>
        </p:nvSpPr>
        <p:spPr>
          <a:xfrm>
            <a:off x="3347864" y="263696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354" name="Rechteck 353">
            <a:extLst>
              <a:ext uri="{FF2B5EF4-FFF2-40B4-BE49-F238E27FC236}">
                <a16:creationId xmlns:a16="http://schemas.microsoft.com/office/drawing/2014/main" id="{0A8FF9BD-BAAC-4609-8F15-7219DBDB9F13}"/>
              </a:ext>
            </a:extLst>
          </p:cNvPr>
          <p:cNvSpPr/>
          <p:nvPr/>
        </p:nvSpPr>
        <p:spPr>
          <a:xfrm>
            <a:off x="3347864" y="274497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cxnSp>
        <p:nvCxnSpPr>
          <p:cNvPr id="209" name="Gerade Verbindung 106">
            <a:extLst>
              <a:ext uri="{FF2B5EF4-FFF2-40B4-BE49-F238E27FC236}">
                <a16:creationId xmlns:a16="http://schemas.microsoft.com/office/drawing/2014/main" id="{2E95CB25-56F0-4A55-8FEE-8A3D6B9A66B0}"/>
              </a:ext>
            </a:extLst>
          </p:cNvPr>
          <p:cNvCxnSpPr/>
          <p:nvPr/>
        </p:nvCxnSpPr>
        <p:spPr>
          <a:xfrm>
            <a:off x="3707904" y="407692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Gerade Verbindung 142">
            <a:extLst>
              <a:ext uri="{FF2B5EF4-FFF2-40B4-BE49-F238E27FC236}">
                <a16:creationId xmlns:a16="http://schemas.microsoft.com/office/drawing/2014/main" id="{7DF88601-F168-4D86-ADF8-19E0FE49F3C1}"/>
              </a:ext>
            </a:extLst>
          </p:cNvPr>
          <p:cNvCxnSpPr/>
          <p:nvPr/>
        </p:nvCxnSpPr>
        <p:spPr>
          <a:xfrm>
            <a:off x="3707904" y="432894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Gerade Verbindung 143">
            <a:extLst>
              <a:ext uri="{FF2B5EF4-FFF2-40B4-BE49-F238E27FC236}">
                <a16:creationId xmlns:a16="http://schemas.microsoft.com/office/drawing/2014/main" id="{FBE55292-899D-4306-8A8E-14B574FA7D1E}"/>
              </a:ext>
            </a:extLst>
          </p:cNvPr>
          <p:cNvCxnSpPr/>
          <p:nvPr/>
        </p:nvCxnSpPr>
        <p:spPr>
          <a:xfrm>
            <a:off x="3707904" y="3824892"/>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2" name="Rechteck 211">
            <a:extLst>
              <a:ext uri="{FF2B5EF4-FFF2-40B4-BE49-F238E27FC236}">
                <a16:creationId xmlns:a16="http://schemas.microsoft.com/office/drawing/2014/main" id="{59F90E73-2BC1-46C9-B194-1F3641BBF982}"/>
              </a:ext>
            </a:extLst>
          </p:cNvPr>
          <p:cNvSpPr/>
          <p:nvPr/>
        </p:nvSpPr>
        <p:spPr>
          <a:xfrm>
            <a:off x="3347864" y="4040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0.0000</a:t>
            </a:r>
          </a:p>
        </p:txBody>
      </p:sp>
      <p:sp>
        <p:nvSpPr>
          <p:cNvPr id="218" name="Rechteck 217">
            <a:extLst>
              <a:ext uri="{FF2B5EF4-FFF2-40B4-BE49-F238E27FC236}">
                <a16:creationId xmlns:a16="http://schemas.microsoft.com/office/drawing/2014/main" id="{607E3531-B14E-4457-BA5F-9A59E470FA87}"/>
              </a:ext>
            </a:extLst>
          </p:cNvPr>
          <p:cNvSpPr/>
          <p:nvPr/>
        </p:nvSpPr>
        <p:spPr>
          <a:xfrm>
            <a:off x="3347864" y="389691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219" name="Rechteck 218">
            <a:extLst>
              <a:ext uri="{FF2B5EF4-FFF2-40B4-BE49-F238E27FC236}">
                <a16:creationId xmlns:a16="http://schemas.microsoft.com/office/drawing/2014/main" id="{D5F6C70E-B0C6-4DC2-AB9C-0CC33532AC72}"/>
              </a:ext>
            </a:extLst>
          </p:cNvPr>
          <p:cNvSpPr/>
          <p:nvPr/>
        </p:nvSpPr>
        <p:spPr>
          <a:xfrm>
            <a:off x="3347864" y="378889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355" name="Rechteck 354">
            <a:extLst>
              <a:ext uri="{FF2B5EF4-FFF2-40B4-BE49-F238E27FC236}">
                <a16:creationId xmlns:a16="http://schemas.microsoft.com/office/drawing/2014/main" id="{703A72C5-7814-4A10-862E-9B2C5BF63F2D}"/>
              </a:ext>
            </a:extLst>
          </p:cNvPr>
          <p:cNvSpPr/>
          <p:nvPr/>
        </p:nvSpPr>
        <p:spPr>
          <a:xfrm>
            <a:off x="3347864" y="368087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sp>
        <p:nvSpPr>
          <p:cNvPr id="356" name="Rechteck 355">
            <a:extLst>
              <a:ext uri="{FF2B5EF4-FFF2-40B4-BE49-F238E27FC236}">
                <a16:creationId xmlns:a16="http://schemas.microsoft.com/office/drawing/2014/main" id="{FD11479F-4CD7-4EA7-BFBB-4F13019BB97D}"/>
              </a:ext>
            </a:extLst>
          </p:cNvPr>
          <p:cNvSpPr/>
          <p:nvPr/>
        </p:nvSpPr>
        <p:spPr>
          <a:xfrm>
            <a:off x="3347864" y="4184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357" name="Rechteck 356">
            <a:extLst>
              <a:ext uri="{FF2B5EF4-FFF2-40B4-BE49-F238E27FC236}">
                <a16:creationId xmlns:a16="http://schemas.microsoft.com/office/drawing/2014/main" id="{6DCEF494-13AA-4B48-9896-64C8A484E945}"/>
              </a:ext>
            </a:extLst>
          </p:cNvPr>
          <p:cNvSpPr/>
          <p:nvPr/>
        </p:nvSpPr>
        <p:spPr>
          <a:xfrm>
            <a:off x="3347864" y="429295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358" name="Rechteck 357">
            <a:extLst>
              <a:ext uri="{FF2B5EF4-FFF2-40B4-BE49-F238E27FC236}">
                <a16:creationId xmlns:a16="http://schemas.microsoft.com/office/drawing/2014/main" id="{73A93D46-D269-4060-A138-32243A97D054}"/>
              </a:ext>
            </a:extLst>
          </p:cNvPr>
          <p:cNvSpPr/>
          <p:nvPr/>
        </p:nvSpPr>
        <p:spPr>
          <a:xfrm>
            <a:off x="3347864" y="440096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359" name="Gleichschenkliges Dreieck 358">
            <a:extLst>
              <a:ext uri="{FF2B5EF4-FFF2-40B4-BE49-F238E27FC236}">
                <a16:creationId xmlns:a16="http://schemas.microsoft.com/office/drawing/2014/main" id="{34943D8B-3587-428E-9E2A-E7B8AF61A92A}"/>
              </a:ext>
            </a:extLst>
          </p:cNvPr>
          <p:cNvSpPr/>
          <p:nvPr/>
        </p:nvSpPr>
        <p:spPr>
          <a:xfrm rot="16200000">
            <a:off x="3995936" y="3788896"/>
            <a:ext cx="72008" cy="72008"/>
          </a:xfrm>
          <a:prstGeom prst="triangle">
            <a:avLst/>
          </a:prstGeom>
          <a:solidFill>
            <a:schemeClr val="accent5">
              <a:lumMod val="40000"/>
              <a:lumOff val="60000"/>
            </a:schemeClr>
          </a:solidFill>
          <a:ln w="952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360" name="Gleichschenkliges Dreieck 359">
            <a:extLst>
              <a:ext uri="{FF2B5EF4-FFF2-40B4-BE49-F238E27FC236}">
                <a16:creationId xmlns:a16="http://schemas.microsoft.com/office/drawing/2014/main" id="{2C3AFA76-D1DE-4350-8808-5F99D55114CF}"/>
              </a:ext>
            </a:extLst>
          </p:cNvPr>
          <p:cNvSpPr/>
          <p:nvPr/>
        </p:nvSpPr>
        <p:spPr>
          <a:xfrm rot="16200000">
            <a:off x="7020272" y="4292952"/>
            <a:ext cx="72008" cy="72008"/>
          </a:xfrm>
          <a:prstGeom prst="triangle">
            <a:avLst/>
          </a:prstGeom>
          <a:solidFill>
            <a:schemeClr val="accent5">
              <a:lumMod val="40000"/>
              <a:lumOff val="60000"/>
            </a:schemeClr>
          </a:solidFill>
          <a:ln w="952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371" name="Gerade Verbindung 106">
            <a:extLst>
              <a:ext uri="{FF2B5EF4-FFF2-40B4-BE49-F238E27FC236}">
                <a16:creationId xmlns:a16="http://schemas.microsoft.com/office/drawing/2014/main" id="{C85988D7-CBD6-43B1-B729-CB9501CB31F4}"/>
              </a:ext>
            </a:extLst>
          </p:cNvPr>
          <p:cNvCxnSpPr/>
          <p:nvPr/>
        </p:nvCxnSpPr>
        <p:spPr>
          <a:xfrm>
            <a:off x="6732240" y="407692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Gerade Verbindung 142">
            <a:extLst>
              <a:ext uri="{FF2B5EF4-FFF2-40B4-BE49-F238E27FC236}">
                <a16:creationId xmlns:a16="http://schemas.microsoft.com/office/drawing/2014/main" id="{87833C6A-6DE8-4E11-A471-68633E8AB23C}"/>
              </a:ext>
            </a:extLst>
          </p:cNvPr>
          <p:cNvCxnSpPr/>
          <p:nvPr/>
        </p:nvCxnSpPr>
        <p:spPr>
          <a:xfrm>
            <a:off x="6732240" y="4328956"/>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3" name="Gerade Verbindung 143">
            <a:extLst>
              <a:ext uri="{FF2B5EF4-FFF2-40B4-BE49-F238E27FC236}">
                <a16:creationId xmlns:a16="http://schemas.microsoft.com/office/drawing/2014/main" id="{F982FFC2-8540-4FA9-ABDF-37C1D63DD460}"/>
              </a:ext>
            </a:extLst>
          </p:cNvPr>
          <p:cNvCxnSpPr/>
          <p:nvPr/>
        </p:nvCxnSpPr>
        <p:spPr>
          <a:xfrm>
            <a:off x="6732240" y="382490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4" name="Rechteck 373">
            <a:extLst>
              <a:ext uri="{FF2B5EF4-FFF2-40B4-BE49-F238E27FC236}">
                <a16:creationId xmlns:a16="http://schemas.microsoft.com/office/drawing/2014/main" id="{8F6A26D0-41EA-4395-8457-FDFC30750C9E}"/>
              </a:ext>
            </a:extLst>
          </p:cNvPr>
          <p:cNvSpPr/>
          <p:nvPr/>
        </p:nvSpPr>
        <p:spPr>
          <a:xfrm>
            <a:off x="6372200" y="4040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0.0000</a:t>
            </a:r>
          </a:p>
        </p:txBody>
      </p:sp>
      <p:sp>
        <p:nvSpPr>
          <p:cNvPr id="375" name="Rechteck 374">
            <a:extLst>
              <a:ext uri="{FF2B5EF4-FFF2-40B4-BE49-F238E27FC236}">
                <a16:creationId xmlns:a16="http://schemas.microsoft.com/office/drawing/2014/main" id="{7DB1DA93-DF14-4031-8789-CEFBC6DA6ABB}"/>
              </a:ext>
            </a:extLst>
          </p:cNvPr>
          <p:cNvSpPr/>
          <p:nvPr/>
        </p:nvSpPr>
        <p:spPr>
          <a:xfrm>
            <a:off x="6372200" y="3896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376" name="Rechteck 375">
            <a:extLst>
              <a:ext uri="{FF2B5EF4-FFF2-40B4-BE49-F238E27FC236}">
                <a16:creationId xmlns:a16="http://schemas.microsoft.com/office/drawing/2014/main" id="{2182ABBD-70E5-47E6-A24E-1CF99AFE34CA}"/>
              </a:ext>
            </a:extLst>
          </p:cNvPr>
          <p:cNvSpPr/>
          <p:nvPr/>
        </p:nvSpPr>
        <p:spPr>
          <a:xfrm>
            <a:off x="6372200" y="378890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377" name="Rechteck 376">
            <a:extLst>
              <a:ext uri="{FF2B5EF4-FFF2-40B4-BE49-F238E27FC236}">
                <a16:creationId xmlns:a16="http://schemas.microsoft.com/office/drawing/2014/main" id="{BBA12DF3-EBB6-4698-9023-E9253EC7C052}"/>
              </a:ext>
            </a:extLst>
          </p:cNvPr>
          <p:cNvSpPr/>
          <p:nvPr/>
        </p:nvSpPr>
        <p:spPr>
          <a:xfrm>
            <a:off x="6372200" y="368088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378" name="Rechteck 377">
            <a:extLst>
              <a:ext uri="{FF2B5EF4-FFF2-40B4-BE49-F238E27FC236}">
                <a16:creationId xmlns:a16="http://schemas.microsoft.com/office/drawing/2014/main" id="{DC9547FF-7ADD-46AD-98C6-9DE13DA96795}"/>
              </a:ext>
            </a:extLst>
          </p:cNvPr>
          <p:cNvSpPr/>
          <p:nvPr/>
        </p:nvSpPr>
        <p:spPr>
          <a:xfrm>
            <a:off x="6372200" y="418494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379" name="Rechteck 378">
            <a:extLst>
              <a:ext uri="{FF2B5EF4-FFF2-40B4-BE49-F238E27FC236}">
                <a16:creationId xmlns:a16="http://schemas.microsoft.com/office/drawing/2014/main" id="{FB959E04-340C-4A80-89F1-41BECDF51BE1}"/>
              </a:ext>
            </a:extLst>
          </p:cNvPr>
          <p:cNvSpPr/>
          <p:nvPr/>
        </p:nvSpPr>
        <p:spPr>
          <a:xfrm>
            <a:off x="6372200" y="429296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380" name="Rechteck 379">
            <a:extLst>
              <a:ext uri="{FF2B5EF4-FFF2-40B4-BE49-F238E27FC236}">
                <a16:creationId xmlns:a16="http://schemas.microsoft.com/office/drawing/2014/main" id="{0D7DD339-EDC9-42EB-914C-14F124C7CD5B}"/>
              </a:ext>
            </a:extLst>
          </p:cNvPr>
          <p:cNvSpPr/>
          <p:nvPr/>
        </p:nvSpPr>
        <p:spPr>
          <a:xfrm>
            <a:off x="6372200" y="440097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cxnSp>
        <p:nvCxnSpPr>
          <p:cNvPr id="381" name="Gerade Verbindung 106">
            <a:extLst>
              <a:ext uri="{FF2B5EF4-FFF2-40B4-BE49-F238E27FC236}">
                <a16:creationId xmlns:a16="http://schemas.microsoft.com/office/drawing/2014/main" id="{66B7FCC9-A60C-41AB-8BAF-0AA95C85862E}"/>
              </a:ext>
            </a:extLst>
          </p:cNvPr>
          <p:cNvCxnSpPr/>
          <p:nvPr/>
        </p:nvCxnSpPr>
        <p:spPr>
          <a:xfrm>
            <a:off x="6732240" y="242092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2" name="Gerade Verbindung 142">
            <a:extLst>
              <a:ext uri="{FF2B5EF4-FFF2-40B4-BE49-F238E27FC236}">
                <a16:creationId xmlns:a16="http://schemas.microsoft.com/office/drawing/2014/main" id="{1CA0BBA2-2867-466F-95B7-B531A64547D6}"/>
              </a:ext>
            </a:extLst>
          </p:cNvPr>
          <p:cNvCxnSpPr/>
          <p:nvPr/>
        </p:nvCxnSpPr>
        <p:spPr>
          <a:xfrm>
            <a:off x="6732240" y="267294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3" name="Gerade Verbindung 143">
            <a:extLst>
              <a:ext uri="{FF2B5EF4-FFF2-40B4-BE49-F238E27FC236}">
                <a16:creationId xmlns:a16="http://schemas.microsoft.com/office/drawing/2014/main" id="{B1BC6410-E1BC-4FDC-9744-474D4A3EF0AA}"/>
              </a:ext>
            </a:extLst>
          </p:cNvPr>
          <p:cNvCxnSpPr/>
          <p:nvPr/>
        </p:nvCxnSpPr>
        <p:spPr>
          <a:xfrm>
            <a:off x="6732240" y="2168892"/>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4" name="Rechteck 383">
            <a:extLst>
              <a:ext uri="{FF2B5EF4-FFF2-40B4-BE49-F238E27FC236}">
                <a16:creationId xmlns:a16="http://schemas.microsoft.com/office/drawing/2014/main" id="{11B42A5D-655C-4A47-BEB0-FC454B15A0A7}"/>
              </a:ext>
            </a:extLst>
          </p:cNvPr>
          <p:cNvSpPr/>
          <p:nvPr/>
        </p:nvSpPr>
        <p:spPr>
          <a:xfrm>
            <a:off x="6372200" y="2384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0.0000</a:t>
            </a:r>
          </a:p>
        </p:txBody>
      </p:sp>
      <p:sp>
        <p:nvSpPr>
          <p:cNvPr id="385" name="Rechteck 384">
            <a:extLst>
              <a:ext uri="{FF2B5EF4-FFF2-40B4-BE49-F238E27FC236}">
                <a16:creationId xmlns:a16="http://schemas.microsoft.com/office/drawing/2014/main" id="{783DAAC6-ADAA-4B8A-9EBD-43D954EFE285}"/>
              </a:ext>
            </a:extLst>
          </p:cNvPr>
          <p:cNvSpPr/>
          <p:nvPr/>
        </p:nvSpPr>
        <p:spPr>
          <a:xfrm>
            <a:off x="6372200" y="224091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386" name="Rechteck 385">
            <a:extLst>
              <a:ext uri="{FF2B5EF4-FFF2-40B4-BE49-F238E27FC236}">
                <a16:creationId xmlns:a16="http://schemas.microsoft.com/office/drawing/2014/main" id="{230456CD-6F71-443A-8E9E-720BDB2E1827}"/>
              </a:ext>
            </a:extLst>
          </p:cNvPr>
          <p:cNvSpPr/>
          <p:nvPr/>
        </p:nvSpPr>
        <p:spPr>
          <a:xfrm>
            <a:off x="6372200" y="213289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387" name="Rechteck 386">
            <a:extLst>
              <a:ext uri="{FF2B5EF4-FFF2-40B4-BE49-F238E27FC236}">
                <a16:creationId xmlns:a16="http://schemas.microsoft.com/office/drawing/2014/main" id="{B993A8BD-DE75-4468-B866-7EBB82A81186}"/>
              </a:ext>
            </a:extLst>
          </p:cNvPr>
          <p:cNvSpPr/>
          <p:nvPr/>
        </p:nvSpPr>
        <p:spPr>
          <a:xfrm>
            <a:off x="6372200" y="202487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388" name="Rechteck 387">
            <a:extLst>
              <a:ext uri="{FF2B5EF4-FFF2-40B4-BE49-F238E27FC236}">
                <a16:creationId xmlns:a16="http://schemas.microsoft.com/office/drawing/2014/main" id="{033F696C-B559-41A4-BAF1-6BF76CE3875A}"/>
              </a:ext>
            </a:extLst>
          </p:cNvPr>
          <p:cNvSpPr/>
          <p:nvPr/>
        </p:nvSpPr>
        <p:spPr>
          <a:xfrm>
            <a:off x="6372200" y="2528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389" name="Rechteck 388">
            <a:extLst>
              <a:ext uri="{FF2B5EF4-FFF2-40B4-BE49-F238E27FC236}">
                <a16:creationId xmlns:a16="http://schemas.microsoft.com/office/drawing/2014/main" id="{37638684-4F34-4C8C-BDD2-2668E8E6C80D}"/>
              </a:ext>
            </a:extLst>
          </p:cNvPr>
          <p:cNvSpPr/>
          <p:nvPr/>
        </p:nvSpPr>
        <p:spPr>
          <a:xfrm>
            <a:off x="6372200" y="263695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390" name="Rechteck 389">
            <a:extLst>
              <a:ext uri="{FF2B5EF4-FFF2-40B4-BE49-F238E27FC236}">
                <a16:creationId xmlns:a16="http://schemas.microsoft.com/office/drawing/2014/main" id="{D85E415D-B1C4-4496-8441-BCDC27F7BE64}"/>
              </a:ext>
            </a:extLst>
          </p:cNvPr>
          <p:cNvSpPr/>
          <p:nvPr/>
        </p:nvSpPr>
        <p:spPr>
          <a:xfrm>
            <a:off x="6372200" y="274496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sp>
        <p:nvSpPr>
          <p:cNvPr id="391" name="Gleichschenkliges Dreieck 390">
            <a:extLst>
              <a:ext uri="{FF2B5EF4-FFF2-40B4-BE49-F238E27FC236}">
                <a16:creationId xmlns:a16="http://schemas.microsoft.com/office/drawing/2014/main" id="{77226593-DAB8-47A7-B001-FC4EA8B0EF02}"/>
              </a:ext>
            </a:extLst>
          </p:cNvPr>
          <p:cNvSpPr/>
          <p:nvPr/>
        </p:nvSpPr>
        <p:spPr>
          <a:xfrm rot="16200000">
            <a:off x="7020272" y="2384924"/>
            <a:ext cx="72008" cy="72008"/>
          </a:xfrm>
          <a:prstGeom prst="triangle">
            <a:avLst/>
          </a:prstGeom>
          <a:solidFill>
            <a:schemeClr val="accent5">
              <a:lumMod val="40000"/>
              <a:lumOff val="60000"/>
            </a:schemeClr>
          </a:solidFill>
          <a:ln w="952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402" name="Gerade Verbindung 106">
            <a:extLst>
              <a:ext uri="{FF2B5EF4-FFF2-40B4-BE49-F238E27FC236}">
                <a16:creationId xmlns:a16="http://schemas.microsoft.com/office/drawing/2014/main" id="{E1EF7B8B-2B65-4D74-91D0-A88757B91A20}"/>
              </a:ext>
            </a:extLst>
          </p:cNvPr>
          <p:cNvCxnSpPr/>
          <p:nvPr/>
        </p:nvCxnSpPr>
        <p:spPr>
          <a:xfrm>
            <a:off x="5220072" y="242092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3" name="Gerade Verbindung 142">
            <a:extLst>
              <a:ext uri="{FF2B5EF4-FFF2-40B4-BE49-F238E27FC236}">
                <a16:creationId xmlns:a16="http://schemas.microsoft.com/office/drawing/2014/main" id="{318BF36D-EB91-4421-BA8C-4DF0615C2751}"/>
              </a:ext>
            </a:extLst>
          </p:cNvPr>
          <p:cNvCxnSpPr/>
          <p:nvPr/>
        </p:nvCxnSpPr>
        <p:spPr>
          <a:xfrm>
            <a:off x="5220072" y="267294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4" name="Gerade Verbindung 143">
            <a:extLst>
              <a:ext uri="{FF2B5EF4-FFF2-40B4-BE49-F238E27FC236}">
                <a16:creationId xmlns:a16="http://schemas.microsoft.com/office/drawing/2014/main" id="{2EF8C3D5-3B31-4C05-A105-8F88D55D18B7}"/>
              </a:ext>
            </a:extLst>
          </p:cNvPr>
          <p:cNvCxnSpPr/>
          <p:nvPr/>
        </p:nvCxnSpPr>
        <p:spPr>
          <a:xfrm>
            <a:off x="5220072" y="2168892"/>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5" name="Rechteck 404">
            <a:extLst>
              <a:ext uri="{FF2B5EF4-FFF2-40B4-BE49-F238E27FC236}">
                <a16:creationId xmlns:a16="http://schemas.microsoft.com/office/drawing/2014/main" id="{96E4CE48-2F6D-4CB1-9553-1F08DF746B8D}"/>
              </a:ext>
            </a:extLst>
          </p:cNvPr>
          <p:cNvSpPr/>
          <p:nvPr/>
        </p:nvSpPr>
        <p:spPr>
          <a:xfrm>
            <a:off x="4860032" y="2384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0.0000</a:t>
            </a:r>
          </a:p>
        </p:txBody>
      </p:sp>
      <p:sp>
        <p:nvSpPr>
          <p:cNvPr id="406" name="Rechteck 405">
            <a:extLst>
              <a:ext uri="{FF2B5EF4-FFF2-40B4-BE49-F238E27FC236}">
                <a16:creationId xmlns:a16="http://schemas.microsoft.com/office/drawing/2014/main" id="{5CD7BEA1-06C3-48EB-A977-8C306ECE14D3}"/>
              </a:ext>
            </a:extLst>
          </p:cNvPr>
          <p:cNvSpPr/>
          <p:nvPr/>
        </p:nvSpPr>
        <p:spPr>
          <a:xfrm>
            <a:off x="4860032" y="224091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407" name="Rechteck 406">
            <a:extLst>
              <a:ext uri="{FF2B5EF4-FFF2-40B4-BE49-F238E27FC236}">
                <a16:creationId xmlns:a16="http://schemas.microsoft.com/office/drawing/2014/main" id="{6D45AD5E-EE9A-4382-94BC-8C8CAFB34297}"/>
              </a:ext>
            </a:extLst>
          </p:cNvPr>
          <p:cNvSpPr/>
          <p:nvPr/>
        </p:nvSpPr>
        <p:spPr>
          <a:xfrm>
            <a:off x="4860032" y="213289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408" name="Rechteck 407">
            <a:extLst>
              <a:ext uri="{FF2B5EF4-FFF2-40B4-BE49-F238E27FC236}">
                <a16:creationId xmlns:a16="http://schemas.microsoft.com/office/drawing/2014/main" id="{B3EA7BDA-D7E2-46AA-8B07-6B0936A9C0B8}"/>
              </a:ext>
            </a:extLst>
          </p:cNvPr>
          <p:cNvSpPr/>
          <p:nvPr/>
        </p:nvSpPr>
        <p:spPr>
          <a:xfrm>
            <a:off x="4860032" y="202487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sp>
        <p:nvSpPr>
          <p:cNvPr id="409" name="Rechteck 408">
            <a:extLst>
              <a:ext uri="{FF2B5EF4-FFF2-40B4-BE49-F238E27FC236}">
                <a16:creationId xmlns:a16="http://schemas.microsoft.com/office/drawing/2014/main" id="{52D41038-A4C6-4630-8729-EAEF8651F543}"/>
              </a:ext>
            </a:extLst>
          </p:cNvPr>
          <p:cNvSpPr/>
          <p:nvPr/>
        </p:nvSpPr>
        <p:spPr>
          <a:xfrm>
            <a:off x="4860032" y="2528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410" name="Rechteck 409">
            <a:extLst>
              <a:ext uri="{FF2B5EF4-FFF2-40B4-BE49-F238E27FC236}">
                <a16:creationId xmlns:a16="http://schemas.microsoft.com/office/drawing/2014/main" id="{2C8E35E9-629E-4EC9-8B63-75D68518135C}"/>
              </a:ext>
            </a:extLst>
          </p:cNvPr>
          <p:cNvSpPr/>
          <p:nvPr/>
        </p:nvSpPr>
        <p:spPr>
          <a:xfrm>
            <a:off x="4860032" y="263695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411" name="Rechteck 410">
            <a:extLst>
              <a:ext uri="{FF2B5EF4-FFF2-40B4-BE49-F238E27FC236}">
                <a16:creationId xmlns:a16="http://schemas.microsoft.com/office/drawing/2014/main" id="{0917A48E-C0CF-4E45-8FD9-EC12F93F5472}"/>
              </a:ext>
            </a:extLst>
          </p:cNvPr>
          <p:cNvSpPr/>
          <p:nvPr/>
        </p:nvSpPr>
        <p:spPr>
          <a:xfrm>
            <a:off x="4860032" y="274496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412" name="Gleichschenkliges Dreieck 411">
            <a:extLst>
              <a:ext uri="{FF2B5EF4-FFF2-40B4-BE49-F238E27FC236}">
                <a16:creationId xmlns:a16="http://schemas.microsoft.com/office/drawing/2014/main" id="{77304B85-4450-4A31-A98F-F98BCC6D29B9}"/>
              </a:ext>
            </a:extLst>
          </p:cNvPr>
          <p:cNvSpPr/>
          <p:nvPr/>
        </p:nvSpPr>
        <p:spPr>
          <a:xfrm rot="16200000">
            <a:off x="5508104" y="4292952"/>
            <a:ext cx="72008" cy="72008"/>
          </a:xfrm>
          <a:prstGeom prst="triangle">
            <a:avLst/>
          </a:prstGeom>
          <a:solidFill>
            <a:srgbClr val="3366FF"/>
          </a:solidFill>
          <a:ln w="9525">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413" name="Gerade Verbindung 106">
            <a:extLst>
              <a:ext uri="{FF2B5EF4-FFF2-40B4-BE49-F238E27FC236}">
                <a16:creationId xmlns:a16="http://schemas.microsoft.com/office/drawing/2014/main" id="{4B3D8873-D455-4514-84A0-AF6DAD70B0D3}"/>
              </a:ext>
            </a:extLst>
          </p:cNvPr>
          <p:cNvCxnSpPr/>
          <p:nvPr/>
        </p:nvCxnSpPr>
        <p:spPr>
          <a:xfrm>
            <a:off x="5220072" y="407692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4" name="Gerade Verbindung 142">
            <a:extLst>
              <a:ext uri="{FF2B5EF4-FFF2-40B4-BE49-F238E27FC236}">
                <a16:creationId xmlns:a16="http://schemas.microsoft.com/office/drawing/2014/main" id="{A9AE3800-AD7C-4AFC-919C-B65F2BFFF013}"/>
              </a:ext>
            </a:extLst>
          </p:cNvPr>
          <p:cNvCxnSpPr/>
          <p:nvPr/>
        </p:nvCxnSpPr>
        <p:spPr>
          <a:xfrm>
            <a:off x="5220072" y="432894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5" name="Gerade Verbindung 143">
            <a:extLst>
              <a:ext uri="{FF2B5EF4-FFF2-40B4-BE49-F238E27FC236}">
                <a16:creationId xmlns:a16="http://schemas.microsoft.com/office/drawing/2014/main" id="{CF783D2E-C5CA-4DC1-9886-2026BF168D87}"/>
              </a:ext>
            </a:extLst>
          </p:cNvPr>
          <p:cNvCxnSpPr/>
          <p:nvPr/>
        </p:nvCxnSpPr>
        <p:spPr>
          <a:xfrm>
            <a:off x="5220072" y="3824892"/>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6" name="Rechteck 415">
            <a:extLst>
              <a:ext uri="{FF2B5EF4-FFF2-40B4-BE49-F238E27FC236}">
                <a16:creationId xmlns:a16="http://schemas.microsoft.com/office/drawing/2014/main" id="{EF28774D-46A5-4213-B996-ABC59B4A4CDF}"/>
              </a:ext>
            </a:extLst>
          </p:cNvPr>
          <p:cNvSpPr/>
          <p:nvPr/>
        </p:nvSpPr>
        <p:spPr>
          <a:xfrm>
            <a:off x="4860032" y="4040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0.0000</a:t>
            </a:r>
          </a:p>
        </p:txBody>
      </p:sp>
      <p:sp>
        <p:nvSpPr>
          <p:cNvPr id="417" name="Rechteck 416">
            <a:extLst>
              <a:ext uri="{FF2B5EF4-FFF2-40B4-BE49-F238E27FC236}">
                <a16:creationId xmlns:a16="http://schemas.microsoft.com/office/drawing/2014/main" id="{7315C827-AD49-4024-ACE0-C648F5F225FF}"/>
              </a:ext>
            </a:extLst>
          </p:cNvPr>
          <p:cNvSpPr/>
          <p:nvPr/>
        </p:nvSpPr>
        <p:spPr>
          <a:xfrm>
            <a:off x="4860032" y="389691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418" name="Rechteck 417">
            <a:extLst>
              <a:ext uri="{FF2B5EF4-FFF2-40B4-BE49-F238E27FC236}">
                <a16:creationId xmlns:a16="http://schemas.microsoft.com/office/drawing/2014/main" id="{D4ABA001-E62F-4BD2-B4CA-BDD3383389E2}"/>
              </a:ext>
            </a:extLst>
          </p:cNvPr>
          <p:cNvSpPr/>
          <p:nvPr/>
        </p:nvSpPr>
        <p:spPr>
          <a:xfrm>
            <a:off x="4860032" y="378889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419" name="Rechteck 418">
            <a:extLst>
              <a:ext uri="{FF2B5EF4-FFF2-40B4-BE49-F238E27FC236}">
                <a16:creationId xmlns:a16="http://schemas.microsoft.com/office/drawing/2014/main" id="{DE97ECE3-8E8D-4495-8E25-0E4D13AF2239}"/>
              </a:ext>
            </a:extLst>
          </p:cNvPr>
          <p:cNvSpPr/>
          <p:nvPr/>
        </p:nvSpPr>
        <p:spPr>
          <a:xfrm>
            <a:off x="4860032" y="368087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sp>
        <p:nvSpPr>
          <p:cNvPr id="420" name="Rechteck 419">
            <a:extLst>
              <a:ext uri="{FF2B5EF4-FFF2-40B4-BE49-F238E27FC236}">
                <a16:creationId xmlns:a16="http://schemas.microsoft.com/office/drawing/2014/main" id="{A8CDCCFC-B401-42A9-BC67-75F017BC0543}"/>
              </a:ext>
            </a:extLst>
          </p:cNvPr>
          <p:cNvSpPr/>
          <p:nvPr/>
        </p:nvSpPr>
        <p:spPr>
          <a:xfrm>
            <a:off x="4860032" y="4184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421" name="Rechteck 420">
            <a:extLst>
              <a:ext uri="{FF2B5EF4-FFF2-40B4-BE49-F238E27FC236}">
                <a16:creationId xmlns:a16="http://schemas.microsoft.com/office/drawing/2014/main" id="{DB6BCB17-A161-4B1C-A11F-DDDE95D03967}"/>
              </a:ext>
            </a:extLst>
          </p:cNvPr>
          <p:cNvSpPr/>
          <p:nvPr/>
        </p:nvSpPr>
        <p:spPr>
          <a:xfrm>
            <a:off x="4860032" y="429295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422" name="Rechteck 421">
            <a:extLst>
              <a:ext uri="{FF2B5EF4-FFF2-40B4-BE49-F238E27FC236}">
                <a16:creationId xmlns:a16="http://schemas.microsoft.com/office/drawing/2014/main" id="{8D9DEE0D-B13E-4010-BAE5-AF190ED1F9E9}"/>
              </a:ext>
            </a:extLst>
          </p:cNvPr>
          <p:cNvSpPr/>
          <p:nvPr/>
        </p:nvSpPr>
        <p:spPr>
          <a:xfrm>
            <a:off x="4860032" y="440096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423" name="Gleichschenkliges Dreieck 422">
            <a:extLst>
              <a:ext uri="{FF2B5EF4-FFF2-40B4-BE49-F238E27FC236}">
                <a16:creationId xmlns:a16="http://schemas.microsoft.com/office/drawing/2014/main" id="{20B7AB2C-6F1A-4477-BC68-513777DE27C7}"/>
              </a:ext>
            </a:extLst>
          </p:cNvPr>
          <p:cNvSpPr/>
          <p:nvPr/>
        </p:nvSpPr>
        <p:spPr>
          <a:xfrm rot="16200000">
            <a:off x="8532440" y="2384924"/>
            <a:ext cx="72008" cy="72008"/>
          </a:xfrm>
          <a:prstGeom prst="triangle">
            <a:avLst/>
          </a:prstGeom>
          <a:solidFill>
            <a:srgbClr val="3366FF"/>
          </a:solidFill>
          <a:ln w="9525">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b="1">
              <a:solidFill>
                <a:srgbClr val="3366FF"/>
              </a:solidFill>
            </a:endParaRPr>
          </a:p>
        </p:txBody>
      </p:sp>
      <p:sp>
        <p:nvSpPr>
          <p:cNvPr id="424" name="Gleichschenkliges Dreieck 423">
            <a:extLst>
              <a:ext uri="{FF2B5EF4-FFF2-40B4-BE49-F238E27FC236}">
                <a16:creationId xmlns:a16="http://schemas.microsoft.com/office/drawing/2014/main" id="{86103F04-1B80-4ED4-AD4B-C18819E57F0C}"/>
              </a:ext>
            </a:extLst>
          </p:cNvPr>
          <p:cNvSpPr/>
          <p:nvPr/>
        </p:nvSpPr>
        <p:spPr>
          <a:xfrm rot="16200000">
            <a:off x="8532440" y="3788896"/>
            <a:ext cx="72008" cy="72008"/>
          </a:xfrm>
          <a:prstGeom prst="triangle">
            <a:avLst/>
          </a:prstGeom>
          <a:solidFill>
            <a:srgbClr val="3366FF"/>
          </a:solidFill>
          <a:ln w="9525">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425" name="Gerade Verbindung 106">
            <a:extLst>
              <a:ext uri="{FF2B5EF4-FFF2-40B4-BE49-F238E27FC236}">
                <a16:creationId xmlns:a16="http://schemas.microsoft.com/office/drawing/2014/main" id="{E413FBE0-C032-4BBA-AE0E-81AD4ADE0D42}"/>
              </a:ext>
            </a:extLst>
          </p:cNvPr>
          <p:cNvCxnSpPr/>
          <p:nvPr/>
        </p:nvCxnSpPr>
        <p:spPr>
          <a:xfrm>
            <a:off x="8244408" y="242092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6" name="Gerade Verbindung 142">
            <a:extLst>
              <a:ext uri="{FF2B5EF4-FFF2-40B4-BE49-F238E27FC236}">
                <a16:creationId xmlns:a16="http://schemas.microsoft.com/office/drawing/2014/main" id="{B8138E4B-4F80-45E6-89E2-E2D1896BC0C5}"/>
              </a:ext>
            </a:extLst>
          </p:cNvPr>
          <p:cNvCxnSpPr/>
          <p:nvPr/>
        </p:nvCxnSpPr>
        <p:spPr>
          <a:xfrm>
            <a:off x="8244408" y="267294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7" name="Gerade Verbindung 143">
            <a:extLst>
              <a:ext uri="{FF2B5EF4-FFF2-40B4-BE49-F238E27FC236}">
                <a16:creationId xmlns:a16="http://schemas.microsoft.com/office/drawing/2014/main" id="{7A72BA9E-6C94-4F11-82CB-67D32F21813F}"/>
              </a:ext>
            </a:extLst>
          </p:cNvPr>
          <p:cNvCxnSpPr/>
          <p:nvPr/>
        </p:nvCxnSpPr>
        <p:spPr>
          <a:xfrm>
            <a:off x="8244408" y="2168892"/>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8" name="Rechteck 427">
            <a:extLst>
              <a:ext uri="{FF2B5EF4-FFF2-40B4-BE49-F238E27FC236}">
                <a16:creationId xmlns:a16="http://schemas.microsoft.com/office/drawing/2014/main" id="{BB2BF503-71ED-4E3C-8F21-90A23B79729A}"/>
              </a:ext>
            </a:extLst>
          </p:cNvPr>
          <p:cNvSpPr/>
          <p:nvPr/>
        </p:nvSpPr>
        <p:spPr>
          <a:xfrm>
            <a:off x="7884368" y="2384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0.0000</a:t>
            </a:r>
          </a:p>
        </p:txBody>
      </p:sp>
      <p:sp>
        <p:nvSpPr>
          <p:cNvPr id="429" name="Rechteck 428">
            <a:extLst>
              <a:ext uri="{FF2B5EF4-FFF2-40B4-BE49-F238E27FC236}">
                <a16:creationId xmlns:a16="http://schemas.microsoft.com/office/drawing/2014/main" id="{5D61AC1D-C55E-412F-A705-3AB4F31D342A}"/>
              </a:ext>
            </a:extLst>
          </p:cNvPr>
          <p:cNvSpPr/>
          <p:nvPr/>
        </p:nvSpPr>
        <p:spPr>
          <a:xfrm>
            <a:off x="7884368" y="224091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0.0009</a:t>
            </a:r>
          </a:p>
        </p:txBody>
      </p:sp>
      <p:sp>
        <p:nvSpPr>
          <p:cNvPr id="430" name="Rechteck 429">
            <a:extLst>
              <a:ext uri="{FF2B5EF4-FFF2-40B4-BE49-F238E27FC236}">
                <a16:creationId xmlns:a16="http://schemas.microsoft.com/office/drawing/2014/main" id="{88B15E0A-FE45-4489-9F78-0FF00BF375B8}"/>
              </a:ext>
            </a:extLst>
          </p:cNvPr>
          <p:cNvSpPr/>
          <p:nvPr/>
        </p:nvSpPr>
        <p:spPr>
          <a:xfrm>
            <a:off x="7884368" y="213289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0.0010</a:t>
            </a:r>
          </a:p>
        </p:txBody>
      </p:sp>
      <p:sp>
        <p:nvSpPr>
          <p:cNvPr id="431" name="Rechteck 430">
            <a:extLst>
              <a:ext uri="{FF2B5EF4-FFF2-40B4-BE49-F238E27FC236}">
                <a16:creationId xmlns:a16="http://schemas.microsoft.com/office/drawing/2014/main" id="{6F0CBA0D-D214-4F64-B5A2-D41D430F8F29}"/>
              </a:ext>
            </a:extLst>
          </p:cNvPr>
          <p:cNvSpPr/>
          <p:nvPr/>
        </p:nvSpPr>
        <p:spPr>
          <a:xfrm>
            <a:off x="7884368" y="2024876"/>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432" name="Rechteck 431">
            <a:extLst>
              <a:ext uri="{FF2B5EF4-FFF2-40B4-BE49-F238E27FC236}">
                <a16:creationId xmlns:a16="http://schemas.microsoft.com/office/drawing/2014/main" id="{45B08FE7-0241-4C98-B8DF-00D1163A608D}"/>
              </a:ext>
            </a:extLst>
          </p:cNvPr>
          <p:cNvSpPr/>
          <p:nvPr/>
        </p:nvSpPr>
        <p:spPr>
          <a:xfrm>
            <a:off x="7884368" y="2528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433" name="Rechteck 432">
            <a:extLst>
              <a:ext uri="{FF2B5EF4-FFF2-40B4-BE49-F238E27FC236}">
                <a16:creationId xmlns:a16="http://schemas.microsoft.com/office/drawing/2014/main" id="{63B1429F-AB10-4192-9F25-8DA1F1FBF509}"/>
              </a:ext>
            </a:extLst>
          </p:cNvPr>
          <p:cNvSpPr/>
          <p:nvPr/>
        </p:nvSpPr>
        <p:spPr>
          <a:xfrm>
            <a:off x="7884368" y="263695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434" name="Rechteck 433">
            <a:extLst>
              <a:ext uri="{FF2B5EF4-FFF2-40B4-BE49-F238E27FC236}">
                <a16:creationId xmlns:a16="http://schemas.microsoft.com/office/drawing/2014/main" id="{3C335922-65A7-4191-A524-8EDE21D8B9F1}"/>
              </a:ext>
            </a:extLst>
          </p:cNvPr>
          <p:cNvSpPr/>
          <p:nvPr/>
        </p:nvSpPr>
        <p:spPr>
          <a:xfrm>
            <a:off x="7884368" y="274496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cxnSp>
        <p:nvCxnSpPr>
          <p:cNvPr id="436" name="Gerade Verbindung 106">
            <a:extLst>
              <a:ext uri="{FF2B5EF4-FFF2-40B4-BE49-F238E27FC236}">
                <a16:creationId xmlns:a16="http://schemas.microsoft.com/office/drawing/2014/main" id="{520F3952-9D6F-42A2-9169-B78D15D7DA05}"/>
              </a:ext>
            </a:extLst>
          </p:cNvPr>
          <p:cNvCxnSpPr/>
          <p:nvPr/>
        </p:nvCxnSpPr>
        <p:spPr>
          <a:xfrm>
            <a:off x="8244408" y="4076928"/>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7" name="Gerade Verbindung 142">
            <a:extLst>
              <a:ext uri="{FF2B5EF4-FFF2-40B4-BE49-F238E27FC236}">
                <a16:creationId xmlns:a16="http://schemas.microsoft.com/office/drawing/2014/main" id="{4D35429B-460F-4AEA-94A4-3E505E6D86F6}"/>
              </a:ext>
            </a:extLst>
          </p:cNvPr>
          <p:cNvCxnSpPr/>
          <p:nvPr/>
        </p:nvCxnSpPr>
        <p:spPr>
          <a:xfrm>
            <a:off x="8244408" y="4328956"/>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8" name="Gerade Verbindung 143">
            <a:extLst>
              <a:ext uri="{FF2B5EF4-FFF2-40B4-BE49-F238E27FC236}">
                <a16:creationId xmlns:a16="http://schemas.microsoft.com/office/drawing/2014/main" id="{E5EFBE2F-269D-4072-9072-B9A4A4316D74}"/>
              </a:ext>
            </a:extLst>
          </p:cNvPr>
          <p:cNvCxnSpPr/>
          <p:nvPr/>
        </p:nvCxnSpPr>
        <p:spPr>
          <a:xfrm>
            <a:off x="8244408" y="3824900"/>
            <a:ext cx="720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9" name="Rechteck 438">
            <a:extLst>
              <a:ext uri="{FF2B5EF4-FFF2-40B4-BE49-F238E27FC236}">
                <a16:creationId xmlns:a16="http://schemas.microsoft.com/office/drawing/2014/main" id="{EA45532F-974F-4660-81E0-373F3E1F8A77}"/>
              </a:ext>
            </a:extLst>
          </p:cNvPr>
          <p:cNvSpPr/>
          <p:nvPr/>
        </p:nvSpPr>
        <p:spPr>
          <a:xfrm>
            <a:off x="7884368" y="404093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0.0000</a:t>
            </a:r>
          </a:p>
        </p:txBody>
      </p:sp>
      <p:sp>
        <p:nvSpPr>
          <p:cNvPr id="440" name="Rechteck 439">
            <a:extLst>
              <a:ext uri="{FF2B5EF4-FFF2-40B4-BE49-F238E27FC236}">
                <a16:creationId xmlns:a16="http://schemas.microsoft.com/office/drawing/2014/main" id="{DCFA0AE2-BEF1-4F5D-848B-A8D83708E91D}"/>
              </a:ext>
            </a:extLst>
          </p:cNvPr>
          <p:cNvSpPr/>
          <p:nvPr/>
        </p:nvSpPr>
        <p:spPr>
          <a:xfrm>
            <a:off x="7884368" y="389692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441" name="Rechteck 440">
            <a:extLst>
              <a:ext uri="{FF2B5EF4-FFF2-40B4-BE49-F238E27FC236}">
                <a16:creationId xmlns:a16="http://schemas.microsoft.com/office/drawing/2014/main" id="{1D3AA546-E0A7-45EA-A8FF-915C950FBFCE}"/>
              </a:ext>
            </a:extLst>
          </p:cNvPr>
          <p:cNvSpPr/>
          <p:nvPr/>
        </p:nvSpPr>
        <p:spPr>
          <a:xfrm>
            <a:off x="7884368" y="378890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442" name="Rechteck 441">
            <a:extLst>
              <a:ext uri="{FF2B5EF4-FFF2-40B4-BE49-F238E27FC236}">
                <a16:creationId xmlns:a16="http://schemas.microsoft.com/office/drawing/2014/main" id="{8D2F9CAD-56F8-4972-8D41-66E906B7AB54}"/>
              </a:ext>
            </a:extLst>
          </p:cNvPr>
          <p:cNvSpPr/>
          <p:nvPr/>
        </p:nvSpPr>
        <p:spPr>
          <a:xfrm>
            <a:off x="7884368" y="3680884"/>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chemeClr val="accent5"/>
                </a:solidFill>
              </a:rPr>
              <a:t>0.0011</a:t>
            </a:r>
          </a:p>
        </p:txBody>
      </p:sp>
      <p:sp>
        <p:nvSpPr>
          <p:cNvPr id="443" name="Rechteck 442">
            <a:extLst>
              <a:ext uri="{FF2B5EF4-FFF2-40B4-BE49-F238E27FC236}">
                <a16:creationId xmlns:a16="http://schemas.microsoft.com/office/drawing/2014/main" id="{1BEE88EC-B663-43C9-B971-1FA91390B671}"/>
              </a:ext>
            </a:extLst>
          </p:cNvPr>
          <p:cNvSpPr/>
          <p:nvPr/>
        </p:nvSpPr>
        <p:spPr>
          <a:xfrm>
            <a:off x="7884368" y="418494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-0.0009</a:t>
            </a:r>
          </a:p>
        </p:txBody>
      </p:sp>
      <p:sp>
        <p:nvSpPr>
          <p:cNvPr id="444" name="Rechteck 443">
            <a:extLst>
              <a:ext uri="{FF2B5EF4-FFF2-40B4-BE49-F238E27FC236}">
                <a16:creationId xmlns:a16="http://schemas.microsoft.com/office/drawing/2014/main" id="{025ECD74-7861-418F-8569-3CDFC36A03D6}"/>
              </a:ext>
            </a:extLst>
          </p:cNvPr>
          <p:cNvSpPr/>
          <p:nvPr/>
        </p:nvSpPr>
        <p:spPr>
          <a:xfrm>
            <a:off x="7884368" y="4292960"/>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-0.0010</a:t>
            </a:r>
          </a:p>
        </p:txBody>
      </p:sp>
      <p:sp>
        <p:nvSpPr>
          <p:cNvPr id="445" name="Rechteck 444">
            <a:extLst>
              <a:ext uri="{FF2B5EF4-FFF2-40B4-BE49-F238E27FC236}">
                <a16:creationId xmlns:a16="http://schemas.microsoft.com/office/drawing/2014/main" id="{89035665-C84C-4922-B7D6-329058C14FD6}"/>
              </a:ext>
            </a:extLst>
          </p:cNvPr>
          <p:cNvSpPr/>
          <p:nvPr/>
        </p:nvSpPr>
        <p:spPr>
          <a:xfrm>
            <a:off x="7884368" y="4400972"/>
            <a:ext cx="36004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r>
              <a:rPr lang="en-US" sz="800">
                <a:solidFill>
                  <a:srgbClr val="3366FF"/>
                </a:solidFill>
              </a:rPr>
              <a:t>-0.0011</a:t>
            </a:r>
          </a:p>
        </p:txBody>
      </p:sp>
      <p:sp>
        <p:nvSpPr>
          <p:cNvPr id="446" name="Rechteck 445">
            <a:extLst>
              <a:ext uri="{FF2B5EF4-FFF2-40B4-BE49-F238E27FC236}">
                <a16:creationId xmlns:a16="http://schemas.microsoft.com/office/drawing/2014/main" id="{84296583-1F3C-4879-951D-CB87DD778610}"/>
              </a:ext>
            </a:extLst>
          </p:cNvPr>
          <p:cNvSpPr/>
          <p:nvPr/>
        </p:nvSpPr>
        <p:spPr>
          <a:xfrm>
            <a:off x="395312" y="321284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dirty="0">
                <a:solidFill>
                  <a:schemeClr val="tx1"/>
                </a:solidFill>
              </a:rPr>
              <a:t>=~  /  ==~  0</a:t>
            </a:r>
          </a:p>
        </p:txBody>
      </p:sp>
      <p:sp>
        <p:nvSpPr>
          <p:cNvPr id="447" name="Rechteck 446">
            <a:extLst>
              <a:ext uri="{FF2B5EF4-FFF2-40B4-BE49-F238E27FC236}">
                <a16:creationId xmlns:a16="http://schemas.microsoft.com/office/drawing/2014/main" id="{AA2F52A2-5182-40AA-8ABF-2D513379BF06}"/>
              </a:ext>
            </a:extLst>
          </p:cNvPr>
          <p:cNvSpPr/>
          <p:nvPr/>
        </p:nvSpPr>
        <p:spPr>
          <a:xfrm>
            <a:off x="1907480" y="321284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dirty="0">
                <a:solidFill>
                  <a:schemeClr val="tx1"/>
                </a:solidFill>
              </a:rPr>
              <a:t>&lt;&gt;~  /  !=~  0</a:t>
            </a:r>
          </a:p>
        </p:txBody>
      </p:sp>
      <p:sp>
        <p:nvSpPr>
          <p:cNvPr id="448" name="Rechteck 447">
            <a:extLst>
              <a:ext uri="{FF2B5EF4-FFF2-40B4-BE49-F238E27FC236}">
                <a16:creationId xmlns:a16="http://schemas.microsoft.com/office/drawing/2014/main" id="{B5AB6B31-AA19-4C3F-B1BB-64FAB8D8DF3F}"/>
              </a:ext>
            </a:extLst>
          </p:cNvPr>
          <p:cNvSpPr/>
          <p:nvPr/>
        </p:nvSpPr>
        <p:spPr>
          <a:xfrm>
            <a:off x="3419648" y="321284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dirty="0">
                <a:solidFill>
                  <a:schemeClr val="tx1"/>
                </a:solidFill>
              </a:rPr>
              <a:t>&gt;~  0</a:t>
            </a:r>
          </a:p>
        </p:txBody>
      </p:sp>
      <p:sp>
        <p:nvSpPr>
          <p:cNvPr id="449" name="Rechteck 448">
            <a:extLst>
              <a:ext uri="{FF2B5EF4-FFF2-40B4-BE49-F238E27FC236}">
                <a16:creationId xmlns:a16="http://schemas.microsoft.com/office/drawing/2014/main" id="{2C86B039-922B-4D0B-9FBB-B7A196D28C56}"/>
              </a:ext>
            </a:extLst>
          </p:cNvPr>
          <p:cNvSpPr/>
          <p:nvPr/>
        </p:nvSpPr>
        <p:spPr>
          <a:xfrm>
            <a:off x="4931816" y="321284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dirty="0">
                <a:solidFill>
                  <a:schemeClr val="tx1"/>
                </a:solidFill>
              </a:rPr>
              <a:t>&gt;=~  0</a:t>
            </a:r>
          </a:p>
        </p:txBody>
      </p:sp>
      <p:sp>
        <p:nvSpPr>
          <p:cNvPr id="450" name="Rechteck 449">
            <a:extLst>
              <a:ext uri="{FF2B5EF4-FFF2-40B4-BE49-F238E27FC236}">
                <a16:creationId xmlns:a16="http://schemas.microsoft.com/office/drawing/2014/main" id="{9853C1AF-1E10-4CAD-9C86-8C922FDB1877}"/>
              </a:ext>
            </a:extLst>
          </p:cNvPr>
          <p:cNvSpPr/>
          <p:nvPr/>
        </p:nvSpPr>
        <p:spPr>
          <a:xfrm>
            <a:off x="6443984" y="321284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dirty="0">
                <a:solidFill>
                  <a:schemeClr val="tx1"/>
                </a:solidFill>
              </a:rPr>
              <a:t>&lt;~  0</a:t>
            </a:r>
          </a:p>
        </p:txBody>
      </p:sp>
      <p:sp>
        <p:nvSpPr>
          <p:cNvPr id="451" name="Rechteck 450">
            <a:extLst>
              <a:ext uri="{FF2B5EF4-FFF2-40B4-BE49-F238E27FC236}">
                <a16:creationId xmlns:a16="http://schemas.microsoft.com/office/drawing/2014/main" id="{7FE61F30-B24F-4785-B875-ACE6F0343238}"/>
              </a:ext>
            </a:extLst>
          </p:cNvPr>
          <p:cNvSpPr/>
          <p:nvPr/>
        </p:nvSpPr>
        <p:spPr>
          <a:xfrm>
            <a:off x="7956152" y="321284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dirty="0">
                <a:solidFill>
                  <a:schemeClr val="tx1"/>
                </a:solidFill>
              </a:rPr>
              <a:t>&lt;=~  0</a:t>
            </a:r>
          </a:p>
        </p:txBody>
      </p:sp>
      <p:sp>
        <p:nvSpPr>
          <p:cNvPr id="452" name="Rechteck 451">
            <a:extLst>
              <a:ext uri="{FF2B5EF4-FFF2-40B4-BE49-F238E27FC236}">
                <a16:creationId xmlns:a16="http://schemas.microsoft.com/office/drawing/2014/main" id="{E16789BD-9E60-4923-8074-826E57205E3E}"/>
              </a:ext>
            </a:extLst>
          </p:cNvPr>
          <p:cNvSpPr/>
          <p:nvPr/>
        </p:nvSpPr>
        <p:spPr>
          <a:xfrm>
            <a:off x="396000" y="155700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dirty="0">
                <a:solidFill>
                  <a:schemeClr val="tx1"/>
                </a:solidFill>
              </a:rPr>
              <a:t>=  /  ==  0</a:t>
            </a:r>
          </a:p>
        </p:txBody>
      </p:sp>
      <p:sp>
        <p:nvSpPr>
          <p:cNvPr id="453" name="Rechteck 452">
            <a:extLst>
              <a:ext uri="{FF2B5EF4-FFF2-40B4-BE49-F238E27FC236}">
                <a16:creationId xmlns:a16="http://schemas.microsoft.com/office/drawing/2014/main" id="{BC155719-D0B8-4EAA-BFDC-002ACEA6227B}"/>
              </a:ext>
            </a:extLst>
          </p:cNvPr>
          <p:cNvSpPr/>
          <p:nvPr/>
        </p:nvSpPr>
        <p:spPr>
          <a:xfrm>
            <a:off x="1908168" y="155700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a:solidFill>
                  <a:schemeClr val="tx1"/>
                </a:solidFill>
              </a:rPr>
              <a:t>&lt;&gt;  /  !=  0</a:t>
            </a:r>
          </a:p>
        </p:txBody>
      </p:sp>
      <p:sp>
        <p:nvSpPr>
          <p:cNvPr id="454" name="Rechteck 453">
            <a:extLst>
              <a:ext uri="{FF2B5EF4-FFF2-40B4-BE49-F238E27FC236}">
                <a16:creationId xmlns:a16="http://schemas.microsoft.com/office/drawing/2014/main" id="{1893FEF6-166E-47BE-92B4-1E53C1E81682}"/>
              </a:ext>
            </a:extLst>
          </p:cNvPr>
          <p:cNvSpPr/>
          <p:nvPr/>
        </p:nvSpPr>
        <p:spPr>
          <a:xfrm>
            <a:off x="3420336" y="155700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a:solidFill>
                  <a:schemeClr val="tx1"/>
                </a:solidFill>
              </a:rPr>
              <a:t>&gt;  0</a:t>
            </a:r>
          </a:p>
        </p:txBody>
      </p:sp>
      <p:sp>
        <p:nvSpPr>
          <p:cNvPr id="455" name="Rechteck 454">
            <a:extLst>
              <a:ext uri="{FF2B5EF4-FFF2-40B4-BE49-F238E27FC236}">
                <a16:creationId xmlns:a16="http://schemas.microsoft.com/office/drawing/2014/main" id="{ED8F7761-2CEF-4850-A7A6-E5D6E2E8AFAD}"/>
              </a:ext>
            </a:extLst>
          </p:cNvPr>
          <p:cNvSpPr/>
          <p:nvPr/>
        </p:nvSpPr>
        <p:spPr>
          <a:xfrm>
            <a:off x="4932504" y="155700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a:solidFill>
                  <a:schemeClr val="tx1"/>
                </a:solidFill>
              </a:rPr>
              <a:t>&gt;=  0</a:t>
            </a:r>
          </a:p>
        </p:txBody>
      </p:sp>
      <p:sp>
        <p:nvSpPr>
          <p:cNvPr id="456" name="Rechteck 455">
            <a:extLst>
              <a:ext uri="{FF2B5EF4-FFF2-40B4-BE49-F238E27FC236}">
                <a16:creationId xmlns:a16="http://schemas.microsoft.com/office/drawing/2014/main" id="{F518B5F2-2AF5-4D7B-8EDA-B14A48D91E87}"/>
              </a:ext>
            </a:extLst>
          </p:cNvPr>
          <p:cNvSpPr/>
          <p:nvPr/>
        </p:nvSpPr>
        <p:spPr>
          <a:xfrm>
            <a:off x="6444672" y="155700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a:solidFill>
                  <a:schemeClr val="tx1"/>
                </a:solidFill>
              </a:rPr>
              <a:t>&lt;  0</a:t>
            </a:r>
          </a:p>
        </p:txBody>
      </p:sp>
      <p:sp>
        <p:nvSpPr>
          <p:cNvPr id="457" name="Rechteck 456">
            <a:extLst>
              <a:ext uri="{FF2B5EF4-FFF2-40B4-BE49-F238E27FC236}">
                <a16:creationId xmlns:a16="http://schemas.microsoft.com/office/drawing/2014/main" id="{9089E543-83B0-42BA-86AB-ACFFB45A6460}"/>
              </a:ext>
            </a:extLst>
          </p:cNvPr>
          <p:cNvSpPr/>
          <p:nvPr/>
        </p:nvSpPr>
        <p:spPr>
          <a:xfrm>
            <a:off x="7956840" y="1557000"/>
            <a:ext cx="792520"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r"/>
            <a:r>
              <a:rPr lang="en-US" sz="1000" b="1">
                <a:solidFill>
                  <a:schemeClr val="tx1"/>
                </a:solidFill>
              </a:rPr>
              <a:t>&lt;=  0</a:t>
            </a:r>
          </a:p>
        </p:txBody>
      </p:sp>
      <p:sp>
        <p:nvSpPr>
          <p:cNvPr id="458" name="Rechteck 457">
            <a:extLst>
              <a:ext uri="{FF2B5EF4-FFF2-40B4-BE49-F238E27FC236}">
                <a16:creationId xmlns:a16="http://schemas.microsoft.com/office/drawing/2014/main" id="{9A6AAF31-A2A1-42D9-B410-20A1E787550A}"/>
              </a:ext>
            </a:extLst>
          </p:cNvPr>
          <p:cNvSpPr/>
          <p:nvPr/>
        </p:nvSpPr>
        <p:spPr>
          <a:xfrm>
            <a:off x="5580000" y="4257092"/>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
        <p:nvSpPr>
          <p:cNvPr id="460" name="Rechteck 459">
            <a:extLst>
              <a:ext uri="{FF2B5EF4-FFF2-40B4-BE49-F238E27FC236}">
                <a16:creationId xmlns:a16="http://schemas.microsoft.com/office/drawing/2014/main" id="{62D24826-A193-4D71-B452-927FD0C2E5B5}"/>
              </a:ext>
            </a:extLst>
          </p:cNvPr>
          <p:cNvSpPr/>
          <p:nvPr/>
        </p:nvSpPr>
        <p:spPr>
          <a:xfrm>
            <a:off x="2555776" y="4257092"/>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accent5"/>
                </a:solidFill>
              </a:rPr>
              <a:t>false</a:t>
            </a:r>
          </a:p>
        </p:txBody>
      </p:sp>
      <p:sp>
        <p:nvSpPr>
          <p:cNvPr id="461" name="Rechteck 460">
            <a:extLst>
              <a:ext uri="{FF2B5EF4-FFF2-40B4-BE49-F238E27FC236}">
                <a16:creationId xmlns:a16="http://schemas.microsoft.com/office/drawing/2014/main" id="{F28C686B-8179-4B42-8A58-8707950DD695}"/>
              </a:ext>
            </a:extLst>
          </p:cNvPr>
          <p:cNvSpPr/>
          <p:nvPr/>
        </p:nvSpPr>
        <p:spPr>
          <a:xfrm>
            <a:off x="1043608" y="4257092"/>
            <a:ext cx="432048" cy="14401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rgbClr val="3366FF"/>
                </a:solidFill>
              </a:rPr>
              <a:t>true</a:t>
            </a:r>
          </a:p>
        </p:txBody>
      </p:sp>
    </p:spTree>
    <p:extLst>
      <p:ext uri="{BB962C8B-B14F-4D97-AF65-F5344CB8AC3E}">
        <p14:creationId xmlns:p14="http://schemas.microsoft.com/office/powerpoint/2010/main" val="21717627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Deep Operators</a:t>
            </a:r>
            <a:br>
              <a:rPr lang="en-US" dirty="0"/>
            </a:br>
            <a:r>
              <a:rPr lang="en-US" dirty="0"/>
              <a:t>for Matrix Operations</a:t>
            </a:r>
          </a:p>
        </p:txBody>
      </p:sp>
      <p:sp>
        <p:nvSpPr>
          <p:cNvPr id="4" name="Textplatzhalter 3"/>
          <p:cNvSpPr>
            <a:spLocks noGrp="1"/>
          </p:cNvSpPr>
          <p:nvPr>
            <p:ph type="body" sz="quarter" idx="16"/>
          </p:nvPr>
        </p:nvSpPr>
        <p:spPr/>
        <p:txBody>
          <a:bodyPr/>
          <a:lstStyle/>
          <a:p>
            <a:endParaRPr lang="en-US"/>
          </a:p>
        </p:txBody>
      </p:sp>
      <p:grpSp>
        <p:nvGrpSpPr>
          <p:cNvPr id="16" name="Gruppieren 15"/>
          <p:cNvGrpSpPr/>
          <p:nvPr/>
        </p:nvGrpSpPr>
        <p:grpSpPr>
          <a:xfrm>
            <a:off x="1043510" y="1700760"/>
            <a:ext cx="576080" cy="576080"/>
            <a:chOff x="1259540" y="1556740"/>
            <a:chExt cx="576080" cy="576080"/>
          </a:xfrm>
        </p:grpSpPr>
        <p:sp>
          <p:nvSpPr>
            <p:cNvPr id="9" name="Rechteck 8"/>
            <p:cNvSpPr/>
            <p:nvPr/>
          </p:nvSpPr>
          <p:spPr>
            <a:xfrm>
              <a:off x="125954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a:t>
              </a:r>
            </a:p>
          </p:txBody>
        </p:sp>
        <p:sp>
          <p:nvSpPr>
            <p:cNvPr id="100" name="Rechteck 99"/>
            <p:cNvSpPr/>
            <p:nvPr/>
          </p:nvSpPr>
          <p:spPr>
            <a:xfrm>
              <a:off x="125954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14" name="Gruppieren 13"/>
            <p:cNvGrpSpPr/>
            <p:nvPr/>
          </p:nvGrpSpPr>
          <p:grpSpPr>
            <a:xfrm>
              <a:off x="1259540" y="1556740"/>
              <a:ext cx="72010" cy="576080"/>
              <a:chOff x="1259540" y="1556740"/>
              <a:chExt cx="72010" cy="576080"/>
            </a:xfrm>
          </p:grpSpPr>
          <p:cxnSp>
            <p:nvCxnSpPr>
              <p:cNvPr id="5" name="Gerade Verbindung 4"/>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Gerade Verbindung 91"/>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Gerade Verbindung 102"/>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5" name="Rechteck 104"/>
            <p:cNvSpPr/>
            <p:nvPr/>
          </p:nvSpPr>
          <p:spPr>
            <a:xfrm>
              <a:off x="154758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106" name="Rechteck 105"/>
            <p:cNvSpPr/>
            <p:nvPr/>
          </p:nvSpPr>
          <p:spPr>
            <a:xfrm>
              <a:off x="15475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grpSp>
          <p:nvGrpSpPr>
            <p:cNvPr id="107" name="Gruppieren 106"/>
            <p:cNvGrpSpPr/>
            <p:nvPr/>
          </p:nvGrpSpPr>
          <p:grpSpPr>
            <a:xfrm flipH="1">
              <a:off x="1763610" y="1556740"/>
              <a:ext cx="72010" cy="576080"/>
              <a:chOff x="1259540" y="1556740"/>
              <a:chExt cx="72010" cy="576080"/>
            </a:xfrm>
          </p:grpSpPr>
          <p:cxnSp>
            <p:nvCxnSpPr>
              <p:cNvPr id="108" name="Gerade Verbindung 107"/>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Gerade Verbindung 108"/>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Gerade Verbindung 109"/>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1" name="Rechteck 120"/>
          <p:cNvSpPr/>
          <p:nvPr/>
        </p:nvSpPr>
        <p:spPr>
          <a:xfrm>
            <a:off x="75547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x</a:t>
            </a:r>
          </a:p>
        </p:txBody>
      </p:sp>
      <p:sp>
        <p:nvSpPr>
          <p:cNvPr id="122" name="Rechteck 121"/>
          <p:cNvSpPr/>
          <p:nvPr/>
        </p:nvSpPr>
        <p:spPr>
          <a:xfrm>
            <a:off x="161959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a:t>
            </a:r>
          </a:p>
        </p:txBody>
      </p:sp>
      <p:grpSp>
        <p:nvGrpSpPr>
          <p:cNvPr id="17" name="Gruppieren 16"/>
          <p:cNvGrpSpPr/>
          <p:nvPr/>
        </p:nvGrpSpPr>
        <p:grpSpPr>
          <a:xfrm>
            <a:off x="1907630" y="1700760"/>
            <a:ext cx="576080" cy="576080"/>
            <a:chOff x="2195670" y="1556740"/>
            <a:chExt cx="576080" cy="576080"/>
          </a:xfrm>
        </p:grpSpPr>
        <p:sp>
          <p:nvSpPr>
            <p:cNvPr id="123" name="Rechteck 122"/>
            <p:cNvSpPr/>
            <p:nvPr/>
          </p:nvSpPr>
          <p:spPr>
            <a:xfrm>
              <a:off x="219567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124" name="Rechteck 123"/>
            <p:cNvSpPr/>
            <p:nvPr/>
          </p:nvSpPr>
          <p:spPr>
            <a:xfrm>
              <a:off x="219567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6</a:t>
              </a:r>
            </a:p>
          </p:txBody>
        </p:sp>
        <p:grpSp>
          <p:nvGrpSpPr>
            <p:cNvPr id="125" name="Gruppieren 124"/>
            <p:cNvGrpSpPr/>
            <p:nvPr/>
          </p:nvGrpSpPr>
          <p:grpSpPr>
            <a:xfrm>
              <a:off x="2195670" y="1556740"/>
              <a:ext cx="72010" cy="576080"/>
              <a:chOff x="1259540" y="1556740"/>
              <a:chExt cx="72010" cy="576080"/>
            </a:xfrm>
          </p:grpSpPr>
          <p:cxnSp>
            <p:nvCxnSpPr>
              <p:cNvPr id="126" name="Gerade Verbindung 125"/>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Gerade Verbindung 126"/>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Gerade Verbindung 127"/>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9" name="Rechteck 128"/>
            <p:cNvSpPr/>
            <p:nvPr/>
          </p:nvSpPr>
          <p:spPr>
            <a:xfrm>
              <a:off x="248371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6</a:t>
              </a:r>
            </a:p>
          </p:txBody>
        </p:sp>
        <p:sp>
          <p:nvSpPr>
            <p:cNvPr id="130" name="Rechteck 129"/>
            <p:cNvSpPr/>
            <p:nvPr/>
          </p:nvSpPr>
          <p:spPr>
            <a:xfrm>
              <a:off x="248371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12</a:t>
              </a:r>
            </a:p>
          </p:txBody>
        </p:sp>
        <p:grpSp>
          <p:nvGrpSpPr>
            <p:cNvPr id="131" name="Gruppieren 130"/>
            <p:cNvGrpSpPr/>
            <p:nvPr/>
          </p:nvGrpSpPr>
          <p:grpSpPr>
            <a:xfrm flipH="1">
              <a:off x="2699740" y="1556740"/>
              <a:ext cx="72010" cy="576080"/>
              <a:chOff x="1259540" y="1556740"/>
              <a:chExt cx="72010" cy="576080"/>
            </a:xfrm>
          </p:grpSpPr>
          <p:cxnSp>
            <p:nvCxnSpPr>
              <p:cNvPr id="132" name="Gerade Verbindung 131"/>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Gerade Verbindung 132"/>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Gerade Verbindung 133"/>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38" name="Gruppieren 137"/>
          <p:cNvGrpSpPr/>
          <p:nvPr/>
        </p:nvGrpSpPr>
        <p:grpSpPr>
          <a:xfrm>
            <a:off x="179390" y="2420860"/>
            <a:ext cx="576080" cy="576080"/>
            <a:chOff x="1259540" y="1556740"/>
            <a:chExt cx="576080" cy="576080"/>
          </a:xfrm>
        </p:grpSpPr>
        <p:sp>
          <p:nvSpPr>
            <p:cNvPr id="139" name="Rechteck 138"/>
            <p:cNvSpPr/>
            <p:nvPr/>
          </p:nvSpPr>
          <p:spPr>
            <a:xfrm>
              <a:off x="125954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a:t>
              </a:r>
            </a:p>
          </p:txBody>
        </p:sp>
        <p:sp>
          <p:nvSpPr>
            <p:cNvPr id="140" name="Rechteck 139"/>
            <p:cNvSpPr/>
            <p:nvPr/>
          </p:nvSpPr>
          <p:spPr>
            <a:xfrm>
              <a:off x="125954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141" name="Gruppieren 140"/>
            <p:cNvGrpSpPr/>
            <p:nvPr/>
          </p:nvGrpSpPr>
          <p:grpSpPr>
            <a:xfrm>
              <a:off x="1259540" y="1556740"/>
              <a:ext cx="72010" cy="576080"/>
              <a:chOff x="1259540" y="1556740"/>
              <a:chExt cx="72010" cy="576080"/>
            </a:xfrm>
          </p:grpSpPr>
          <p:cxnSp>
            <p:nvCxnSpPr>
              <p:cNvPr id="148" name="Gerade Verbindung 147"/>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Gerade Verbindung 148"/>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Gerade Verbindung 149"/>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2" name="Rechteck 141"/>
            <p:cNvSpPr/>
            <p:nvPr/>
          </p:nvSpPr>
          <p:spPr>
            <a:xfrm>
              <a:off x="154758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143" name="Rechteck 142"/>
            <p:cNvSpPr/>
            <p:nvPr/>
          </p:nvSpPr>
          <p:spPr>
            <a:xfrm>
              <a:off x="15475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grpSp>
          <p:nvGrpSpPr>
            <p:cNvPr id="144" name="Gruppieren 143"/>
            <p:cNvGrpSpPr/>
            <p:nvPr/>
          </p:nvGrpSpPr>
          <p:grpSpPr>
            <a:xfrm flipH="1">
              <a:off x="1763610" y="1556740"/>
              <a:ext cx="72010" cy="576080"/>
              <a:chOff x="1259540" y="1556740"/>
              <a:chExt cx="72010" cy="576080"/>
            </a:xfrm>
          </p:grpSpPr>
          <p:cxnSp>
            <p:nvCxnSpPr>
              <p:cNvPr id="145" name="Gerade Verbindung 144"/>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Gerade Verbindung 145"/>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Gerade Verbindung 146"/>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51" name="Gruppieren 150"/>
          <p:cNvGrpSpPr/>
          <p:nvPr/>
        </p:nvGrpSpPr>
        <p:grpSpPr>
          <a:xfrm>
            <a:off x="1331550" y="2420860"/>
            <a:ext cx="288040" cy="576080"/>
            <a:chOff x="683460" y="1556740"/>
            <a:chExt cx="288040" cy="576080"/>
          </a:xfrm>
        </p:grpSpPr>
        <p:sp>
          <p:nvSpPr>
            <p:cNvPr id="152" name="Rechteck 151"/>
            <p:cNvSpPr/>
            <p:nvPr/>
          </p:nvSpPr>
          <p:spPr>
            <a:xfrm>
              <a:off x="68346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153" name="Rechteck 152"/>
            <p:cNvSpPr/>
            <p:nvPr/>
          </p:nvSpPr>
          <p:spPr>
            <a:xfrm>
              <a:off x="68346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154" name="Gruppieren 153"/>
            <p:cNvGrpSpPr/>
            <p:nvPr/>
          </p:nvGrpSpPr>
          <p:grpSpPr>
            <a:xfrm>
              <a:off x="683460" y="1556740"/>
              <a:ext cx="72010" cy="576080"/>
              <a:chOff x="1259540" y="1556740"/>
              <a:chExt cx="72010" cy="576080"/>
            </a:xfrm>
          </p:grpSpPr>
          <p:cxnSp>
            <p:nvCxnSpPr>
              <p:cNvPr id="160" name="Gerade Verbindung 159"/>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160"/>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161"/>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5" name="Gruppieren 154"/>
            <p:cNvGrpSpPr/>
            <p:nvPr/>
          </p:nvGrpSpPr>
          <p:grpSpPr>
            <a:xfrm flipH="1">
              <a:off x="899490" y="1556740"/>
              <a:ext cx="72010" cy="576080"/>
              <a:chOff x="1259540" y="1556740"/>
              <a:chExt cx="72010" cy="576080"/>
            </a:xfrm>
          </p:grpSpPr>
          <p:cxnSp>
            <p:nvCxnSpPr>
              <p:cNvPr id="156" name="Gerade Verbindung 155"/>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56"/>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58"/>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63" name="Rechteck 162"/>
          <p:cNvSpPr/>
          <p:nvPr/>
        </p:nvSpPr>
        <p:spPr>
          <a:xfrm>
            <a:off x="755470" y="25648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x</a:t>
            </a:r>
          </a:p>
        </p:txBody>
      </p:sp>
      <p:sp>
        <p:nvSpPr>
          <p:cNvPr id="164" name="Rechteck 163"/>
          <p:cNvSpPr/>
          <p:nvPr/>
        </p:nvSpPr>
        <p:spPr>
          <a:xfrm>
            <a:off x="1619590" y="25648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a:t>
            </a:r>
          </a:p>
        </p:txBody>
      </p:sp>
      <p:grpSp>
        <p:nvGrpSpPr>
          <p:cNvPr id="165" name="Gruppieren 164"/>
          <p:cNvGrpSpPr/>
          <p:nvPr/>
        </p:nvGrpSpPr>
        <p:grpSpPr>
          <a:xfrm>
            <a:off x="1907630" y="2420860"/>
            <a:ext cx="576080" cy="576080"/>
            <a:chOff x="2195670" y="1556740"/>
            <a:chExt cx="576080" cy="576080"/>
          </a:xfrm>
        </p:grpSpPr>
        <p:sp>
          <p:nvSpPr>
            <p:cNvPr id="166" name="Rechteck 165"/>
            <p:cNvSpPr/>
            <p:nvPr/>
          </p:nvSpPr>
          <p:spPr>
            <a:xfrm>
              <a:off x="219567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167" name="Rechteck 166"/>
            <p:cNvSpPr/>
            <p:nvPr/>
          </p:nvSpPr>
          <p:spPr>
            <a:xfrm>
              <a:off x="219567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9</a:t>
              </a:r>
            </a:p>
          </p:txBody>
        </p:sp>
        <p:grpSp>
          <p:nvGrpSpPr>
            <p:cNvPr id="168" name="Gruppieren 167"/>
            <p:cNvGrpSpPr/>
            <p:nvPr/>
          </p:nvGrpSpPr>
          <p:grpSpPr>
            <a:xfrm>
              <a:off x="2195670" y="1556740"/>
              <a:ext cx="72010" cy="576080"/>
              <a:chOff x="1259540" y="1556740"/>
              <a:chExt cx="72010" cy="576080"/>
            </a:xfrm>
          </p:grpSpPr>
          <p:cxnSp>
            <p:nvCxnSpPr>
              <p:cNvPr id="175" name="Gerade Verbindung 174"/>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175"/>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176"/>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9" name="Rechteck 168"/>
            <p:cNvSpPr/>
            <p:nvPr/>
          </p:nvSpPr>
          <p:spPr>
            <a:xfrm>
              <a:off x="248371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sp>
          <p:nvSpPr>
            <p:cNvPr id="170" name="Rechteck 169"/>
            <p:cNvSpPr/>
            <p:nvPr/>
          </p:nvSpPr>
          <p:spPr>
            <a:xfrm>
              <a:off x="248371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12</a:t>
              </a:r>
            </a:p>
          </p:txBody>
        </p:sp>
        <p:grpSp>
          <p:nvGrpSpPr>
            <p:cNvPr id="171" name="Gruppieren 170"/>
            <p:cNvGrpSpPr/>
            <p:nvPr/>
          </p:nvGrpSpPr>
          <p:grpSpPr>
            <a:xfrm flipH="1">
              <a:off x="2699740" y="1556740"/>
              <a:ext cx="72010" cy="576080"/>
              <a:chOff x="1259540" y="1556740"/>
              <a:chExt cx="72010" cy="576080"/>
            </a:xfrm>
          </p:grpSpPr>
          <p:cxnSp>
            <p:nvCxnSpPr>
              <p:cNvPr id="172" name="Gerade Verbindung 171"/>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172"/>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173"/>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8" name="Gruppieren 17"/>
          <p:cNvGrpSpPr/>
          <p:nvPr/>
        </p:nvGrpSpPr>
        <p:grpSpPr>
          <a:xfrm>
            <a:off x="179390" y="1844780"/>
            <a:ext cx="576080" cy="288040"/>
            <a:chOff x="683460" y="1700760"/>
            <a:chExt cx="576080" cy="288040"/>
          </a:xfrm>
        </p:grpSpPr>
        <p:sp>
          <p:nvSpPr>
            <p:cNvPr id="179" name="Rechteck 178"/>
            <p:cNvSpPr/>
            <p:nvPr/>
          </p:nvSpPr>
          <p:spPr>
            <a:xfrm>
              <a:off x="683460" y="170076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grpSp>
          <p:nvGrpSpPr>
            <p:cNvPr id="181" name="Gruppieren 180"/>
            <p:cNvGrpSpPr/>
            <p:nvPr/>
          </p:nvGrpSpPr>
          <p:grpSpPr>
            <a:xfrm>
              <a:off x="683460" y="1700760"/>
              <a:ext cx="72010" cy="288040"/>
              <a:chOff x="1259540" y="1556740"/>
              <a:chExt cx="72010" cy="576080"/>
            </a:xfrm>
          </p:grpSpPr>
          <p:cxnSp>
            <p:nvCxnSpPr>
              <p:cNvPr id="188" name="Gerade Verbindung 187"/>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Gerade Verbindung 188"/>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Gerade Verbindung 189"/>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2" name="Rechteck 181"/>
            <p:cNvSpPr/>
            <p:nvPr/>
          </p:nvSpPr>
          <p:spPr>
            <a:xfrm>
              <a:off x="971500" y="170076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184" name="Gruppieren 183"/>
            <p:cNvGrpSpPr/>
            <p:nvPr/>
          </p:nvGrpSpPr>
          <p:grpSpPr>
            <a:xfrm flipH="1">
              <a:off x="1187530" y="1700760"/>
              <a:ext cx="72010" cy="288040"/>
              <a:chOff x="1259540" y="1556740"/>
              <a:chExt cx="72010" cy="576080"/>
            </a:xfrm>
          </p:grpSpPr>
          <p:cxnSp>
            <p:nvCxnSpPr>
              <p:cNvPr id="185" name="Gerade Verbindung 184"/>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Gerade Verbindung 185"/>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Gerade Verbindung 186"/>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93" name="Rechteck 192"/>
          <p:cNvSpPr/>
          <p:nvPr/>
        </p:nvSpPr>
        <p:spPr>
          <a:xfrm>
            <a:off x="2627730" y="2564880"/>
            <a:ext cx="223231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{2,3} *^^ {{1,2},{3,4}} </a:t>
            </a:r>
            <a:br>
              <a:rPr lang="en-US" sz="1000" dirty="0">
                <a:solidFill>
                  <a:schemeClr val="tx1"/>
                </a:solidFill>
              </a:rPr>
            </a:br>
            <a:r>
              <a:rPr lang="en-US" sz="1000" b="1" dirty="0">
                <a:solidFill>
                  <a:schemeClr val="tx1"/>
                </a:solidFill>
              </a:rPr>
              <a:t>vertical</a:t>
            </a:r>
            <a:r>
              <a:rPr lang="en-US" sz="1000" dirty="0">
                <a:solidFill>
                  <a:schemeClr val="tx1"/>
                </a:solidFill>
              </a:rPr>
              <a:t>({2,3}) *^^: {{1,2},{3,4}} </a:t>
            </a:r>
            <a:br>
              <a:rPr lang="en-US" sz="1000" dirty="0">
                <a:solidFill>
                  <a:schemeClr val="tx1"/>
                </a:solidFill>
              </a:rPr>
            </a:br>
            <a:r>
              <a:rPr lang="en-US" sz="1000" dirty="0">
                <a:solidFill>
                  <a:schemeClr val="tx1"/>
                </a:solidFill>
              </a:rPr>
              <a:t>= {{2,4},{9,12}}</a:t>
            </a:r>
          </a:p>
        </p:txBody>
      </p:sp>
      <p:sp>
        <p:nvSpPr>
          <p:cNvPr id="205" name="Rechteck 204"/>
          <p:cNvSpPr/>
          <p:nvPr/>
        </p:nvSpPr>
        <p:spPr>
          <a:xfrm>
            <a:off x="2555720" y="1844780"/>
            <a:ext cx="223231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{{2,3}} *^^: {{1,2},{3,4}} </a:t>
            </a:r>
          </a:p>
          <a:p>
            <a:r>
              <a:rPr lang="en-US" sz="1000" dirty="0">
                <a:solidFill>
                  <a:schemeClr val="tx1"/>
                </a:solidFill>
              </a:rPr>
              <a:t>= {{2,6},{6,12}}</a:t>
            </a:r>
          </a:p>
          <a:p>
            <a:r>
              <a:rPr lang="en-US" sz="1000" dirty="0">
                <a:solidFill>
                  <a:schemeClr val="tx1"/>
                </a:solidFill>
              </a:rPr>
              <a:t>Don’t forget the colon suffix to</a:t>
            </a:r>
            <a:br>
              <a:rPr lang="en-US" sz="1000" dirty="0">
                <a:solidFill>
                  <a:schemeClr val="tx1"/>
                </a:solidFill>
              </a:rPr>
            </a:br>
            <a:r>
              <a:rPr lang="en-US" sz="1000" dirty="0">
                <a:solidFill>
                  <a:schemeClr val="tx1"/>
                </a:solidFill>
              </a:rPr>
              <a:t>indicate repetition of the {2,3}</a:t>
            </a:r>
            <a:br>
              <a:rPr lang="en-US" sz="1000" dirty="0">
                <a:solidFill>
                  <a:schemeClr val="tx1"/>
                </a:solidFill>
              </a:rPr>
            </a:br>
            <a:r>
              <a:rPr lang="en-US" sz="1000" dirty="0">
                <a:solidFill>
                  <a:schemeClr val="tx1"/>
                </a:solidFill>
              </a:rPr>
              <a:t>sequence</a:t>
            </a:r>
          </a:p>
        </p:txBody>
      </p:sp>
      <p:grpSp>
        <p:nvGrpSpPr>
          <p:cNvPr id="207" name="Gruppieren 206"/>
          <p:cNvGrpSpPr/>
          <p:nvPr/>
        </p:nvGrpSpPr>
        <p:grpSpPr>
          <a:xfrm>
            <a:off x="1043510" y="3140960"/>
            <a:ext cx="576080" cy="576080"/>
            <a:chOff x="1259540" y="1556740"/>
            <a:chExt cx="576080" cy="576080"/>
          </a:xfrm>
        </p:grpSpPr>
        <p:sp>
          <p:nvSpPr>
            <p:cNvPr id="208" name="Rechteck 207"/>
            <p:cNvSpPr/>
            <p:nvPr/>
          </p:nvSpPr>
          <p:spPr>
            <a:xfrm>
              <a:off x="125954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8</a:t>
              </a:r>
            </a:p>
          </p:txBody>
        </p:sp>
        <p:sp>
          <p:nvSpPr>
            <p:cNvPr id="209" name="Rechteck 208"/>
            <p:cNvSpPr/>
            <p:nvPr/>
          </p:nvSpPr>
          <p:spPr>
            <a:xfrm>
              <a:off x="125954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grpSp>
          <p:nvGrpSpPr>
            <p:cNvPr id="210" name="Gruppieren 209"/>
            <p:cNvGrpSpPr/>
            <p:nvPr/>
          </p:nvGrpSpPr>
          <p:grpSpPr>
            <a:xfrm>
              <a:off x="1259540" y="1556740"/>
              <a:ext cx="72010" cy="576080"/>
              <a:chOff x="1259540" y="1556740"/>
              <a:chExt cx="72010" cy="576080"/>
            </a:xfrm>
          </p:grpSpPr>
          <p:cxnSp>
            <p:nvCxnSpPr>
              <p:cNvPr id="217" name="Gerade Verbindung 216"/>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Gerade Verbindung 217"/>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Gerade Verbindung 218"/>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1" name="Rechteck 210"/>
            <p:cNvSpPr/>
            <p:nvPr/>
          </p:nvSpPr>
          <p:spPr>
            <a:xfrm>
              <a:off x="154758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6</a:t>
              </a:r>
            </a:p>
          </p:txBody>
        </p:sp>
        <p:sp>
          <p:nvSpPr>
            <p:cNvPr id="212" name="Rechteck 211"/>
            <p:cNvSpPr/>
            <p:nvPr/>
          </p:nvSpPr>
          <p:spPr>
            <a:xfrm>
              <a:off x="15475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grpSp>
          <p:nvGrpSpPr>
            <p:cNvPr id="213" name="Gruppieren 212"/>
            <p:cNvGrpSpPr/>
            <p:nvPr/>
          </p:nvGrpSpPr>
          <p:grpSpPr>
            <a:xfrm flipH="1">
              <a:off x="1763610" y="1556740"/>
              <a:ext cx="72010" cy="576080"/>
              <a:chOff x="1259540" y="1556740"/>
              <a:chExt cx="72010" cy="576080"/>
            </a:xfrm>
          </p:grpSpPr>
          <p:cxnSp>
            <p:nvCxnSpPr>
              <p:cNvPr id="214" name="Gerade Verbindung 213"/>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Gerade Verbindung 214"/>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Gerade Verbindung 215"/>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20" name="Rechteck 219"/>
          <p:cNvSpPr/>
          <p:nvPr/>
        </p:nvSpPr>
        <p:spPr>
          <a:xfrm>
            <a:off x="755470" y="32849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x</a:t>
            </a:r>
          </a:p>
        </p:txBody>
      </p:sp>
      <p:grpSp>
        <p:nvGrpSpPr>
          <p:cNvPr id="221" name="Gruppieren 220"/>
          <p:cNvGrpSpPr/>
          <p:nvPr/>
        </p:nvGrpSpPr>
        <p:grpSpPr>
          <a:xfrm>
            <a:off x="179390" y="3140960"/>
            <a:ext cx="576080" cy="576080"/>
            <a:chOff x="1259540" y="1556740"/>
            <a:chExt cx="576080" cy="576080"/>
          </a:xfrm>
        </p:grpSpPr>
        <p:sp>
          <p:nvSpPr>
            <p:cNvPr id="222" name="Rechteck 221"/>
            <p:cNvSpPr/>
            <p:nvPr/>
          </p:nvSpPr>
          <p:spPr>
            <a:xfrm>
              <a:off x="125954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a:t>
              </a:r>
            </a:p>
          </p:txBody>
        </p:sp>
        <p:sp>
          <p:nvSpPr>
            <p:cNvPr id="223" name="Rechteck 222"/>
            <p:cNvSpPr/>
            <p:nvPr/>
          </p:nvSpPr>
          <p:spPr>
            <a:xfrm>
              <a:off x="125954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224" name="Gruppieren 223"/>
            <p:cNvGrpSpPr/>
            <p:nvPr/>
          </p:nvGrpSpPr>
          <p:grpSpPr>
            <a:xfrm>
              <a:off x="1259540" y="1556740"/>
              <a:ext cx="72010" cy="576080"/>
              <a:chOff x="1259540" y="1556740"/>
              <a:chExt cx="72010" cy="576080"/>
            </a:xfrm>
          </p:grpSpPr>
          <p:cxnSp>
            <p:nvCxnSpPr>
              <p:cNvPr id="231" name="Gerade Verbindung 230"/>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Gerade Verbindung 231"/>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Gerade Verbindung 232"/>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5" name="Rechteck 224"/>
            <p:cNvSpPr/>
            <p:nvPr/>
          </p:nvSpPr>
          <p:spPr>
            <a:xfrm>
              <a:off x="154758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226" name="Rechteck 225"/>
            <p:cNvSpPr/>
            <p:nvPr/>
          </p:nvSpPr>
          <p:spPr>
            <a:xfrm>
              <a:off x="15475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grpSp>
          <p:nvGrpSpPr>
            <p:cNvPr id="227" name="Gruppieren 226"/>
            <p:cNvGrpSpPr/>
            <p:nvPr/>
          </p:nvGrpSpPr>
          <p:grpSpPr>
            <a:xfrm flipH="1">
              <a:off x="1763610" y="1556740"/>
              <a:ext cx="72010" cy="576080"/>
              <a:chOff x="1259540" y="1556740"/>
              <a:chExt cx="72010" cy="576080"/>
            </a:xfrm>
          </p:grpSpPr>
          <p:cxnSp>
            <p:nvCxnSpPr>
              <p:cNvPr id="228" name="Gerade Verbindung 227"/>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Gerade Verbindung 228"/>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Gerade Verbindung 229"/>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34" name="Rechteck 233"/>
          <p:cNvSpPr/>
          <p:nvPr/>
        </p:nvSpPr>
        <p:spPr>
          <a:xfrm>
            <a:off x="1619590" y="32849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a:t>
            </a:r>
          </a:p>
        </p:txBody>
      </p:sp>
      <p:grpSp>
        <p:nvGrpSpPr>
          <p:cNvPr id="235" name="Gruppieren 234"/>
          <p:cNvGrpSpPr/>
          <p:nvPr/>
        </p:nvGrpSpPr>
        <p:grpSpPr>
          <a:xfrm>
            <a:off x="1907630" y="3140960"/>
            <a:ext cx="576080" cy="576080"/>
            <a:chOff x="2195670" y="1556740"/>
            <a:chExt cx="576080" cy="576080"/>
          </a:xfrm>
        </p:grpSpPr>
        <p:sp>
          <p:nvSpPr>
            <p:cNvPr id="236" name="Rechteck 235"/>
            <p:cNvSpPr/>
            <p:nvPr/>
          </p:nvSpPr>
          <p:spPr>
            <a:xfrm>
              <a:off x="219567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8</a:t>
              </a:r>
            </a:p>
          </p:txBody>
        </p:sp>
        <p:sp>
          <p:nvSpPr>
            <p:cNvPr id="237" name="Rechteck 236"/>
            <p:cNvSpPr/>
            <p:nvPr/>
          </p:nvSpPr>
          <p:spPr>
            <a:xfrm>
              <a:off x="219567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12</a:t>
              </a:r>
            </a:p>
          </p:txBody>
        </p:sp>
        <p:grpSp>
          <p:nvGrpSpPr>
            <p:cNvPr id="238" name="Gruppieren 237"/>
            <p:cNvGrpSpPr/>
            <p:nvPr/>
          </p:nvGrpSpPr>
          <p:grpSpPr>
            <a:xfrm>
              <a:off x="2195670" y="1556740"/>
              <a:ext cx="72010" cy="576080"/>
              <a:chOff x="1259540" y="1556740"/>
              <a:chExt cx="72010" cy="576080"/>
            </a:xfrm>
          </p:grpSpPr>
          <p:cxnSp>
            <p:nvCxnSpPr>
              <p:cNvPr id="245" name="Gerade Verbindung 244"/>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Gerade Verbindung 245"/>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Gerade Verbindung 246"/>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9" name="Rechteck 238"/>
            <p:cNvSpPr/>
            <p:nvPr/>
          </p:nvSpPr>
          <p:spPr>
            <a:xfrm>
              <a:off x="248371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12</a:t>
              </a:r>
            </a:p>
          </p:txBody>
        </p:sp>
        <p:sp>
          <p:nvSpPr>
            <p:cNvPr id="240" name="Rechteck 239"/>
            <p:cNvSpPr/>
            <p:nvPr/>
          </p:nvSpPr>
          <p:spPr>
            <a:xfrm>
              <a:off x="248371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8</a:t>
              </a:r>
            </a:p>
          </p:txBody>
        </p:sp>
        <p:grpSp>
          <p:nvGrpSpPr>
            <p:cNvPr id="241" name="Gruppieren 240"/>
            <p:cNvGrpSpPr/>
            <p:nvPr/>
          </p:nvGrpSpPr>
          <p:grpSpPr>
            <a:xfrm flipH="1">
              <a:off x="2699740" y="1556740"/>
              <a:ext cx="72010" cy="576080"/>
              <a:chOff x="1259540" y="1556740"/>
              <a:chExt cx="72010" cy="576080"/>
            </a:xfrm>
          </p:grpSpPr>
          <p:cxnSp>
            <p:nvCxnSpPr>
              <p:cNvPr id="242" name="Gerade Verbindung 241"/>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Gerade Verbindung 242"/>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Gerade Verbindung 243"/>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48" name="Rechteck 247"/>
          <p:cNvSpPr/>
          <p:nvPr/>
        </p:nvSpPr>
        <p:spPr>
          <a:xfrm>
            <a:off x="2555720" y="3284980"/>
            <a:ext cx="223231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{{1,2},{3,4}} *^^ {{8,6},{4,2}} </a:t>
            </a:r>
            <a:br>
              <a:rPr lang="en-US" sz="1000" dirty="0">
                <a:solidFill>
                  <a:schemeClr val="tx1"/>
                </a:solidFill>
              </a:rPr>
            </a:br>
            <a:r>
              <a:rPr lang="en-US" sz="1000" dirty="0">
                <a:solidFill>
                  <a:schemeClr val="tx1"/>
                </a:solidFill>
              </a:rPr>
              <a:t>= {{8,12},{12,8}}</a:t>
            </a:r>
          </a:p>
        </p:txBody>
      </p:sp>
      <p:grpSp>
        <p:nvGrpSpPr>
          <p:cNvPr id="135" name="Gruppieren 134"/>
          <p:cNvGrpSpPr/>
          <p:nvPr/>
        </p:nvGrpSpPr>
        <p:grpSpPr>
          <a:xfrm>
            <a:off x="5436120" y="3140960"/>
            <a:ext cx="576080" cy="576080"/>
            <a:chOff x="1259540" y="1556740"/>
            <a:chExt cx="576080" cy="576080"/>
          </a:xfrm>
        </p:grpSpPr>
        <p:sp>
          <p:nvSpPr>
            <p:cNvPr id="136" name="Rechteck 135"/>
            <p:cNvSpPr/>
            <p:nvPr/>
          </p:nvSpPr>
          <p:spPr>
            <a:xfrm>
              <a:off x="125954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8</a:t>
              </a:r>
            </a:p>
          </p:txBody>
        </p:sp>
        <p:sp>
          <p:nvSpPr>
            <p:cNvPr id="137" name="Rechteck 136"/>
            <p:cNvSpPr/>
            <p:nvPr/>
          </p:nvSpPr>
          <p:spPr>
            <a:xfrm>
              <a:off x="125954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grpSp>
          <p:nvGrpSpPr>
            <p:cNvPr id="158" name="Gruppieren 157"/>
            <p:cNvGrpSpPr/>
            <p:nvPr/>
          </p:nvGrpSpPr>
          <p:grpSpPr>
            <a:xfrm>
              <a:off x="1259540" y="1556740"/>
              <a:ext cx="72010" cy="576080"/>
              <a:chOff x="1259540" y="1556740"/>
              <a:chExt cx="72010" cy="576080"/>
            </a:xfrm>
          </p:grpSpPr>
          <p:cxnSp>
            <p:nvCxnSpPr>
              <p:cNvPr id="195" name="Gerade Verbindung 194"/>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Gerade Verbindung 195"/>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Gerade Verbindung 196"/>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8" name="Rechteck 177"/>
            <p:cNvSpPr/>
            <p:nvPr/>
          </p:nvSpPr>
          <p:spPr>
            <a:xfrm>
              <a:off x="154758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6</a:t>
              </a:r>
            </a:p>
          </p:txBody>
        </p:sp>
        <p:sp>
          <p:nvSpPr>
            <p:cNvPr id="180" name="Rechteck 179"/>
            <p:cNvSpPr/>
            <p:nvPr/>
          </p:nvSpPr>
          <p:spPr>
            <a:xfrm>
              <a:off x="15475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grpSp>
          <p:nvGrpSpPr>
            <p:cNvPr id="183" name="Gruppieren 182"/>
            <p:cNvGrpSpPr/>
            <p:nvPr/>
          </p:nvGrpSpPr>
          <p:grpSpPr>
            <a:xfrm flipH="1">
              <a:off x="1763610" y="1556740"/>
              <a:ext cx="72010" cy="576080"/>
              <a:chOff x="1259540" y="1556740"/>
              <a:chExt cx="72010" cy="576080"/>
            </a:xfrm>
          </p:grpSpPr>
          <p:cxnSp>
            <p:nvCxnSpPr>
              <p:cNvPr id="191" name="Gerade Verbindung 190"/>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Gerade Verbindung 191"/>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Gerade Verbindung 193"/>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98" name="Rechteck 197"/>
          <p:cNvSpPr/>
          <p:nvPr/>
        </p:nvSpPr>
        <p:spPr>
          <a:xfrm>
            <a:off x="5148080" y="32849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sym typeface="Symbol"/>
              </a:rPr>
              <a:t></a:t>
            </a:r>
            <a:endParaRPr lang="en-US" sz="1000" dirty="0">
              <a:solidFill>
                <a:schemeClr val="tx1"/>
              </a:solidFill>
            </a:endParaRPr>
          </a:p>
        </p:txBody>
      </p:sp>
      <p:grpSp>
        <p:nvGrpSpPr>
          <p:cNvPr id="199" name="Gruppieren 198"/>
          <p:cNvGrpSpPr/>
          <p:nvPr/>
        </p:nvGrpSpPr>
        <p:grpSpPr>
          <a:xfrm>
            <a:off x="4572000" y="3140960"/>
            <a:ext cx="576080" cy="576080"/>
            <a:chOff x="1259540" y="1556740"/>
            <a:chExt cx="576080" cy="576080"/>
          </a:xfrm>
        </p:grpSpPr>
        <p:sp>
          <p:nvSpPr>
            <p:cNvPr id="200" name="Rechteck 199"/>
            <p:cNvSpPr/>
            <p:nvPr/>
          </p:nvSpPr>
          <p:spPr>
            <a:xfrm>
              <a:off x="125954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a:t>
              </a:r>
            </a:p>
          </p:txBody>
        </p:sp>
        <p:sp>
          <p:nvSpPr>
            <p:cNvPr id="201" name="Rechteck 200"/>
            <p:cNvSpPr/>
            <p:nvPr/>
          </p:nvSpPr>
          <p:spPr>
            <a:xfrm>
              <a:off x="125954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202" name="Gruppieren 201"/>
            <p:cNvGrpSpPr/>
            <p:nvPr/>
          </p:nvGrpSpPr>
          <p:grpSpPr>
            <a:xfrm>
              <a:off x="1259540" y="1556740"/>
              <a:ext cx="72010" cy="576080"/>
              <a:chOff x="1259540" y="1556740"/>
              <a:chExt cx="72010" cy="576080"/>
            </a:xfrm>
          </p:grpSpPr>
          <p:cxnSp>
            <p:nvCxnSpPr>
              <p:cNvPr id="253" name="Gerade Verbindung 252"/>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Gerade Verbindung 253"/>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Gerade Verbindung 254"/>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3" name="Rechteck 202"/>
            <p:cNvSpPr/>
            <p:nvPr/>
          </p:nvSpPr>
          <p:spPr>
            <a:xfrm>
              <a:off x="154758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204" name="Rechteck 203"/>
            <p:cNvSpPr/>
            <p:nvPr/>
          </p:nvSpPr>
          <p:spPr>
            <a:xfrm>
              <a:off x="15475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grpSp>
          <p:nvGrpSpPr>
            <p:cNvPr id="249" name="Gruppieren 248"/>
            <p:cNvGrpSpPr/>
            <p:nvPr/>
          </p:nvGrpSpPr>
          <p:grpSpPr>
            <a:xfrm flipH="1">
              <a:off x="1763610" y="1556740"/>
              <a:ext cx="72010" cy="576080"/>
              <a:chOff x="1259540" y="1556740"/>
              <a:chExt cx="72010" cy="576080"/>
            </a:xfrm>
          </p:grpSpPr>
          <p:cxnSp>
            <p:nvCxnSpPr>
              <p:cNvPr id="250" name="Gerade Verbindung 249"/>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Gerade Verbindung 250"/>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Gerade Verbindung 251"/>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56" name="Rechteck 255"/>
          <p:cNvSpPr/>
          <p:nvPr/>
        </p:nvSpPr>
        <p:spPr>
          <a:xfrm>
            <a:off x="6012200" y="32849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a:t>
            </a:r>
          </a:p>
        </p:txBody>
      </p:sp>
      <p:grpSp>
        <p:nvGrpSpPr>
          <p:cNvPr id="257" name="Gruppieren 256"/>
          <p:cNvGrpSpPr/>
          <p:nvPr/>
        </p:nvGrpSpPr>
        <p:grpSpPr>
          <a:xfrm>
            <a:off x="6300240" y="3140960"/>
            <a:ext cx="576080" cy="576080"/>
            <a:chOff x="2195670" y="1556740"/>
            <a:chExt cx="576080" cy="576080"/>
          </a:xfrm>
        </p:grpSpPr>
        <p:sp>
          <p:nvSpPr>
            <p:cNvPr id="258" name="Rechteck 257"/>
            <p:cNvSpPr/>
            <p:nvPr/>
          </p:nvSpPr>
          <p:spPr>
            <a:xfrm>
              <a:off x="219567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16</a:t>
              </a:r>
            </a:p>
          </p:txBody>
        </p:sp>
        <p:sp>
          <p:nvSpPr>
            <p:cNvPr id="259" name="Rechteck 258"/>
            <p:cNvSpPr/>
            <p:nvPr/>
          </p:nvSpPr>
          <p:spPr>
            <a:xfrm>
              <a:off x="219567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40</a:t>
              </a:r>
            </a:p>
          </p:txBody>
        </p:sp>
        <p:grpSp>
          <p:nvGrpSpPr>
            <p:cNvPr id="260" name="Gruppieren 259"/>
            <p:cNvGrpSpPr/>
            <p:nvPr/>
          </p:nvGrpSpPr>
          <p:grpSpPr>
            <a:xfrm>
              <a:off x="2195670" y="1556740"/>
              <a:ext cx="72010" cy="576080"/>
              <a:chOff x="1259540" y="1556740"/>
              <a:chExt cx="72010" cy="576080"/>
            </a:xfrm>
          </p:grpSpPr>
          <p:cxnSp>
            <p:nvCxnSpPr>
              <p:cNvPr id="267" name="Gerade Verbindung 266"/>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Gerade Verbindung 267"/>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9" name="Gerade Verbindung 268"/>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1" name="Rechteck 260"/>
            <p:cNvSpPr/>
            <p:nvPr/>
          </p:nvSpPr>
          <p:spPr>
            <a:xfrm>
              <a:off x="248371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10</a:t>
              </a:r>
            </a:p>
          </p:txBody>
        </p:sp>
        <p:sp>
          <p:nvSpPr>
            <p:cNvPr id="262" name="Rechteck 261"/>
            <p:cNvSpPr/>
            <p:nvPr/>
          </p:nvSpPr>
          <p:spPr>
            <a:xfrm>
              <a:off x="248371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26</a:t>
              </a:r>
            </a:p>
          </p:txBody>
        </p:sp>
        <p:grpSp>
          <p:nvGrpSpPr>
            <p:cNvPr id="263" name="Gruppieren 262"/>
            <p:cNvGrpSpPr/>
            <p:nvPr/>
          </p:nvGrpSpPr>
          <p:grpSpPr>
            <a:xfrm flipH="1">
              <a:off x="2699740" y="1556740"/>
              <a:ext cx="72010" cy="576080"/>
              <a:chOff x="1259540" y="1556740"/>
              <a:chExt cx="72010" cy="576080"/>
            </a:xfrm>
          </p:grpSpPr>
          <p:cxnSp>
            <p:nvCxnSpPr>
              <p:cNvPr id="264" name="Gerade Verbindung 263"/>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Gerade Verbindung 264"/>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6" name="Gerade Verbindung 265"/>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0" name="Rechteck 269"/>
          <p:cNvSpPr/>
          <p:nvPr/>
        </p:nvSpPr>
        <p:spPr>
          <a:xfrm>
            <a:off x="6948330" y="3284980"/>
            <a:ext cx="230432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err="1">
                <a:solidFill>
                  <a:schemeClr val="tx1"/>
                </a:solidFill>
              </a:rPr>
              <a:t>mmul</a:t>
            </a:r>
            <a:r>
              <a:rPr lang="en-US" sz="1000" dirty="0">
                <a:solidFill>
                  <a:schemeClr val="tx1"/>
                </a:solidFill>
              </a:rPr>
              <a:t> ( {{1,2},{3,4}}, {{8,6},{4,2}} ) </a:t>
            </a:r>
            <a:br>
              <a:rPr lang="en-US" sz="1000" dirty="0">
                <a:solidFill>
                  <a:schemeClr val="tx1"/>
                </a:solidFill>
              </a:rPr>
            </a:br>
            <a:r>
              <a:rPr lang="en-US" sz="1000" dirty="0">
                <a:solidFill>
                  <a:schemeClr val="tx1"/>
                </a:solidFill>
              </a:rPr>
              <a:t>= {{16,10},{40,26}}</a:t>
            </a:r>
          </a:p>
        </p:txBody>
      </p:sp>
      <p:grpSp>
        <p:nvGrpSpPr>
          <p:cNvPr id="271" name="Gruppieren 270"/>
          <p:cNvGrpSpPr/>
          <p:nvPr/>
        </p:nvGrpSpPr>
        <p:grpSpPr>
          <a:xfrm>
            <a:off x="1043510" y="980660"/>
            <a:ext cx="576080" cy="576080"/>
            <a:chOff x="1259540" y="1556740"/>
            <a:chExt cx="576080" cy="576080"/>
          </a:xfrm>
        </p:grpSpPr>
        <p:sp>
          <p:nvSpPr>
            <p:cNvPr id="272" name="Rechteck 271"/>
            <p:cNvSpPr/>
            <p:nvPr/>
          </p:nvSpPr>
          <p:spPr>
            <a:xfrm>
              <a:off x="125954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a:t>
              </a:r>
            </a:p>
          </p:txBody>
        </p:sp>
        <p:sp>
          <p:nvSpPr>
            <p:cNvPr id="273" name="Rechteck 272"/>
            <p:cNvSpPr/>
            <p:nvPr/>
          </p:nvSpPr>
          <p:spPr>
            <a:xfrm>
              <a:off x="125954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274" name="Gruppieren 273"/>
            <p:cNvGrpSpPr/>
            <p:nvPr/>
          </p:nvGrpSpPr>
          <p:grpSpPr>
            <a:xfrm>
              <a:off x="1259540" y="1556740"/>
              <a:ext cx="72010" cy="576080"/>
              <a:chOff x="1259540" y="1556740"/>
              <a:chExt cx="72010" cy="576080"/>
            </a:xfrm>
          </p:grpSpPr>
          <p:cxnSp>
            <p:nvCxnSpPr>
              <p:cNvPr id="281" name="Gerade Verbindung 280"/>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Gerade Verbindung 281"/>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3" name="Gerade Verbindung 282"/>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5" name="Rechteck 274"/>
            <p:cNvSpPr/>
            <p:nvPr/>
          </p:nvSpPr>
          <p:spPr>
            <a:xfrm>
              <a:off x="154758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276" name="Rechteck 275"/>
            <p:cNvSpPr/>
            <p:nvPr/>
          </p:nvSpPr>
          <p:spPr>
            <a:xfrm>
              <a:off x="15475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grpSp>
          <p:nvGrpSpPr>
            <p:cNvPr id="277" name="Gruppieren 276"/>
            <p:cNvGrpSpPr/>
            <p:nvPr/>
          </p:nvGrpSpPr>
          <p:grpSpPr>
            <a:xfrm flipH="1">
              <a:off x="1763610" y="1556740"/>
              <a:ext cx="72010" cy="576080"/>
              <a:chOff x="1259540" y="1556740"/>
              <a:chExt cx="72010" cy="576080"/>
            </a:xfrm>
          </p:grpSpPr>
          <p:cxnSp>
            <p:nvCxnSpPr>
              <p:cNvPr id="278" name="Gerade Verbindung 277"/>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Gerade Verbindung 278"/>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Gerade Verbindung 279"/>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84" name="Rechteck 283"/>
          <p:cNvSpPr/>
          <p:nvPr/>
        </p:nvSpPr>
        <p:spPr>
          <a:xfrm>
            <a:off x="755470" y="11246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x</a:t>
            </a:r>
          </a:p>
        </p:txBody>
      </p:sp>
      <p:sp>
        <p:nvSpPr>
          <p:cNvPr id="285" name="Rechteck 284"/>
          <p:cNvSpPr/>
          <p:nvPr/>
        </p:nvSpPr>
        <p:spPr>
          <a:xfrm>
            <a:off x="1619590" y="11246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a:t>
            </a:r>
          </a:p>
        </p:txBody>
      </p:sp>
      <p:grpSp>
        <p:nvGrpSpPr>
          <p:cNvPr id="286" name="Gruppieren 285"/>
          <p:cNvGrpSpPr/>
          <p:nvPr/>
        </p:nvGrpSpPr>
        <p:grpSpPr>
          <a:xfrm>
            <a:off x="1907630" y="980660"/>
            <a:ext cx="576080" cy="576080"/>
            <a:chOff x="2195670" y="1556740"/>
            <a:chExt cx="576080" cy="576080"/>
          </a:xfrm>
        </p:grpSpPr>
        <p:sp>
          <p:nvSpPr>
            <p:cNvPr id="287" name="Rechteck 286"/>
            <p:cNvSpPr/>
            <p:nvPr/>
          </p:nvSpPr>
          <p:spPr>
            <a:xfrm>
              <a:off x="219567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sp>
          <p:nvSpPr>
            <p:cNvPr id="288" name="Rechteck 287"/>
            <p:cNvSpPr/>
            <p:nvPr/>
          </p:nvSpPr>
          <p:spPr>
            <a:xfrm>
              <a:off x="219567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9</a:t>
              </a:r>
            </a:p>
          </p:txBody>
        </p:sp>
        <p:grpSp>
          <p:nvGrpSpPr>
            <p:cNvPr id="289" name="Gruppieren 288"/>
            <p:cNvGrpSpPr/>
            <p:nvPr/>
          </p:nvGrpSpPr>
          <p:grpSpPr>
            <a:xfrm>
              <a:off x="2195670" y="1556740"/>
              <a:ext cx="72010" cy="576080"/>
              <a:chOff x="1259540" y="1556740"/>
              <a:chExt cx="72010" cy="576080"/>
            </a:xfrm>
          </p:grpSpPr>
          <p:cxnSp>
            <p:nvCxnSpPr>
              <p:cNvPr id="296" name="Gerade Verbindung 295"/>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Gerade Verbindung 296"/>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Gerade Verbindung 297"/>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0" name="Rechteck 289"/>
            <p:cNvSpPr/>
            <p:nvPr/>
          </p:nvSpPr>
          <p:spPr>
            <a:xfrm>
              <a:off x="248371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6</a:t>
              </a:r>
            </a:p>
          </p:txBody>
        </p:sp>
        <p:sp>
          <p:nvSpPr>
            <p:cNvPr id="291" name="Rechteck 290"/>
            <p:cNvSpPr/>
            <p:nvPr/>
          </p:nvSpPr>
          <p:spPr>
            <a:xfrm>
              <a:off x="248371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12</a:t>
              </a:r>
            </a:p>
          </p:txBody>
        </p:sp>
        <p:grpSp>
          <p:nvGrpSpPr>
            <p:cNvPr id="292" name="Gruppieren 291"/>
            <p:cNvGrpSpPr/>
            <p:nvPr/>
          </p:nvGrpSpPr>
          <p:grpSpPr>
            <a:xfrm flipH="1">
              <a:off x="2699740" y="1556740"/>
              <a:ext cx="72010" cy="576080"/>
              <a:chOff x="1259540" y="1556740"/>
              <a:chExt cx="72010" cy="576080"/>
            </a:xfrm>
          </p:grpSpPr>
          <p:cxnSp>
            <p:nvCxnSpPr>
              <p:cNvPr id="293" name="Gerade Verbindung 292"/>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4" name="Gerade Verbindung 293"/>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5" name="Gerade Verbindung 294"/>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99" name="Rechteck 298"/>
          <p:cNvSpPr/>
          <p:nvPr/>
        </p:nvSpPr>
        <p:spPr>
          <a:xfrm>
            <a:off x="2555720" y="1124680"/>
            <a:ext cx="223231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3 *^^ {{1,2},{3,4}} </a:t>
            </a:r>
            <a:br>
              <a:rPr lang="en-US" sz="1000" dirty="0">
                <a:solidFill>
                  <a:schemeClr val="tx1"/>
                </a:solidFill>
              </a:rPr>
            </a:br>
            <a:r>
              <a:rPr lang="en-US" sz="1000" dirty="0">
                <a:solidFill>
                  <a:schemeClr val="tx1"/>
                </a:solidFill>
              </a:rPr>
              <a:t>= {{3,6},{9,12}}</a:t>
            </a:r>
          </a:p>
        </p:txBody>
      </p:sp>
      <p:sp>
        <p:nvSpPr>
          <p:cNvPr id="302" name="Rechteck 301"/>
          <p:cNvSpPr/>
          <p:nvPr/>
        </p:nvSpPr>
        <p:spPr>
          <a:xfrm>
            <a:off x="467430" y="11246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313" name="Gruppieren 312"/>
          <p:cNvGrpSpPr/>
          <p:nvPr/>
        </p:nvGrpSpPr>
        <p:grpSpPr>
          <a:xfrm>
            <a:off x="4572000" y="1196690"/>
            <a:ext cx="576080" cy="288040"/>
            <a:chOff x="683460" y="1700760"/>
            <a:chExt cx="576080" cy="288040"/>
          </a:xfrm>
        </p:grpSpPr>
        <p:sp>
          <p:nvSpPr>
            <p:cNvPr id="314" name="Rechteck 313"/>
            <p:cNvSpPr/>
            <p:nvPr/>
          </p:nvSpPr>
          <p:spPr>
            <a:xfrm>
              <a:off x="683460" y="170076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grpSp>
          <p:nvGrpSpPr>
            <p:cNvPr id="315" name="Gruppieren 314"/>
            <p:cNvGrpSpPr/>
            <p:nvPr/>
          </p:nvGrpSpPr>
          <p:grpSpPr>
            <a:xfrm>
              <a:off x="683460" y="1700760"/>
              <a:ext cx="72010" cy="288040"/>
              <a:chOff x="1259540" y="1556740"/>
              <a:chExt cx="72010" cy="576080"/>
            </a:xfrm>
          </p:grpSpPr>
          <p:cxnSp>
            <p:nvCxnSpPr>
              <p:cNvPr id="321" name="Gerade Verbindung 320"/>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 name="Gerade Verbindung 321"/>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3" name="Gerade Verbindung 322"/>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6" name="Rechteck 315"/>
            <p:cNvSpPr/>
            <p:nvPr/>
          </p:nvSpPr>
          <p:spPr>
            <a:xfrm>
              <a:off x="971500" y="170076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317" name="Gruppieren 316"/>
            <p:cNvGrpSpPr/>
            <p:nvPr/>
          </p:nvGrpSpPr>
          <p:grpSpPr>
            <a:xfrm flipH="1">
              <a:off x="1187530" y="1700760"/>
              <a:ext cx="72010" cy="288040"/>
              <a:chOff x="1259540" y="1556740"/>
              <a:chExt cx="72010" cy="576080"/>
            </a:xfrm>
          </p:grpSpPr>
          <p:cxnSp>
            <p:nvCxnSpPr>
              <p:cNvPr id="318" name="Gerade Verbindung 317"/>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Gerade Verbindung 318"/>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Gerade Verbindung 319"/>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24" name="Gruppieren 323"/>
          <p:cNvGrpSpPr/>
          <p:nvPr/>
        </p:nvGrpSpPr>
        <p:grpSpPr>
          <a:xfrm>
            <a:off x="5724160" y="1052670"/>
            <a:ext cx="288040" cy="576080"/>
            <a:chOff x="683460" y="1556740"/>
            <a:chExt cx="288040" cy="576080"/>
          </a:xfrm>
        </p:grpSpPr>
        <p:sp>
          <p:nvSpPr>
            <p:cNvPr id="325" name="Rechteck 324"/>
            <p:cNvSpPr/>
            <p:nvPr/>
          </p:nvSpPr>
          <p:spPr>
            <a:xfrm>
              <a:off x="68346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sp>
          <p:nvSpPr>
            <p:cNvPr id="326" name="Rechteck 325"/>
            <p:cNvSpPr/>
            <p:nvPr/>
          </p:nvSpPr>
          <p:spPr>
            <a:xfrm>
              <a:off x="68346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5</a:t>
              </a:r>
            </a:p>
          </p:txBody>
        </p:sp>
        <p:grpSp>
          <p:nvGrpSpPr>
            <p:cNvPr id="327" name="Gruppieren 326"/>
            <p:cNvGrpSpPr/>
            <p:nvPr/>
          </p:nvGrpSpPr>
          <p:grpSpPr>
            <a:xfrm>
              <a:off x="683460" y="1556740"/>
              <a:ext cx="72010" cy="576080"/>
              <a:chOff x="1259540" y="1556740"/>
              <a:chExt cx="72010" cy="576080"/>
            </a:xfrm>
          </p:grpSpPr>
          <p:cxnSp>
            <p:nvCxnSpPr>
              <p:cNvPr id="332" name="Gerade Verbindung 331"/>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Gerade Verbindung 332"/>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4" name="Gerade Verbindung 333"/>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8" name="Gruppieren 327"/>
            <p:cNvGrpSpPr/>
            <p:nvPr/>
          </p:nvGrpSpPr>
          <p:grpSpPr>
            <a:xfrm flipH="1">
              <a:off x="899490" y="1556740"/>
              <a:ext cx="72010" cy="576080"/>
              <a:chOff x="1259540" y="1556740"/>
              <a:chExt cx="72010" cy="576080"/>
            </a:xfrm>
          </p:grpSpPr>
          <p:cxnSp>
            <p:nvCxnSpPr>
              <p:cNvPr id="329" name="Gerade Verbindung 328"/>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0" name="Gerade Verbindung 329"/>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1" name="Gerade Verbindung 330"/>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35" name="Rechteck 334"/>
          <p:cNvSpPr/>
          <p:nvPr/>
        </p:nvSpPr>
        <p:spPr>
          <a:xfrm>
            <a:off x="5148080" y="119669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sym typeface="Symbol"/>
              </a:rPr>
              <a:t></a:t>
            </a:r>
            <a:endParaRPr lang="en-US" sz="1000" dirty="0">
              <a:solidFill>
                <a:schemeClr val="tx1"/>
              </a:solidFill>
            </a:endParaRPr>
          </a:p>
        </p:txBody>
      </p:sp>
      <p:sp>
        <p:nvSpPr>
          <p:cNvPr id="336" name="Rechteck 335"/>
          <p:cNvSpPr/>
          <p:nvPr/>
        </p:nvSpPr>
        <p:spPr>
          <a:xfrm>
            <a:off x="6012200" y="119669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a:t>
            </a:r>
          </a:p>
        </p:txBody>
      </p:sp>
      <p:sp>
        <p:nvSpPr>
          <p:cNvPr id="339" name="Rechteck 338"/>
          <p:cNvSpPr/>
          <p:nvPr/>
        </p:nvSpPr>
        <p:spPr>
          <a:xfrm>
            <a:off x="6948330" y="1196690"/>
            <a:ext cx="230432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add</a:t>
            </a:r>
            <a:r>
              <a:rPr lang="en-US" sz="1000" dirty="0">
                <a:solidFill>
                  <a:schemeClr val="tx1"/>
                </a:solidFill>
              </a:rPr>
              <a:t> ( {2,3} *^ {4,5} ) = 23</a:t>
            </a:r>
          </a:p>
          <a:p>
            <a:r>
              <a:rPr lang="en-US" sz="1000" b="1" dirty="0" err="1">
                <a:solidFill>
                  <a:schemeClr val="tx1"/>
                </a:solidFill>
              </a:rPr>
              <a:t>mmul</a:t>
            </a:r>
            <a:r>
              <a:rPr lang="en-US" sz="1000" dirty="0">
                <a:solidFill>
                  <a:schemeClr val="tx1"/>
                </a:solidFill>
              </a:rPr>
              <a:t>( {{2,3}}, {{4},{5}} ) = {{ 23 }}</a:t>
            </a:r>
          </a:p>
          <a:p>
            <a:r>
              <a:rPr lang="en-US" sz="1000" b="1" dirty="0" err="1">
                <a:solidFill>
                  <a:schemeClr val="tx1"/>
                </a:solidFill>
              </a:rPr>
              <a:t>mmul</a:t>
            </a:r>
            <a:r>
              <a:rPr lang="en-US" sz="1000" dirty="0">
                <a:solidFill>
                  <a:schemeClr val="tx1"/>
                </a:solidFill>
              </a:rPr>
              <a:t>( {{2,3}}, </a:t>
            </a:r>
            <a:r>
              <a:rPr lang="en-US" sz="1000" b="1" dirty="0">
                <a:solidFill>
                  <a:schemeClr val="tx1"/>
                </a:solidFill>
              </a:rPr>
              <a:t>vertical</a:t>
            </a:r>
            <a:r>
              <a:rPr lang="en-US" sz="1000" dirty="0">
                <a:solidFill>
                  <a:schemeClr val="tx1"/>
                </a:solidFill>
              </a:rPr>
              <a:t>({4,5}) ) = {{ 23 }}</a:t>
            </a:r>
          </a:p>
        </p:txBody>
      </p:sp>
      <p:grpSp>
        <p:nvGrpSpPr>
          <p:cNvPr id="340" name="Gruppieren 339"/>
          <p:cNvGrpSpPr/>
          <p:nvPr/>
        </p:nvGrpSpPr>
        <p:grpSpPr>
          <a:xfrm>
            <a:off x="5436120" y="1700760"/>
            <a:ext cx="576080" cy="576080"/>
            <a:chOff x="1259540" y="1556740"/>
            <a:chExt cx="576080" cy="576080"/>
          </a:xfrm>
        </p:grpSpPr>
        <p:sp>
          <p:nvSpPr>
            <p:cNvPr id="341" name="Rechteck 340"/>
            <p:cNvSpPr/>
            <p:nvPr/>
          </p:nvSpPr>
          <p:spPr>
            <a:xfrm>
              <a:off x="125954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a:t>
              </a:r>
            </a:p>
          </p:txBody>
        </p:sp>
        <p:sp>
          <p:nvSpPr>
            <p:cNvPr id="342" name="Rechteck 341"/>
            <p:cNvSpPr/>
            <p:nvPr/>
          </p:nvSpPr>
          <p:spPr>
            <a:xfrm>
              <a:off x="125954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343" name="Gruppieren 342"/>
            <p:cNvGrpSpPr/>
            <p:nvPr/>
          </p:nvGrpSpPr>
          <p:grpSpPr>
            <a:xfrm>
              <a:off x="1259540" y="1556740"/>
              <a:ext cx="72010" cy="576080"/>
              <a:chOff x="1259540" y="1556740"/>
              <a:chExt cx="72010" cy="576080"/>
            </a:xfrm>
          </p:grpSpPr>
          <p:cxnSp>
            <p:nvCxnSpPr>
              <p:cNvPr id="350" name="Gerade Verbindung 349"/>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Gerade Verbindung 350"/>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Gerade Verbindung 351"/>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4" name="Rechteck 343"/>
            <p:cNvSpPr/>
            <p:nvPr/>
          </p:nvSpPr>
          <p:spPr>
            <a:xfrm>
              <a:off x="154758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345" name="Rechteck 344"/>
            <p:cNvSpPr/>
            <p:nvPr/>
          </p:nvSpPr>
          <p:spPr>
            <a:xfrm>
              <a:off x="15475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grpSp>
          <p:nvGrpSpPr>
            <p:cNvPr id="346" name="Gruppieren 345"/>
            <p:cNvGrpSpPr/>
            <p:nvPr/>
          </p:nvGrpSpPr>
          <p:grpSpPr>
            <a:xfrm flipH="1">
              <a:off x="1763610" y="1556740"/>
              <a:ext cx="72010" cy="576080"/>
              <a:chOff x="1259540" y="1556740"/>
              <a:chExt cx="72010" cy="576080"/>
            </a:xfrm>
          </p:grpSpPr>
          <p:cxnSp>
            <p:nvCxnSpPr>
              <p:cNvPr id="347" name="Gerade Verbindung 346"/>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Gerade Verbindung 347"/>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9" name="Gerade Verbindung 348"/>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53" name="Rechteck 352"/>
          <p:cNvSpPr/>
          <p:nvPr/>
        </p:nvSpPr>
        <p:spPr>
          <a:xfrm>
            <a:off x="51480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sym typeface="Symbol"/>
              </a:rPr>
              <a:t></a:t>
            </a:r>
            <a:endParaRPr lang="en-US" sz="1000" dirty="0">
              <a:solidFill>
                <a:schemeClr val="tx1"/>
              </a:solidFill>
            </a:endParaRPr>
          </a:p>
        </p:txBody>
      </p:sp>
      <p:sp>
        <p:nvSpPr>
          <p:cNvPr id="354" name="Rechteck 353"/>
          <p:cNvSpPr/>
          <p:nvPr/>
        </p:nvSpPr>
        <p:spPr>
          <a:xfrm>
            <a:off x="601220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a:t>
            </a:r>
          </a:p>
        </p:txBody>
      </p:sp>
      <p:grpSp>
        <p:nvGrpSpPr>
          <p:cNvPr id="3" name="Gruppieren 2"/>
          <p:cNvGrpSpPr/>
          <p:nvPr/>
        </p:nvGrpSpPr>
        <p:grpSpPr>
          <a:xfrm>
            <a:off x="6300240" y="1844780"/>
            <a:ext cx="576080" cy="288040"/>
            <a:chOff x="2195670" y="5445280"/>
            <a:chExt cx="576080" cy="288040"/>
          </a:xfrm>
        </p:grpSpPr>
        <p:sp>
          <p:nvSpPr>
            <p:cNvPr id="356" name="Rechteck 355"/>
            <p:cNvSpPr/>
            <p:nvPr/>
          </p:nvSpPr>
          <p:spPr>
            <a:xfrm>
              <a:off x="2195670" y="54452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11</a:t>
              </a:r>
            </a:p>
          </p:txBody>
        </p:sp>
        <p:grpSp>
          <p:nvGrpSpPr>
            <p:cNvPr id="358" name="Gruppieren 357"/>
            <p:cNvGrpSpPr/>
            <p:nvPr/>
          </p:nvGrpSpPr>
          <p:grpSpPr>
            <a:xfrm>
              <a:off x="2195670" y="5445280"/>
              <a:ext cx="72010" cy="288040"/>
              <a:chOff x="1259540" y="1556740"/>
              <a:chExt cx="72010" cy="576080"/>
            </a:xfrm>
          </p:grpSpPr>
          <p:cxnSp>
            <p:nvCxnSpPr>
              <p:cNvPr id="365" name="Gerade Verbindung 364"/>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Gerade Verbindung 365"/>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7" name="Gerade Verbindung 366"/>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9" name="Rechteck 358"/>
            <p:cNvSpPr/>
            <p:nvPr/>
          </p:nvSpPr>
          <p:spPr>
            <a:xfrm>
              <a:off x="2483710" y="54452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16</a:t>
              </a:r>
            </a:p>
          </p:txBody>
        </p:sp>
        <p:grpSp>
          <p:nvGrpSpPr>
            <p:cNvPr id="361" name="Gruppieren 360"/>
            <p:cNvGrpSpPr/>
            <p:nvPr/>
          </p:nvGrpSpPr>
          <p:grpSpPr>
            <a:xfrm flipH="1">
              <a:off x="2699740" y="5445280"/>
              <a:ext cx="72010" cy="288040"/>
              <a:chOff x="1259540" y="1556740"/>
              <a:chExt cx="72010" cy="576080"/>
            </a:xfrm>
          </p:grpSpPr>
          <p:cxnSp>
            <p:nvCxnSpPr>
              <p:cNvPr id="362" name="Gerade Verbindung 361"/>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Gerade Verbindung 362"/>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4" name="Gerade Verbindung 363"/>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68" name="Gruppieren 367"/>
          <p:cNvGrpSpPr/>
          <p:nvPr/>
        </p:nvGrpSpPr>
        <p:grpSpPr>
          <a:xfrm>
            <a:off x="4572000" y="1844780"/>
            <a:ext cx="576080" cy="288040"/>
            <a:chOff x="683460" y="1700760"/>
            <a:chExt cx="576080" cy="288040"/>
          </a:xfrm>
        </p:grpSpPr>
        <p:sp>
          <p:nvSpPr>
            <p:cNvPr id="369" name="Rechteck 368"/>
            <p:cNvSpPr/>
            <p:nvPr/>
          </p:nvSpPr>
          <p:spPr>
            <a:xfrm>
              <a:off x="683460" y="170076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grpSp>
          <p:nvGrpSpPr>
            <p:cNvPr id="370" name="Gruppieren 369"/>
            <p:cNvGrpSpPr/>
            <p:nvPr/>
          </p:nvGrpSpPr>
          <p:grpSpPr>
            <a:xfrm>
              <a:off x="683460" y="1700760"/>
              <a:ext cx="72010" cy="288040"/>
              <a:chOff x="1259540" y="1556740"/>
              <a:chExt cx="72010" cy="576080"/>
            </a:xfrm>
          </p:grpSpPr>
          <p:cxnSp>
            <p:nvCxnSpPr>
              <p:cNvPr id="376" name="Gerade Verbindung 375"/>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7" name="Gerade Verbindung 376"/>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8" name="Gerade Verbindung 377"/>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1" name="Rechteck 370"/>
            <p:cNvSpPr/>
            <p:nvPr/>
          </p:nvSpPr>
          <p:spPr>
            <a:xfrm>
              <a:off x="971500" y="170076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372" name="Gruppieren 371"/>
            <p:cNvGrpSpPr/>
            <p:nvPr/>
          </p:nvGrpSpPr>
          <p:grpSpPr>
            <a:xfrm flipH="1">
              <a:off x="1187530" y="1700760"/>
              <a:ext cx="72010" cy="288040"/>
              <a:chOff x="1259540" y="1556740"/>
              <a:chExt cx="72010" cy="576080"/>
            </a:xfrm>
          </p:grpSpPr>
          <p:cxnSp>
            <p:nvCxnSpPr>
              <p:cNvPr id="373" name="Gerade Verbindung 372"/>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4" name="Gerade Verbindung 373"/>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5" name="Gerade Verbindung 374"/>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79" name="Rechteck 378"/>
          <p:cNvSpPr/>
          <p:nvPr/>
        </p:nvSpPr>
        <p:spPr>
          <a:xfrm>
            <a:off x="6948330" y="1844780"/>
            <a:ext cx="230432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err="1">
                <a:solidFill>
                  <a:schemeClr val="tx1"/>
                </a:solidFill>
              </a:rPr>
              <a:t>mmul</a:t>
            </a:r>
            <a:r>
              <a:rPr lang="en-US" sz="1000" dirty="0">
                <a:solidFill>
                  <a:schemeClr val="tx1"/>
                </a:solidFill>
              </a:rPr>
              <a:t>( {{2,3}}, {{1,2},{3,4}} ) </a:t>
            </a:r>
            <a:br>
              <a:rPr lang="en-US" sz="1000" dirty="0">
                <a:solidFill>
                  <a:schemeClr val="tx1"/>
                </a:solidFill>
              </a:rPr>
            </a:br>
            <a:r>
              <a:rPr lang="en-US" sz="1000" dirty="0">
                <a:solidFill>
                  <a:schemeClr val="tx1"/>
                </a:solidFill>
              </a:rPr>
              <a:t>= {{ 11,16 }}</a:t>
            </a:r>
          </a:p>
        </p:txBody>
      </p:sp>
      <p:grpSp>
        <p:nvGrpSpPr>
          <p:cNvPr id="7" name="Gruppieren 6"/>
          <p:cNvGrpSpPr/>
          <p:nvPr/>
        </p:nvGrpSpPr>
        <p:grpSpPr>
          <a:xfrm>
            <a:off x="6300240" y="1196690"/>
            <a:ext cx="288040" cy="288040"/>
            <a:chOff x="3203810" y="4509150"/>
            <a:chExt cx="288040" cy="288040"/>
          </a:xfrm>
        </p:grpSpPr>
        <p:sp>
          <p:nvSpPr>
            <p:cNvPr id="381" name="Rechteck 380"/>
            <p:cNvSpPr/>
            <p:nvPr/>
          </p:nvSpPr>
          <p:spPr>
            <a:xfrm>
              <a:off x="3203810" y="450915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23</a:t>
              </a:r>
            </a:p>
          </p:txBody>
        </p:sp>
        <p:grpSp>
          <p:nvGrpSpPr>
            <p:cNvPr id="383" name="Gruppieren 382"/>
            <p:cNvGrpSpPr/>
            <p:nvPr/>
          </p:nvGrpSpPr>
          <p:grpSpPr>
            <a:xfrm>
              <a:off x="3203810" y="4509150"/>
              <a:ext cx="72010" cy="288040"/>
              <a:chOff x="1259540" y="1556740"/>
              <a:chExt cx="72010" cy="576080"/>
            </a:xfrm>
          </p:grpSpPr>
          <p:cxnSp>
            <p:nvCxnSpPr>
              <p:cNvPr id="390" name="Gerade Verbindung 389"/>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1" name="Gerade Verbindung 390"/>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2" name="Gerade Verbindung 391"/>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6" name="Gruppieren 385"/>
            <p:cNvGrpSpPr/>
            <p:nvPr/>
          </p:nvGrpSpPr>
          <p:grpSpPr>
            <a:xfrm flipH="1">
              <a:off x="3419840" y="4509150"/>
              <a:ext cx="72010" cy="288040"/>
              <a:chOff x="1259540" y="1556740"/>
              <a:chExt cx="72010" cy="576080"/>
            </a:xfrm>
          </p:grpSpPr>
          <p:cxnSp>
            <p:nvCxnSpPr>
              <p:cNvPr id="387" name="Gerade Verbindung 386"/>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Gerade Verbindung 387"/>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9" name="Gerade Verbindung 388"/>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93" name="Gruppieren 392"/>
          <p:cNvGrpSpPr/>
          <p:nvPr/>
        </p:nvGrpSpPr>
        <p:grpSpPr>
          <a:xfrm>
            <a:off x="4572000" y="2420860"/>
            <a:ext cx="576080" cy="576080"/>
            <a:chOff x="1259540" y="1556740"/>
            <a:chExt cx="576080" cy="576080"/>
          </a:xfrm>
        </p:grpSpPr>
        <p:sp>
          <p:nvSpPr>
            <p:cNvPr id="394" name="Rechteck 393"/>
            <p:cNvSpPr/>
            <p:nvPr/>
          </p:nvSpPr>
          <p:spPr>
            <a:xfrm>
              <a:off x="125954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a:t>
              </a:r>
            </a:p>
          </p:txBody>
        </p:sp>
        <p:sp>
          <p:nvSpPr>
            <p:cNvPr id="395" name="Rechteck 394"/>
            <p:cNvSpPr/>
            <p:nvPr/>
          </p:nvSpPr>
          <p:spPr>
            <a:xfrm>
              <a:off x="125954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396" name="Gruppieren 395"/>
            <p:cNvGrpSpPr/>
            <p:nvPr/>
          </p:nvGrpSpPr>
          <p:grpSpPr>
            <a:xfrm>
              <a:off x="1259540" y="1556740"/>
              <a:ext cx="72010" cy="576080"/>
              <a:chOff x="1259540" y="1556740"/>
              <a:chExt cx="72010" cy="576080"/>
            </a:xfrm>
          </p:grpSpPr>
          <p:cxnSp>
            <p:nvCxnSpPr>
              <p:cNvPr id="403" name="Gerade Verbindung 402"/>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4" name="Gerade Verbindung 403"/>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5" name="Gerade Verbindung 404"/>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7" name="Rechteck 396"/>
            <p:cNvSpPr/>
            <p:nvPr/>
          </p:nvSpPr>
          <p:spPr>
            <a:xfrm>
              <a:off x="154758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398" name="Rechteck 397"/>
            <p:cNvSpPr/>
            <p:nvPr/>
          </p:nvSpPr>
          <p:spPr>
            <a:xfrm>
              <a:off x="154758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4</a:t>
              </a:r>
            </a:p>
          </p:txBody>
        </p:sp>
        <p:grpSp>
          <p:nvGrpSpPr>
            <p:cNvPr id="399" name="Gruppieren 398"/>
            <p:cNvGrpSpPr/>
            <p:nvPr/>
          </p:nvGrpSpPr>
          <p:grpSpPr>
            <a:xfrm flipH="1">
              <a:off x="1763610" y="1556740"/>
              <a:ext cx="72010" cy="576080"/>
              <a:chOff x="1259540" y="1556740"/>
              <a:chExt cx="72010" cy="576080"/>
            </a:xfrm>
          </p:grpSpPr>
          <p:cxnSp>
            <p:nvCxnSpPr>
              <p:cNvPr id="400" name="Gerade Verbindung 399"/>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1" name="Gerade Verbindung 400"/>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Gerade Verbindung 401"/>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06" name="Gruppieren 405"/>
          <p:cNvGrpSpPr/>
          <p:nvPr/>
        </p:nvGrpSpPr>
        <p:grpSpPr>
          <a:xfrm>
            <a:off x="5724160" y="2420860"/>
            <a:ext cx="288040" cy="576080"/>
            <a:chOff x="683460" y="1556740"/>
            <a:chExt cx="288040" cy="576080"/>
          </a:xfrm>
        </p:grpSpPr>
        <p:sp>
          <p:nvSpPr>
            <p:cNvPr id="407" name="Rechteck 406"/>
            <p:cNvSpPr/>
            <p:nvPr/>
          </p:nvSpPr>
          <p:spPr>
            <a:xfrm>
              <a:off x="68346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2</a:t>
              </a:r>
            </a:p>
          </p:txBody>
        </p:sp>
        <p:sp>
          <p:nvSpPr>
            <p:cNvPr id="408" name="Rechteck 407"/>
            <p:cNvSpPr/>
            <p:nvPr/>
          </p:nvSpPr>
          <p:spPr>
            <a:xfrm>
              <a:off x="68346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3</a:t>
              </a:r>
            </a:p>
          </p:txBody>
        </p:sp>
        <p:grpSp>
          <p:nvGrpSpPr>
            <p:cNvPr id="409" name="Gruppieren 408"/>
            <p:cNvGrpSpPr/>
            <p:nvPr/>
          </p:nvGrpSpPr>
          <p:grpSpPr>
            <a:xfrm>
              <a:off x="683460" y="1556740"/>
              <a:ext cx="72010" cy="576080"/>
              <a:chOff x="1259540" y="1556740"/>
              <a:chExt cx="72010" cy="576080"/>
            </a:xfrm>
          </p:grpSpPr>
          <p:cxnSp>
            <p:nvCxnSpPr>
              <p:cNvPr id="414" name="Gerade Verbindung 413"/>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5" name="Gerade Verbindung 414"/>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6" name="Gerade Verbindung 415"/>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0" name="Gruppieren 409"/>
            <p:cNvGrpSpPr/>
            <p:nvPr/>
          </p:nvGrpSpPr>
          <p:grpSpPr>
            <a:xfrm flipH="1">
              <a:off x="899490" y="1556740"/>
              <a:ext cx="72010" cy="576080"/>
              <a:chOff x="1259540" y="1556740"/>
              <a:chExt cx="72010" cy="576080"/>
            </a:xfrm>
          </p:grpSpPr>
          <p:cxnSp>
            <p:nvCxnSpPr>
              <p:cNvPr id="411" name="Gerade Verbindung 410"/>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2" name="Gerade Verbindung 411"/>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3" name="Gerade Verbindung 412"/>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17" name="Rechteck 416"/>
          <p:cNvSpPr/>
          <p:nvPr/>
        </p:nvSpPr>
        <p:spPr>
          <a:xfrm>
            <a:off x="5148080" y="25648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sym typeface="Symbol"/>
              </a:rPr>
              <a:t></a:t>
            </a:r>
            <a:endParaRPr lang="en-US" sz="1000" dirty="0">
              <a:solidFill>
                <a:schemeClr val="tx1"/>
              </a:solidFill>
            </a:endParaRPr>
          </a:p>
        </p:txBody>
      </p:sp>
      <p:sp>
        <p:nvSpPr>
          <p:cNvPr id="418" name="Rechteck 417"/>
          <p:cNvSpPr/>
          <p:nvPr/>
        </p:nvSpPr>
        <p:spPr>
          <a:xfrm>
            <a:off x="6012200" y="25648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a:t>
            </a:r>
          </a:p>
        </p:txBody>
      </p:sp>
      <p:grpSp>
        <p:nvGrpSpPr>
          <p:cNvPr id="432" name="Gruppieren 431"/>
          <p:cNvGrpSpPr/>
          <p:nvPr/>
        </p:nvGrpSpPr>
        <p:grpSpPr>
          <a:xfrm>
            <a:off x="6300240" y="2420860"/>
            <a:ext cx="288040" cy="576080"/>
            <a:chOff x="683460" y="1556740"/>
            <a:chExt cx="288040" cy="576080"/>
          </a:xfrm>
        </p:grpSpPr>
        <p:sp>
          <p:nvSpPr>
            <p:cNvPr id="433" name="Rechteck 432"/>
            <p:cNvSpPr/>
            <p:nvPr/>
          </p:nvSpPr>
          <p:spPr>
            <a:xfrm>
              <a:off x="683460" y="155674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8</a:t>
              </a:r>
            </a:p>
          </p:txBody>
        </p:sp>
        <p:sp>
          <p:nvSpPr>
            <p:cNvPr id="434" name="Rechteck 433"/>
            <p:cNvSpPr/>
            <p:nvPr/>
          </p:nvSpPr>
          <p:spPr>
            <a:xfrm>
              <a:off x="683460" y="1844780"/>
              <a:ext cx="28804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000" dirty="0">
                  <a:solidFill>
                    <a:schemeClr val="tx1"/>
                  </a:solidFill>
                </a:rPr>
                <a:t>18</a:t>
              </a:r>
            </a:p>
          </p:txBody>
        </p:sp>
        <p:grpSp>
          <p:nvGrpSpPr>
            <p:cNvPr id="435" name="Gruppieren 434"/>
            <p:cNvGrpSpPr/>
            <p:nvPr/>
          </p:nvGrpSpPr>
          <p:grpSpPr>
            <a:xfrm>
              <a:off x="683460" y="1556740"/>
              <a:ext cx="72010" cy="576080"/>
              <a:chOff x="1259540" y="1556740"/>
              <a:chExt cx="72010" cy="576080"/>
            </a:xfrm>
          </p:grpSpPr>
          <p:cxnSp>
            <p:nvCxnSpPr>
              <p:cNvPr id="440" name="Gerade Verbindung 439"/>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1" name="Gerade Verbindung 440"/>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2" name="Gerade Verbindung 441"/>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6" name="Gruppieren 435"/>
            <p:cNvGrpSpPr/>
            <p:nvPr/>
          </p:nvGrpSpPr>
          <p:grpSpPr>
            <a:xfrm flipH="1">
              <a:off x="899490" y="1556740"/>
              <a:ext cx="72010" cy="576080"/>
              <a:chOff x="1259540" y="1556740"/>
              <a:chExt cx="72010" cy="576080"/>
            </a:xfrm>
          </p:grpSpPr>
          <p:cxnSp>
            <p:nvCxnSpPr>
              <p:cNvPr id="437" name="Gerade Verbindung 436"/>
              <p:cNvCxnSpPr/>
              <p:nvPr/>
            </p:nvCxnSpPr>
            <p:spPr>
              <a:xfrm>
                <a:off x="1259540" y="155674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8" name="Gerade Verbindung 437"/>
              <p:cNvCxnSpPr/>
              <p:nvPr/>
            </p:nvCxnSpPr>
            <p:spPr>
              <a:xfrm>
                <a:off x="1259540" y="1556740"/>
                <a:ext cx="0" cy="57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9" name="Gerade Verbindung 438"/>
              <p:cNvCxnSpPr/>
              <p:nvPr/>
            </p:nvCxnSpPr>
            <p:spPr>
              <a:xfrm>
                <a:off x="1259540" y="2132820"/>
                <a:ext cx="720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43" name="Rechteck 442"/>
          <p:cNvSpPr/>
          <p:nvPr/>
        </p:nvSpPr>
        <p:spPr>
          <a:xfrm>
            <a:off x="6948330" y="2564880"/>
            <a:ext cx="230432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err="1">
                <a:solidFill>
                  <a:schemeClr val="tx1"/>
                </a:solidFill>
              </a:rPr>
              <a:t>mmul</a:t>
            </a:r>
            <a:r>
              <a:rPr lang="en-US" sz="1000" dirty="0">
                <a:solidFill>
                  <a:schemeClr val="tx1"/>
                </a:solidFill>
              </a:rPr>
              <a:t> ( {{1,2},{3,4}}, {{2},{3}} ) </a:t>
            </a:r>
            <a:br>
              <a:rPr lang="en-US" sz="1000" dirty="0">
                <a:solidFill>
                  <a:schemeClr val="tx1"/>
                </a:solidFill>
              </a:rPr>
            </a:br>
            <a:r>
              <a:rPr lang="en-US" sz="1000" b="1" dirty="0" err="1">
                <a:solidFill>
                  <a:schemeClr val="tx1"/>
                </a:solidFill>
              </a:rPr>
              <a:t>mmul</a:t>
            </a:r>
            <a:r>
              <a:rPr lang="en-US" sz="1000" dirty="0">
                <a:solidFill>
                  <a:schemeClr val="tx1"/>
                </a:solidFill>
              </a:rPr>
              <a:t> ( {{1,2},{3,4}}, </a:t>
            </a:r>
            <a:r>
              <a:rPr lang="en-US" sz="1000" b="1" dirty="0">
                <a:solidFill>
                  <a:schemeClr val="tx1"/>
                </a:solidFill>
              </a:rPr>
              <a:t>vertical</a:t>
            </a:r>
            <a:r>
              <a:rPr lang="en-US" sz="1000" dirty="0">
                <a:solidFill>
                  <a:schemeClr val="tx1"/>
                </a:solidFill>
              </a:rPr>
              <a:t>({2,3}) ) </a:t>
            </a:r>
            <a:br>
              <a:rPr lang="en-US" sz="1000" dirty="0">
                <a:solidFill>
                  <a:schemeClr val="tx1"/>
                </a:solidFill>
              </a:rPr>
            </a:br>
            <a:r>
              <a:rPr lang="en-US" sz="1000" dirty="0">
                <a:solidFill>
                  <a:schemeClr val="tx1"/>
                </a:solidFill>
              </a:rPr>
              <a:t>= {{8},{18}}</a:t>
            </a:r>
          </a:p>
          <a:p>
            <a:r>
              <a:rPr lang="en-US" sz="1000" dirty="0">
                <a:solidFill>
                  <a:schemeClr val="tx1"/>
                </a:solidFill>
              </a:rPr>
              <a:t>Use </a:t>
            </a:r>
            <a:r>
              <a:rPr lang="en-US" sz="1000" b="1" dirty="0">
                <a:solidFill>
                  <a:schemeClr val="tx1"/>
                </a:solidFill>
              </a:rPr>
              <a:t>flat</a:t>
            </a:r>
            <a:r>
              <a:rPr lang="en-US" sz="1000" dirty="0">
                <a:solidFill>
                  <a:schemeClr val="tx1"/>
                </a:solidFill>
              </a:rPr>
              <a:t>(..) to simplify result.</a:t>
            </a:r>
          </a:p>
        </p:txBody>
      </p:sp>
    </p:spTree>
    <p:extLst>
      <p:ext uri="{BB962C8B-B14F-4D97-AF65-F5344CB8AC3E}">
        <p14:creationId xmlns:p14="http://schemas.microsoft.com/office/powerpoint/2010/main" val="17882337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Functions Overview</a:t>
            </a:r>
            <a:br>
              <a:rPr lang="en-US"/>
            </a:br>
            <a:endParaRPr lang="en-US"/>
          </a:p>
        </p:txBody>
      </p:sp>
      <p:sp>
        <p:nvSpPr>
          <p:cNvPr id="4" name="Textplatzhalter 3"/>
          <p:cNvSpPr>
            <a:spLocks noGrp="1"/>
          </p:cNvSpPr>
          <p:nvPr>
            <p:ph type="body" sz="quarter" idx="16"/>
          </p:nvPr>
        </p:nvSpPr>
        <p:spPr/>
        <p:txBody>
          <a:bodyPr/>
          <a:lstStyle/>
          <a:p>
            <a:endParaRPr lang="en-US"/>
          </a:p>
        </p:txBody>
      </p:sp>
      <p:sp>
        <p:nvSpPr>
          <p:cNvPr id="6" name="Rechteck 5">
            <a:extLst>
              <a:ext uri="{FF2B5EF4-FFF2-40B4-BE49-F238E27FC236}">
                <a16:creationId xmlns:a16="http://schemas.microsoft.com/office/drawing/2014/main" id="{03B25F4F-FBCF-4C4E-AA15-04F7EA0CB832}"/>
              </a:ext>
            </a:extLst>
          </p:cNvPr>
          <p:cNvSpPr/>
          <p:nvPr/>
        </p:nvSpPr>
        <p:spPr>
          <a:xfrm>
            <a:off x="36000" y="981000"/>
            <a:ext cx="2232000" cy="1728000"/>
          </a:xfrm>
          <a:prstGeom prst="rect">
            <a:avLst/>
          </a:prstGeom>
          <a:solidFill>
            <a:srgbClr val="F0C8F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Control Flow Functions</a:t>
            </a:r>
          </a:p>
          <a:p>
            <a:pPr marL="171450" indent="-171450">
              <a:buFont typeface="Wingdings" panose="05000000000000000000" pitchFamily="2" charset="2"/>
              <a:buChar char="§"/>
            </a:pPr>
            <a:r>
              <a:rPr lang="en-US" sz="1000" dirty="0">
                <a:solidFill>
                  <a:schemeClr val="tx1"/>
                </a:solidFill>
              </a:rPr>
              <a:t>Branches (if ... else)</a:t>
            </a:r>
          </a:p>
          <a:p>
            <a:pPr marL="171450" indent="-171450">
              <a:buFont typeface="Wingdings" panose="05000000000000000000" pitchFamily="2" charset="2"/>
              <a:buChar char="§"/>
            </a:pPr>
            <a:r>
              <a:rPr lang="en-US" sz="1000" dirty="0">
                <a:solidFill>
                  <a:schemeClr val="tx1"/>
                </a:solidFill>
              </a:rPr>
              <a:t>Loops</a:t>
            </a:r>
          </a:p>
          <a:p>
            <a:pPr marL="171450" indent="-171450">
              <a:buFont typeface="Wingdings" panose="05000000000000000000" pitchFamily="2" charset="2"/>
              <a:buChar char="§"/>
            </a:pPr>
            <a:r>
              <a:rPr lang="en-US" sz="1000" dirty="0">
                <a:solidFill>
                  <a:schemeClr val="tx1"/>
                </a:solidFill>
              </a:rPr>
              <a:t>User function definition</a:t>
            </a:r>
          </a:p>
          <a:p>
            <a:pPr marL="171450" indent="-171450">
              <a:buFont typeface="Wingdings" panose="05000000000000000000" pitchFamily="2" charset="2"/>
              <a:buChar char="§"/>
            </a:pPr>
            <a:r>
              <a:rPr lang="en-US" sz="1000" dirty="0">
                <a:solidFill>
                  <a:schemeClr val="tx1"/>
                </a:solidFill>
              </a:rPr>
              <a:t>Start other </a:t>
            </a:r>
            <a:r>
              <a:rPr lang="en-US" sz="1000" dirty="0" err="1">
                <a:solidFill>
                  <a:schemeClr val="tx1"/>
                </a:solidFill>
              </a:rPr>
              <a:t>B4P</a:t>
            </a:r>
            <a:r>
              <a:rPr lang="en-US" sz="1000" dirty="0">
                <a:solidFill>
                  <a:schemeClr val="tx1"/>
                </a:solidFill>
              </a:rPr>
              <a:t> programs</a:t>
            </a:r>
          </a:p>
          <a:p>
            <a:pPr marL="171450" indent="-171450">
              <a:buFont typeface="Wingdings" panose="05000000000000000000" pitchFamily="2" charset="2"/>
              <a:buChar char="§"/>
            </a:pPr>
            <a:r>
              <a:rPr lang="en-US" sz="1000" dirty="0">
                <a:solidFill>
                  <a:schemeClr val="tx1"/>
                </a:solidFill>
              </a:rPr>
              <a:t>Exceptions</a:t>
            </a:r>
          </a:p>
          <a:p>
            <a:pPr marL="171450" indent="-171450">
              <a:buFont typeface="Wingdings" panose="05000000000000000000" pitchFamily="2" charset="2"/>
              <a:buChar char="§"/>
            </a:pPr>
            <a:r>
              <a:rPr lang="en-US" sz="1000" dirty="0">
                <a:solidFill>
                  <a:schemeClr val="tx1"/>
                </a:solidFill>
              </a:rPr>
              <a:t>Comparison + selection functions</a:t>
            </a:r>
          </a:p>
          <a:p>
            <a:pPr marL="171450" indent="-171450">
              <a:buFont typeface="Wingdings" panose="05000000000000000000" pitchFamily="2" charset="2"/>
              <a:buChar char="§"/>
            </a:pPr>
            <a:r>
              <a:rPr lang="en-US" sz="1000" dirty="0">
                <a:solidFill>
                  <a:schemeClr val="tx1"/>
                </a:solidFill>
              </a:rPr>
              <a:t>Reflective code execution</a:t>
            </a:r>
          </a:p>
          <a:p>
            <a:pPr marL="171450" indent="-171450">
              <a:buFont typeface="Wingdings" panose="05000000000000000000" pitchFamily="2" charset="2"/>
              <a:buChar char="§"/>
            </a:pPr>
            <a:r>
              <a:rPr lang="en-US" sz="1000" dirty="0">
                <a:solidFill>
                  <a:schemeClr val="tx1"/>
                </a:solidFill>
              </a:rPr>
              <a:t>Misc. control flow functions</a:t>
            </a:r>
          </a:p>
        </p:txBody>
      </p:sp>
      <p:sp>
        <p:nvSpPr>
          <p:cNvPr id="380" name="Rechteck 379">
            <a:extLst>
              <a:ext uri="{FF2B5EF4-FFF2-40B4-BE49-F238E27FC236}">
                <a16:creationId xmlns:a16="http://schemas.microsoft.com/office/drawing/2014/main" id="{566E23E7-F9CA-4744-B890-4CDCF09827FC}"/>
              </a:ext>
            </a:extLst>
          </p:cNvPr>
          <p:cNvSpPr/>
          <p:nvPr/>
        </p:nvSpPr>
        <p:spPr>
          <a:xfrm>
            <a:off x="36000" y="2781000"/>
            <a:ext cx="2232000" cy="1296000"/>
          </a:xfrm>
          <a:prstGeom prst="rect">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Input / Output Functions</a:t>
            </a:r>
          </a:p>
          <a:p>
            <a:pPr marL="171450" indent="-171450">
              <a:buFont typeface="Wingdings" panose="05000000000000000000" pitchFamily="2" charset="2"/>
              <a:buChar char="§"/>
            </a:pPr>
            <a:r>
              <a:rPr lang="en-US" sz="1000" dirty="0">
                <a:solidFill>
                  <a:schemeClr val="tx1"/>
                </a:solidFill>
              </a:rPr>
              <a:t>Standard text I/O </a:t>
            </a:r>
            <a:br>
              <a:rPr lang="en-US" sz="1000" dirty="0">
                <a:solidFill>
                  <a:schemeClr val="tx1"/>
                </a:solidFill>
              </a:rPr>
            </a:br>
            <a:r>
              <a:rPr lang="en-US" sz="1000" dirty="0">
                <a:solidFill>
                  <a:schemeClr val="tx1"/>
                </a:solidFill>
              </a:rPr>
              <a:t>(e.g. echo, input, ..)</a:t>
            </a:r>
          </a:p>
          <a:p>
            <a:pPr marL="171450" indent="-171450">
              <a:buFont typeface="Wingdings" panose="05000000000000000000" pitchFamily="2" charset="2"/>
              <a:buChar char="§"/>
            </a:pPr>
            <a:r>
              <a:rPr lang="en-US" sz="1000" dirty="0">
                <a:solidFill>
                  <a:schemeClr val="tx1"/>
                </a:solidFill>
              </a:rPr>
              <a:t>Console special effects</a:t>
            </a:r>
            <a:br>
              <a:rPr lang="en-US" sz="1000" dirty="0">
                <a:solidFill>
                  <a:schemeClr val="tx1"/>
                </a:solidFill>
              </a:rPr>
            </a:br>
            <a:r>
              <a:rPr lang="en-US" sz="1000" dirty="0">
                <a:solidFill>
                  <a:schemeClr val="tx1"/>
                </a:solidFill>
              </a:rPr>
              <a:t>(e.g. clear screen, cursor positions,</a:t>
            </a:r>
            <a:br>
              <a:rPr lang="en-US" sz="1000" dirty="0">
                <a:solidFill>
                  <a:schemeClr val="tx1"/>
                </a:solidFill>
              </a:rPr>
            </a:br>
            <a:r>
              <a:rPr lang="en-US" sz="1000" dirty="0">
                <a:solidFill>
                  <a:schemeClr val="tx1"/>
                </a:solidFill>
              </a:rPr>
              <a:t>colors)</a:t>
            </a:r>
          </a:p>
          <a:p>
            <a:pPr marL="171450" indent="-171450">
              <a:buFont typeface="Wingdings" panose="05000000000000000000" pitchFamily="2" charset="2"/>
              <a:buChar char="§"/>
            </a:pPr>
            <a:r>
              <a:rPr lang="en-US" sz="1000" dirty="0">
                <a:solidFill>
                  <a:schemeClr val="tx1"/>
                </a:solidFill>
              </a:rPr>
              <a:t>Inspection and debugging</a:t>
            </a:r>
          </a:p>
        </p:txBody>
      </p:sp>
      <p:sp>
        <p:nvSpPr>
          <p:cNvPr id="382" name="Rechteck 381">
            <a:extLst>
              <a:ext uri="{FF2B5EF4-FFF2-40B4-BE49-F238E27FC236}">
                <a16:creationId xmlns:a16="http://schemas.microsoft.com/office/drawing/2014/main" id="{2715AA32-8EAF-45C8-BE31-703315685336}"/>
              </a:ext>
            </a:extLst>
          </p:cNvPr>
          <p:cNvSpPr/>
          <p:nvPr/>
        </p:nvSpPr>
        <p:spPr>
          <a:xfrm>
            <a:off x="36000" y="4149000"/>
            <a:ext cx="2232000" cy="1224000"/>
          </a:xfrm>
          <a:prstGeom prst="rect">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Type Conversion &amp; Format</a:t>
            </a:r>
          </a:p>
          <a:p>
            <a:pPr marL="171450" indent="-171450">
              <a:buFont typeface="Wingdings" panose="05000000000000000000" pitchFamily="2" charset="2"/>
              <a:buChar char="§"/>
            </a:pPr>
            <a:r>
              <a:rPr lang="en-US" sz="1000" dirty="0">
                <a:solidFill>
                  <a:schemeClr val="tx1"/>
                </a:solidFill>
              </a:rPr>
              <a:t>Conversion to literal</a:t>
            </a:r>
          </a:p>
          <a:p>
            <a:pPr marL="171450" indent="-171450">
              <a:buFont typeface="Wingdings" panose="05000000000000000000" pitchFamily="2" charset="2"/>
              <a:buChar char="§"/>
            </a:pPr>
            <a:r>
              <a:rPr lang="en-US" sz="1000" dirty="0">
                <a:solidFill>
                  <a:schemeClr val="tx1"/>
                </a:solidFill>
              </a:rPr>
              <a:t>Conversion to numeral</a:t>
            </a:r>
          </a:p>
          <a:p>
            <a:pPr marL="171450" indent="-171450">
              <a:buFont typeface="Wingdings" panose="05000000000000000000" pitchFamily="2" charset="2"/>
              <a:buChar char="§"/>
            </a:pPr>
            <a:r>
              <a:rPr lang="en-US" sz="1000" dirty="0">
                <a:solidFill>
                  <a:schemeClr val="tx1"/>
                </a:solidFill>
              </a:rPr>
              <a:t>Conversion to set</a:t>
            </a:r>
          </a:p>
          <a:p>
            <a:pPr marL="171450" indent="-171450">
              <a:buFont typeface="Wingdings" panose="05000000000000000000" pitchFamily="2" charset="2"/>
              <a:buChar char="§"/>
            </a:pPr>
            <a:r>
              <a:rPr lang="en-US" sz="1000" dirty="0">
                <a:solidFill>
                  <a:schemeClr val="tx1"/>
                </a:solidFill>
              </a:rPr>
              <a:t>Conversion to date, time</a:t>
            </a:r>
          </a:p>
          <a:p>
            <a:pPr marL="171450" indent="-171450">
              <a:buFont typeface="Wingdings" panose="05000000000000000000" pitchFamily="2" charset="2"/>
              <a:buChar char="§"/>
            </a:pPr>
            <a:r>
              <a:rPr lang="en-US" sz="1000" dirty="0">
                <a:solidFill>
                  <a:schemeClr val="tx1"/>
                </a:solidFill>
              </a:rPr>
              <a:t>advanced functions (e.g. best type)</a:t>
            </a:r>
          </a:p>
          <a:p>
            <a:pPr marL="171450" indent="-171450">
              <a:buFont typeface="Wingdings" panose="05000000000000000000" pitchFamily="2" charset="2"/>
              <a:buChar char="§"/>
            </a:pPr>
            <a:r>
              <a:rPr lang="en-US" sz="1000" dirty="0">
                <a:solidFill>
                  <a:schemeClr val="tx1"/>
                </a:solidFill>
              </a:rPr>
              <a:t>excel support functions</a:t>
            </a:r>
          </a:p>
          <a:p>
            <a:pPr marL="171450" indent="-171450">
              <a:buFont typeface="Wingdings" panose="05000000000000000000" pitchFamily="2" charset="2"/>
              <a:buChar char="§"/>
            </a:pPr>
            <a:endParaRPr lang="en-US" sz="1000" dirty="0">
              <a:solidFill>
                <a:schemeClr val="tx1"/>
              </a:solidFill>
            </a:endParaRPr>
          </a:p>
        </p:txBody>
      </p:sp>
      <p:sp>
        <p:nvSpPr>
          <p:cNvPr id="384" name="Rechteck 383">
            <a:extLst>
              <a:ext uri="{FF2B5EF4-FFF2-40B4-BE49-F238E27FC236}">
                <a16:creationId xmlns:a16="http://schemas.microsoft.com/office/drawing/2014/main" id="{AD1C4384-F554-4025-9591-3A94928D4694}"/>
              </a:ext>
            </a:extLst>
          </p:cNvPr>
          <p:cNvSpPr/>
          <p:nvPr/>
        </p:nvSpPr>
        <p:spPr>
          <a:xfrm>
            <a:off x="2340000" y="981000"/>
            <a:ext cx="2232000" cy="144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Mathematics &amp; Statistics</a:t>
            </a:r>
          </a:p>
          <a:p>
            <a:pPr marL="171450" indent="-171450">
              <a:buFont typeface="Wingdings" panose="05000000000000000000" pitchFamily="2" charset="2"/>
              <a:buChar char="§"/>
            </a:pPr>
            <a:r>
              <a:rPr lang="en-US" sz="1000" dirty="0">
                <a:solidFill>
                  <a:schemeClr val="tx1"/>
                </a:solidFill>
              </a:rPr>
              <a:t>Basic functions (e.g. abs)</a:t>
            </a:r>
          </a:p>
          <a:p>
            <a:pPr marL="171450" indent="-171450">
              <a:buFont typeface="Wingdings" panose="05000000000000000000" pitchFamily="2" charset="2"/>
              <a:buChar char="§"/>
            </a:pPr>
            <a:r>
              <a:rPr lang="en-US" sz="1000" dirty="0">
                <a:solidFill>
                  <a:schemeClr val="tx1"/>
                </a:solidFill>
              </a:rPr>
              <a:t>Transcendental functions</a:t>
            </a:r>
          </a:p>
          <a:p>
            <a:pPr marL="171450" indent="-171450">
              <a:buFont typeface="Wingdings" panose="05000000000000000000" pitchFamily="2" charset="2"/>
              <a:buChar char="§"/>
            </a:pPr>
            <a:r>
              <a:rPr lang="en-US" sz="1000" dirty="0">
                <a:solidFill>
                  <a:schemeClr val="tx1"/>
                </a:solidFill>
              </a:rPr>
              <a:t>Series functions</a:t>
            </a:r>
          </a:p>
          <a:p>
            <a:pPr marL="171450" indent="-171450">
              <a:buFont typeface="Wingdings" panose="05000000000000000000" pitchFamily="2" charset="2"/>
              <a:buChar char="§"/>
            </a:pPr>
            <a:r>
              <a:rPr lang="en-US" sz="1000" dirty="0">
                <a:solidFill>
                  <a:schemeClr val="tx1"/>
                </a:solidFill>
              </a:rPr>
              <a:t>Matrix functions</a:t>
            </a:r>
          </a:p>
          <a:p>
            <a:pPr marL="171450" indent="-171450">
              <a:buFont typeface="Wingdings" panose="05000000000000000000" pitchFamily="2" charset="2"/>
              <a:buChar char="§"/>
            </a:pPr>
            <a:r>
              <a:rPr lang="en-US" sz="1000" dirty="0">
                <a:solidFill>
                  <a:schemeClr val="tx1"/>
                </a:solidFill>
              </a:rPr>
              <a:t>Statistics functions</a:t>
            </a:r>
          </a:p>
          <a:p>
            <a:pPr marL="171450" indent="-171450">
              <a:buFont typeface="Wingdings" panose="05000000000000000000" pitchFamily="2" charset="2"/>
              <a:buChar char="§"/>
            </a:pPr>
            <a:r>
              <a:rPr lang="en-US" sz="1000" dirty="0">
                <a:solidFill>
                  <a:schemeClr val="tx1"/>
                </a:solidFill>
              </a:rPr>
              <a:t>Conditional combination functions</a:t>
            </a:r>
          </a:p>
          <a:p>
            <a:pPr marL="171450" indent="-171450">
              <a:buFont typeface="Wingdings" panose="05000000000000000000" pitchFamily="2" charset="2"/>
              <a:buChar char="§"/>
            </a:pPr>
            <a:r>
              <a:rPr lang="en-US" sz="1000" dirty="0">
                <a:solidFill>
                  <a:schemeClr val="tx1"/>
                </a:solidFill>
              </a:rPr>
              <a:t>Finance and business functions</a:t>
            </a:r>
          </a:p>
        </p:txBody>
      </p:sp>
      <p:sp>
        <p:nvSpPr>
          <p:cNvPr id="385" name="Rechteck 384">
            <a:extLst>
              <a:ext uri="{FF2B5EF4-FFF2-40B4-BE49-F238E27FC236}">
                <a16:creationId xmlns:a16="http://schemas.microsoft.com/office/drawing/2014/main" id="{EC8EBD0E-614A-41CA-B43C-08F197604B8B}"/>
              </a:ext>
            </a:extLst>
          </p:cNvPr>
          <p:cNvSpPr/>
          <p:nvPr/>
        </p:nvSpPr>
        <p:spPr>
          <a:xfrm>
            <a:off x="2340000" y="2493000"/>
            <a:ext cx="2232000" cy="1008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String Functions </a:t>
            </a:r>
          </a:p>
          <a:p>
            <a:pPr marL="171450" indent="-171450">
              <a:buFont typeface="Wingdings" panose="05000000000000000000" pitchFamily="2" charset="2"/>
              <a:buChar char="§"/>
            </a:pPr>
            <a:r>
              <a:rPr lang="en-US" sz="1000" dirty="0">
                <a:solidFill>
                  <a:schemeClr val="tx1"/>
                </a:solidFill>
              </a:rPr>
              <a:t>String search and extraction</a:t>
            </a:r>
          </a:p>
          <a:p>
            <a:pPr marL="171450" indent="-171450">
              <a:buFont typeface="Wingdings" panose="05000000000000000000" pitchFamily="2" charset="2"/>
              <a:buChar char="§"/>
            </a:pPr>
            <a:r>
              <a:rPr lang="en-US" sz="1000" dirty="0">
                <a:solidFill>
                  <a:schemeClr val="tx1"/>
                </a:solidFill>
              </a:rPr>
              <a:t>Character coding, decoding</a:t>
            </a:r>
          </a:p>
          <a:p>
            <a:pPr marL="171450" indent="-171450">
              <a:buFont typeface="Wingdings" panose="05000000000000000000" pitchFamily="2" charset="2"/>
              <a:buChar char="§"/>
            </a:pPr>
            <a:r>
              <a:rPr lang="en-US" sz="1000" dirty="0">
                <a:solidFill>
                  <a:schemeClr val="tx1"/>
                </a:solidFill>
              </a:rPr>
              <a:t>Miscellaneous functions</a:t>
            </a:r>
            <a:br>
              <a:rPr lang="en-US" sz="1000" dirty="0">
                <a:solidFill>
                  <a:schemeClr val="tx1"/>
                </a:solidFill>
              </a:rPr>
            </a:br>
            <a:r>
              <a:rPr lang="en-US" sz="1000" dirty="0">
                <a:solidFill>
                  <a:schemeClr val="tx1"/>
                </a:solidFill>
              </a:rPr>
              <a:t>(e.g. random strings)</a:t>
            </a:r>
          </a:p>
        </p:txBody>
      </p:sp>
      <p:sp>
        <p:nvSpPr>
          <p:cNvPr id="419" name="Rechteck 418">
            <a:extLst>
              <a:ext uri="{FF2B5EF4-FFF2-40B4-BE49-F238E27FC236}">
                <a16:creationId xmlns:a16="http://schemas.microsoft.com/office/drawing/2014/main" id="{410563D6-851F-43B6-85E5-39C51DBE734E}"/>
              </a:ext>
            </a:extLst>
          </p:cNvPr>
          <p:cNvSpPr/>
          <p:nvPr/>
        </p:nvSpPr>
        <p:spPr>
          <a:xfrm>
            <a:off x="2340000" y="3573000"/>
            <a:ext cx="2232000" cy="1008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Date and Time Functions</a:t>
            </a:r>
          </a:p>
          <a:p>
            <a:pPr marL="171450" indent="-171450">
              <a:buFont typeface="Wingdings" panose="05000000000000000000" pitchFamily="2" charset="2"/>
              <a:buChar char="§"/>
            </a:pPr>
            <a:r>
              <a:rPr lang="en-US" sz="1000" dirty="0">
                <a:solidFill>
                  <a:schemeClr val="tx1"/>
                </a:solidFill>
              </a:rPr>
              <a:t>Date functions </a:t>
            </a:r>
            <a:br>
              <a:rPr lang="en-US" sz="1000" dirty="0">
                <a:solidFill>
                  <a:schemeClr val="tx1"/>
                </a:solidFill>
              </a:rPr>
            </a:br>
            <a:r>
              <a:rPr lang="en-US" sz="1000" dirty="0">
                <a:solidFill>
                  <a:schemeClr val="tx1"/>
                </a:solidFill>
              </a:rPr>
              <a:t>(e.g. weekday from date)</a:t>
            </a:r>
          </a:p>
          <a:p>
            <a:pPr marL="171450" indent="-171450">
              <a:buFont typeface="Wingdings" panose="05000000000000000000" pitchFamily="2" charset="2"/>
              <a:buChar char="§"/>
            </a:pPr>
            <a:r>
              <a:rPr lang="en-US" sz="1000" dirty="0">
                <a:solidFill>
                  <a:schemeClr val="tx1"/>
                </a:solidFill>
              </a:rPr>
              <a:t>Time functions</a:t>
            </a:r>
          </a:p>
          <a:p>
            <a:pPr marL="171450" indent="-171450">
              <a:buFont typeface="Wingdings" panose="05000000000000000000" pitchFamily="2" charset="2"/>
              <a:buChar char="§"/>
            </a:pPr>
            <a:r>
              <a:rPr lang="en-US" sz="1000" dirty="0">
                <a:solidFill>
                  <a:schemeClr val="tx1"/>
                </a:solidFill>
              </a:rPr>
              <a:t>Stopwatch functions</a:t>
            </a:r>
          </a:p>
          <a:p>
            <a:pPr marL="171450" indent="-171450">
              <a:buFont typeface="Wingdings" panose="05000000000000000000" pitchFamily="2" charset="2"/>
              <a:buChar char="§"/>
            </a:pPr>
            <a:r>
              <a:rPr lang="en-US" sz="1000" dirty="0">
                <a:solidFill>
                  <a:schemeClr val="tx1"/>
                </a:solidFill>
              </a:rPr>
              <a:t>Sleep and wait functions</a:t>
            </a:r>
          </a:p>
        </p:txBody>
      </p:sp>
      <p:sp>
        <p:nvSpPr>
          <p:cNvPr id="420" name="Rechteck 419">
            <a:extLst>
              <a:ext uri="{FF2B5EF4-FFF2-40B4-BE49-F238E27FC236}">
                <a16:creationId xmlns:a16="http://schemas.microsoft.com/office/drawing/2014/main" id="{00A816FA-9898-44C1-9E25-33A6764929DF}"/>
              </a:ext>
            </a:extLst>
          </p:cNvPr>
          <p:cNvSpPr/>
          <p:nvPr/>
        </p:nvSpPr>
        <p:spPr>
          <a:xfrm>
            <a:off x="2340000" y="4653000"/>
            <a:ext cx="2232000" cy="72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Set functions</a:t>
            </a:r>
          </a:p>
          <a:p>
            <a:pPr marL="171450" indent="-171450">
              <a:buFont typeface="Wingdings" panose="05000000000000000000" pitchFamily="2" charset="2"/>
              <a:buChar char="§"/>
            </a:pPr>
            <a:r>
              <a:rPr lang="en-US" sz="1000" dirty="0">
                <a:solidFill>
                  <a:schemeClr val="tx1"/>
                </a:solidFill>
              </a:rPr>
              <a:t>Parameter set search &amp; extraction</a:t>
            </a:r>
          </a:p>
          <a:p>
            <a:pPr marL="171450" indent="-171450">
              <a:buFont typeface="Wingdings" panose="05000000000000000000" pitchFamily="2" charset="2"/>
              <a:buChar char="§"/>
            </a:pPr>
            <a:r>
              <a:rPr lang="en-US" sz="1000" dirty="0">
                <a:solidFill>
                  <a:schemeClr val="tx1"/>
                </a:solidFill>
              </a:rPr>
              <a:t>Matrix manipulations</a:t>
            </a:r>
            <a:br>
              <a:rPr lang="en-US" sz="1000" dirty="0">
                <a:solidFill>
                  <a:schemeClr val="tx1"/>
                </a:solidFill>
              </a:rPr>
            </a:br>
            <a:r>
              <a:rPr lang="en-US" sz="1000" dirty="0">
                <a:solidFill>
                  <a:schemeClr val="tx1"/>
                </a:solidFill>
              </a:rPr>
              <a:t>(e.g. transpose)</a:t>
            </a:r>
          </a:p>
        </p:txBody>
      </p:sp>
      <p:sp>
        <p:nvSpPr>
          <p:cNvPr id="421" name="Rechteck 420">
            <a:extLst>
              <a:ext uri="{FF2B5EF4-FFF2-40B4-BE49-F238E27FC236}">
                <a16:creationId xmlns:a16="http://schemas.microsoft.com/office/drawing/2014/main" id="{8C66F0B6-5B68-44DA-A605-A3883BE0ACEF}"/>
              </a:ext>
            </a:extLst>
          </p:cNvPr>
          <p:cNvSpPr/>
          <p:nvPr/>
        </p:nvSpPr>
        <p:spPr>
          <a:xfrm>
            <a:off x="4644000" y="981000"/>
            <a:ext cx="2232000" cy="122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Table Functions - Basics</a:t>
            </a:r>
          </a:p>
          <a:p>
            <a:pPr marL="171450" indent="-171450">
              <a:buFont typeface="Wingdings" panose="05000000000000000000" pitchFamily="2" charset="2"/>
              <a:buChar char="§"/>
            </a:pPr>
            <a:r>
              <a:rPr lang="en-US" sz="1000" dirty="0">
                <a:solidFill>
                  <a:schemeClr val="tx1"/>
                </a:solidFill>
              </a:rPr>
              <a:t>Create and delete tables</a:t>
            </a:r>
          </a:p>
          <a:p>
            <a:pPr marL="171450" indent="-171450">
              <a:buFont typeface="Wingdings" panose="05000000000000000000" pitchFamily="2" charset="2"/>
              <a:buChar char="§"/>
            </a:pPr>
            <a:r>
              <a:rPr lang="en-US" sz="1000" dirty="0">
                <a:solidFill>
                  <a:schemeClr val="tx1"/>
                </a:solidFill>
              </a:rPr>
              <a:t>Access table information</a:t>
            </a:r>
          </a:p>
          <a:p>
            <a:pPr marL="171450" indent="-171450">
              <a:buFont typeface="Wingdings" panose="05000000000000000000" pitchFamily="2" charset="2"/>
              <a:buChar char="§"/>
            </a:pPr>
            <a:r>
              <a:rPr lang="en-US" sz="1000" dirty="0">
                <a:solidFill>
                  <a:schemeClr val="tx1"/>
                </a:solidFill>
              </a:rPr>
              <a:t>Access table contents</a:t>
            </a:r>
          </a:p>
          <a:p>
            <a:pPr marL="171450" indent="-171450">
              <a:buFont typeface="Wingdings" panose="05000000000000000000" pitchFamily="2" charset="2"/>
              <a:buChar char="§"/>
            </a:pPr>
            <a:r>
              <a:rPr lang="en-US" sz="1000" dirty="0">
                <a:solidFill>
                  <a:schemeClr val="tx1"/>
                </a:solidFill>
              </a:rPr>
              <a:t>Load / save tables</a:t>
            </a:r>
          </a:p>
          <a:p>
            <a:pPr marL="171450" indent="-171450">
              <a:buFont typeface="Wingdings" panose="05000000000000000000" pitchFamily="2" charset="2"/>
              <a:buChar char="§"/>
            </a:pPr>
            <a:r>
              <a:rPr lang="en-US" sz="1000" dirty="0">
                <a:solidFill>
                  <a:schemeClr val="tx1"/>
                </a:solidFill>
              </a:rPr>
              <a:t>Input / output with tables</a:t>
            </a:r>
            <a:br>
              <a:rPr lang="en-US" sz="1000" dirty="0">
                <a:solidFill>
                  <a:schemeClr val="tx1"/>
                </a:solidFill>
              </a:rPr>
            </a:br>
            <a:r>
              <a:rPr lang="en-US" sz="1000" dirty="0">
                <a:solidFill>
                  <a:schemeClr val="tx1"/>
                </a:solidFill>
              </a:rPr>
              <a:t>(e.g. listing tables, menus)</a:t>
            </a:r>
          </a:p>
        </p:txBody>
      </p:sp>
      <p:sp>
        <p:nvSpPr>
          <p:cNvPr id="422" name="Rechteck 421">
            <a:extLst>
              <a:ext uri="{FF2B5EF4-FFF2-40B4-BE49-F238E27FC236}">
                <a16:creationId xmlns:a16="http://schemas.microsoft.com/office/drawing/2014/main" id="{88E43557-5919-4BC9-B344-BBF82C0014A9}"/>
              </a:ext>
            </a:extLst>
          </p:cNvPr>
          <p:cNvSpPr/>
          <p:nvPr/>
        </p:nvSpPr>
        <p:spPr>
          <a:xfrm>
            <a:off x="4644000" y="2277000"/>
            <a:ext cx="2232000" cy="122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Table Functions - Processing</a:t>
            </a:r>
          </a:p>
          <a:p>
            <a:pPr marL="171450" indent="-171450">
              <a:buFont typeface="Wingdings" panose="05000000000000000000" pitchFamily="2" charset="2"/>
              <a:buChar char="§"/>
            </a:pPr>
            <a:r>
              <a:rPr lang="en-US" sz="1000" dirty="0">
                <a:solidFill>
                  <a:schemeClr val="tx1"/>
                </a:solidFill>
              </a:rPr>
              <a:t>Check and process headers</a:t>
            </a:r>
          </a:p>
          <a:p>
            <a:pPr marL="171450" indent="-171450">
              <a:buFont typeface="Wingdings" panose="05000000000000000000" pitchFamily="2" charset="2"/>
              <a:buChar char="§"/>
            </a:pPr>
            <a:r>
              <a:rPr lang="en-US" sz="1000" dirty="0">
                <a:solidFill>
                  <a:schemeClr val="tx1"/>
                </a:solidFill>
              </a:rPr>
              <a:t>Search tables</a:t>
            </a:r>
          </a:p>
          <a:p>
            <a:pPr marL="171450" indent="-171450">
              <a:buFont typeface="Wingdings" panose="05000000000000000000" pitchFamily="2" charset="2"/>
              <a:buChar char="§"/>
            </a:pPr>
            <a:r>
              <a:rPr lang="en-US" sz="1000" dirty="0">
                <a:solidFill>
                  <a:schemeClr val="tx1"/>
                </a:solidFill>
              </a:rPr>
              <a:t>Process table columns</a:t>
            </a:r>
          </a:p>
          <a:p>
            <a:pPr marL="171450" indent="-171450">
              <a:buFont typeface="Wingdings" panose="05000000000000000000" pitchFamily="2" charset="2"/>
              <a:buChar char="§"/>
            </a:pPr>
            <a:r>
              <a:rPr lang="en-US" sz="1000" dirty="0">
                <a:solidFill>
                  <a:schemeClr val="tx1"/>
                </a:solidFill>
              </a:rPr>
              <a:t>Process table rows</a:t>
            </a:r>
          </a:p>
          <a:p>
            <a:pPr marL="171450" indent="-171450">
              <a:buFont typeface="Wingdings" panose="05000000000000000000" pitchFamily="2" charset="2"/>
              <a:buChar char="§"/>
            </a:pPr>
            <a:r>
              <a:rPr lang="en-US" sz="1000" dirty="0">
                <a:solidFill>
                  <a:schemeClr val="tx1"/>
                </a:solidFill>
              </a:rPr>
              <a:t>Process table contents</a:t>
            </a:r>
          </a:p>
          <a:p>
            <a:pPr marL="171450" indent="-171450">
              <a:buFont typeface="Wingdings" panose="05000000000000000000" pitchFamily="2" charset="2"/>
              <a:buChar char="§"/>
            </a:pPr>
            <a:r>
              <a:rPr lang="en-US" sz="1000" dirty="0">
                <a:solidFill>
                  <a:schemeClr val="tx1"/>
                </a:solidFill>
              </a:rPr>
              <a:t>Rename, copy and split tables</a:t>
            </a:r>
          </a:p>
          <a:p>
            <a:pPr marL="171450" indent="-171450">
              <a:buFont typeface="Wingdings" panose="05000000000000000000" pitchFamily="2" charset="2"/>
              <a:buChar char="§"/>
            </a:pPr>
            <a:endParaRPr lang="en-US" sz="1000" dirty="0">
              <a:solidFill>
                <a:schemeClr val="tx1"/>
              </a:solidFill>
            </a:endParaRPr>
          </a:p>
        </p:txBody>
      </p:sp>
      <p:sp>
        <p:nvSpPr>
          <p:cNvPr id="423" name="Rechteck 422">
            <a:extLst>
              <a:ext uri="{FF2B5EF4-FFF2-40B4-BE49-F238E27FC236}">
                <a16:creationId xmlns:a16="http://schemas.microsoft.com/office/drawing/2014/main" id="{C0DC8E5A-B1F0-4A2C-B66C-604E4568E713}"/>
              </a:ext>
            </a:extLst>
          </p:cNvPr>
          <p:cNvSpPr/>
          <p:nvPr/>
        </p:nvSpPr>
        <p:spPr>
          <a:xfrm>
            <a:off x="4644000" y="3573000"/>
            <a:ext cx="2232000" cy="1008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Table Functions - Advanced</a:t>
            </a:r>
          </a:p>
          <a:p>
            <a:pPr marL="171450" indent="-171450">
              <a:buFont typeface="Wingdings" panose="05000000000000000000" pitchFamily="2" charset="2"/>
              <a:buChar char="§"/>
            </a:pPr>
            <a:r>
              <a:rPr lang="en-US" sz="1000" dirty="0">
                <a:solidFill>
                  <a:schemeClr val="tx1"/>
                </a:solidFill>
              </a:rPr>
              <a:t>Check and compare tables</a:t>
            </a:r>
          </a:p>
          <a:p>
            <a:pPr marL="171450" indent="-171450">
              <a:buFont typeface="Wingdings" panose="05000000000000000000" pitchFamily="2" charset="2"/>
              <a:buChar char="§"/>
            </a:pPr>
            <a:r>
              <a:rPr lang="en-US" sz="1000" dirty="0">
                <a:solidFill>
                  <a:schemeClr val="tx1"/>
                </a:solidFill>
              </a:rPr>
              <a:t>Look up from other tables</a:t>
            </a:r>
          </a:p>
          <a:p>
            <a:pPr marL="171450" indent="-171450">
              <a:buFont typeface="Wingdings" panose="05000000000000000000" pitchFamily="2" charset="2"/>
              <a:buChar char="§"/>
            </a:pPr>
            <a:r>
              <a:rPr lang="en-US" sz="1000" dirty="0">
                <a:solidFill>
                  <a:schemeClr val="tx1"/>
                </a:solidFill>
              </a:rPr>
              <a:t>Pivoting and consolidating tables</a:t>
            </a:r>
          </a:p>
          <a:p>
            <a:pPr marL="171450" indent="-171450">
              <a:buFont typeface="Wingdings" panose="05000000000000000000" pitchFamily="2" charset="2"/>
              <a:buChar char="§"/>
            </a:pPr>
            <a:r>
              <a:rPr lang="en-US" sz="1000" dirty="0">
                <a:solidFill>
                  <a:schemeClr val="tx1"/>
                </a:solidFill>
              </a:rPr>
              <a:t>Combining multiple tables</a:t>
            </a:r>
          </a:p>
          <a:p>
            <a:pPr marL="171450" indent="-171450">
              <a:buFont typeface="Wingdings" panose="05000000000000000000" pitchFamily="2" charset="2"/>
              <a:buChar char="§"/>
            </a:pPr>
            <a:r>
              <a:rPr lang="en-US" sz="1000" dirty="0">
                <a:solidFill>
                  <a:schemeClr val="tx1"/>
                </a:solidFill>
              </a:rPr>
              <a:t>Exploring and extracting tables</a:t>
            </a:r>
          </a:p>
        </p:txBody>
      </p:sp>
      <p:sp>
        <p:nvSpPr>
          <p:cNvPr id="424" name="Rechteck 423">
            <a:extLst>
              <a:ext uri="{FF2B5EF4-FFF2-40B4-BE49-F238E27FC236}">
                <a16:creationId xmlns:a16="http://schemas.microsoft.com/office/drawing/2014/main" id="{CA30B6CA-DB3C-403A-85E5-82A8DC5DA1C0}"/>
              </a:ext>
            </a:extLst>
          </p:cNvPr>
          <p:cNvSpPr/>
          <p:nvPr/>
        </p:nvSpPr>
        <p:spPr>
          <a:xfrm>
            <a:off x="4644000" y="4653000"/>
            <a:ext cx="2232000" cy="72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Formatting &amp; Styling Tables</a:t>
            </a:r>
          </a:p>
          <a:p>
            <a:pPr marL="171450" indent="-171450">
              <a:buFont typeface="Wingdings" panose="05000000000000000000" pitchFamily="2" charset="2"/>
              <a:buChar char="§"/>
            </a:pPr>
            <a:r>
              <a:rPr lang="en-US" sz="1000" dirty="0">
                <a:solidFill>
                  <a:schemeClr val="tx1"/>
                </a:solidFill>
              </a:rPr>
              <a:t>Define colors to use</a:t>
            </a:r>
          </a:p>
          <a:p>
            <a:pPr marL="171450" indent="-171450">
              <a:buFont typeface="Wingdings" panose="05000000000000000000" pitchFamily="2" charset="2"/>
              <a:buChar char="§"/>
            </a:pPr>
            <a:r>
              <a:rPr lang="en-US" sz="1000" dirty="0">
                <a:solidFill>
                  <a:schemeClr val="tx1"/>
                </a:solidFill>
              </a:rPr>
              <a:t>Format tables, rows, columns, cells</a:t>
            </a:r>
          </a:p>
          <a:p>
            <a:pPr marL="171450" indent="-171450">
              <a:buFont typeface="Wingdings" panose="05000000000000000000" pitchFamily="2" charset="2"/>
              <a:buChar char="§"/>
            </a:pPr>
            <a:r>
              <a:rPr lang="en-US" sz="1000" dirty="0">
                <a:solidFill>
                  <a:schemeClr val="tx1"/>
                </a:solidFill>
              </a:rPr>
              <a:t>Translating to file format to save</a:t>
            </a:r>
          </a:p>
        </p:txBody>
      </p:sp>
      <p:sp>
        <p:nvSpPr>
          <p:cNvPr id="425" name="Rechteck 424">
            <a:extLst>
              <a:ext uri="{FF2B5EF4-FFF2-40B4-BE49-F238E27FC236}">
                <a16:creationId xmlns:a16="http://schemas.microsoft.com/office/drawing/2014/main" id="{FD78D88E-B925-4B6C-B1D2-02CDC487C87F}"/>
              </a:ext>
            </a:extLst>
          </p:cNvPr>
          <p:cNvSpPr/>
          <p:nvPr/>
        </p:nvSpPr>
        <p:spPr>
          <a:xfrm>
            <a:off x="6948000" y="981000"/>
            <a:ext cx="2232000" cy="122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Variables Functions</a:t>
            </a:r>
          </a:p>
          <a:p>
            <a:pPr marL="171450" indent="-171450">
              <a:buFont typeface="Wingdings" panose="05000000000000000000" pitchFamily="2" charset="2"/>
              <a:buChar char="§"/>
            </a:pPr>
            <a:r>
              <a:rPr lang="en-US" sz="1000" dirty="0">
                <a:solidFill>
                  <a:schemeClr val="tx1"/>
                </a:solidFill>
              </a:rPr>
              <a:t>Basics</a:t>
            </a:r>
          </a:p>
          <a:p>
            <a:pPr marL="171450" indent="-171450">
              <a:buFont typeface="Wingdings" panose="05000000000000000000" pitchFamily="2" charset="2"/>
              <a:buChar char="§"/>
            </a:pPr>
            <a:r>
              <a:rPr lang="en-US" sz="1000" dirty="0">
                <a:solidFill>
                  <a:schemeClr val="tx1"/>
                </a:solidFill>
              </a:rPr>
              <a:t>Arrays and structures</a:t>
            </a:r>
          </a:p>
          <a:p>
            <a:pPr marL="171450" indent="-171450">
              <a:buFont typeface="Wingdings" panose="05000000000000000000" pitchFamily="2" charset="2"/>
              <a:buChar char="§"/>
            </a:pPr>
            <a:r>
              <a:rPr lang="en-US" sz="1000" dirty="0">
                <a:solidFill>
                  <a:schemeClr val="tx1"/>
                </a:solidFill>
              </a:rPr>
              <a:t>Loading and saving variables</a:t>
            </a:r>
            <a:br>
              <a:rPr lang="en-US" sz="1000" dirty="0">
                <a:solidFill>
                  <a:schemeClr val="tx1"/>
                </a:solidFill>
              </a:rPr>
            </a:br>
            <a:r>
              <a:rPr lang="en-US" sz="1000" dirty="0">
                <a:solidFill>
                  <a:schemeClr val="tx1"/>
                </a:solidFill>
              </a:rPr>
              <a:t>(JSON format)</a:t>
            </a:r>
          </a:p>
          <a:p>
            <a:pPr marL="171450" indent="-171450">
              <a:buFont typeface="Wingdings" panose="05000000000000000000" pitchFamily="2" charset="2"/>
              <a:buChar char="§"/>
            </a:pPr>
            <a:r>
              <a:rPr lang="en-US" sz="1000" dirty="0">
                <a:solidFill>
                  <a:schemeClr val="tx1"/>
                </a:solidFill>
              </a:rPr>
              <a:t>Variable references functions</a:t>
            </a:r>
          </a:p>
          <a:p>
            <a:pPr marL="171450" indent="-171450">
              <a:buFont typeface="Wingdings" panose="05000000000000000000" pitchFamily="2" charset="2"/>
              <a:buChar char="§"/>
            </a:pPr>
            <a:r>
              <a:rPr lang="en-US" sz="1000" dirty="0">
                <a:solidFill>
                  <a:schemeClr val="tx1"/>
                </a:solidFill>
              </a:rPr>
              <a:t>Resident attribute functions</a:t>
            </a:r>
          </a:p>
        </p:txBody>
      </p:sp>
      <p:sp>
        <p:nvSpPr>
          <p:cNvPr id="426" name="Rechteck 425">
            <a:extLst>
              <a:ext uri="{FF2B5EF4-FFF2-40B4-BE49-F238E27FC236}">
                <a16:creationId xmlns:a16="http://schemas.microsoft.com/office/drawing/2014/main" id="{C4F78FB8-0471-454E-BCE6-090533527454}"/>
              </a:ext>
            </a:extLst>
          </p:cNvPr>
          <p:cNvSpPr/>
          <p:nvPr/>
        </p:nvSpPr>
        <p:spPr>
          <a:xfrm>
            <a:off x="6948000" y="2277000"/>
            <a:ext cx="2232000" cy="1224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Directory &amp; File System</a:t>
            </a:r>
          </a:p>
          <a:p>
            <a:pPr marL="171450" indent="-171450">
              <a:buFont typeface="Wingdings" panose="05000000000000000000" pitchFamily="2" charset="2"/>
              <a:buChar char="§"/>
            </a:pPr>
            <a:r>
              <a:rPr lang="en-US" sz="1000" dirty="0">
                <a:solidFill>
                  <a:schemeClr val="tx1"/>
                </a:solidFill>
              </a:rPr>
              <a:t>Basics</a:t>
            </a:r>
          </a:p>
          <a:p>
            <a:pPr marL="171450" indent="-171450">
              <a:buFont typeface="Wingdings" panose="05000000000000000000" pitchFamily="2" charset="2"/>
              <a:buChar char="§"/>
            </a:pPr>
            <a:r>
              <a:rPr lang="en-US" sz="1000" dirty="0">
                <a:solidFill>
                  <a:schemeClr val="tx1"/>
                </a:solidFill>
              </a:rPr>
              <a:t>Listing &amp; searching directories, files</a:t>
            </a:r>
          </a:p>
          <a:p>
            <a:pPr marL="171450" indent="-171450">
              <a:buFont typeface="Wingdings" panose="05000000000000000000" pitchFamily="2" charset="2"/>
              <a:buChar char="§"/>
            </a:pPr>
            <a:r>
              <a:rPr lang="en-US" sz="1000" dirty="0">
                <a:solidFill>
                  <a:schemeClr val="tx1"/>
                </a:solidFill>
              </a:rPr>
              <a:t>Manipulating directors, files</a:t>
            </a:r>
            <a:br>
              <a:rPr lang="en-US" sz="1000" dirty="0">
                <a:solidFill>
                  <a:schemeClr val="tx1"/>
                </a:solidFill>
              </a:rPr>
            </a:br>
            <a:r>
              <a:rPr lang="en-US" sz="1000" dirty="0">
                <a:solidFill>
                  <a:schemeClr val="tx1"/>
                </a:solidFill>
              </a:rPr>
              <a:t>(copy, rename, delete, sym. links)</a:t>
            </a:r>
          </a:p>
          <a:p>
            <a:pPr marL="171450" indent="-171450">
              <a:buFont typeface="Wingdings" panose="05000000000000000000" pitchFamily="2" charset="2"/>
              <a:buChar char="§"/>
            </a:pPr>
            <a:r>
              <a:rPr lang="en-US" sz="1000" dirty="0">
                <a:solidFill>
                  <a:schemeClr val="tx1"/>
                </a:solidFill>
              </a:rPr>
              <a:t>File compression and </a:t>
            </a:r>
            <a:br>
              <a:rPr lang="en-US" sz="1000" dirty="0">
                <a:solidFill>
                  <a:schemeClr val="tx1"/>
                </a:solidFill>
              </a:rPr>
            </a:br>
            <a:r>
              <a:rPr lang="en-US" sz="1000" dirty="0">
                <a:solidFill>
                  <a:schemeClr val="tx1"/>
                </a:solidFill>
              </a:rPr>
              <a:t>decompression</a:t>
            </a:r>
          </a:p>
        </p:txBody>
      </p:sp>
      <p:sp>
        <p:nvSpPr>
          <p:cNvPr id="427" name="Rechteck 426">
            <a:extLst>
              <a:ext uri="{FF2B5EF4-FFF2-40B4-BE49-F238E27FC236}">
                <a16:creationId xmlns:a16="http://schemas.microsoft.com/office/drawing/2014/main" id="{BD0E58F2-F6F8-4475-A960-140F76E8DDDF}"/>
              </a:ext>
            </a:extLst>
          </p:cNvPr>
          <p:cNvSpPr/>
          <p:nvPr/>
        </p:nvSpPr>
        <p:spPr>
          <a:xfrm>
            <a:off x="6948000" y="3573000"/>
            <a:ext cx="2232000" cy="1008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System Functions</a:t>
            </a:r>
          </a:p>
          <a:p>
            <a:pPr marL="171450" indent="-171450">
              <a:buFont typeface="Wingdings" panose="05000000000000000000" pitchFamily="2" charset="2"/>
              <a:buChar char="§"/>
            </a:pPr>
            <a:r>
              <a:rPr lang="en-US" sz="1000" dirty="0">
                <a:solidFill>
                  <a:schemeClr val="tx1"/>
                </a:solidFill>
              </a:rPr>
              <a:t>Execute system commands</a:t>
            </a:r>
          </a:p>
          <a:p>
            <a:pPr marL="171450" indent="-171450">
              <a:buFont typeface="Wingdings" panose="05000000000000000000" pitchFamily="2" charset="2"/>
              <a:buChar char="§"/>
            </a:pPr>
            <a:r>
              <a:rPr lang="en-US" sz="1000" dirty="0">
                <a:solidFill>
                  <a:schemeClr val="tx1"/>
                </a:solidFill>
              </a:rPr>
              <a:t>Set / get locale info</a:t>
            </a:r>
          </a:p>
          <a:p>
            <a:pPr marL="171450" indent="-171450">
              <a:buFont typeface="Wingdings" panose="05000000000000000000" pitchFamily="2" charset="2"/>
              <a:buChar char="§"/>
            </a:pPr>
            <a:r>
              <a:rPr lang="en-US" sz="1000" dirty="0">
                <a:solidFill>
                  <a:schemeClr val="tx1"/>
                </a:solidFill>
              </a:rPr>
              <a:t>Licensing</a:t>
            </a:r>
          </a:p>
        </p:txBody>
      </p:sp>
      <p:sp>
        <p:nvSpPr>
          <p:cNvPr id="428" name="Rechteck 427">
            <a:extLst>
              <a:ext uri="{FF2B5EF4-FFF2-40B4-BE49-F238E27FC236}">
                <a16:creationId xmlns:a16="http://schemas.microsoft.com/office/drawing/2014/main" id="{8FC7A6AA-ECC5-40C9-92E7-3E158C71FE5E}"/>
              </a:ext>
            </a:extLst>
          </p:cNvPr>
          <p:cNvSpPr/>
          <p:nvPr/>
        </p:nvSpPr>
        <p:spPr>
          <a:xfrm>
            <a:off x="6948000" y="4653000"/>
            <a:ext cx="2232000" cy="720000"/>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Help &amp; Support Functions</a:t>
            </a:r>
          </a:p>
          <a:p>
            <a:pPr marL="171450" indent="-171450">
              <a:buFont typeface="Wingdings" panose="05000000000000000000" pitchFamily="2" charset="2"/>
              <a:buChar char="§"/>
            </a:pPr>
            <a:r>
              <a:rPr lang="en-US" sz="1000" dirty="0">
                <a:solidFill>
                  <a:schemeClr val="tx1"/>
                </a:solidFill>
              </a:rPr>
              <a:t>help – local assistance</a:t>
            </a:r>
          </a:p>
          <a:p>
            <a:pPr marL="171450" indent="-171450">
              <a:buFont typeface="Wingdings" panose="05000000000000000000" pitchFamily="2" charset="2"/>
              <a:buChar char="§"/>
            </a:pPr>
            <a:r>
              <a:rPr lang="en-US" sz="1000" dirty="0">
                <a:solidFill>
                  <a:schemeClr val="tx1"/>
                </a:solidFill>
              </a:rPr>
              <a:t>search and access online docs</a:t>
            </a:r>
          </a:p>
          <a:p>
            <a:pPr marL="171450" indent="-171450">
              <a:buFont typeface="Wingdings" panose="05000000000000000000" pitchFamily="2" charset="2"/>
              <a:buChar char="§"/>
            </a:pPr>
            <a:r>
              <a:rPr lang="en-US" sz="1000" dirty="0">
                <a:solidFill>
                  <a:schemeClr val="tx1"/>
                </a:solidFill>
              </a:rPr>
              <a:t>view tables with browsers or tools</a:t>
            </a:r>
          </a:p>
        </p:txBody>
      </p:sp>
    </p:spTree>
    <p:extLst>
      <p:ext uri="{BB962C8B-B14F-4D97-AF65-F5344CB8AC3E}">
        <p14:creationId xmlns:p14="http://schemas.microsoft.com/office/powerpoint/2010/main" val="19499288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Functions Overview</a:t>
            </a:r>
            <a:br>
              <a:rPr lang="en-US"/>
            </a:br>
            <a:endParaRPr lang="en-US"/>
          </a:p>
        </p:txBody>
      </p:sp>
      <p:sp>
        <p:nvSpPr>
          <p:cNvPr id="4" name="Textplatzhalter 3"/>
          <p:cNvSpPr>
            <a:spLocks noGrp="1"/>
          </p:cNvSpPr>
          <p:nvPr>
            <p:ph type="body" sz="quarter" idx="16"/>
          </p:nvPr>
        </p:nvSpPr>
        <p:spPr/>
        <p:txBody>
          <a:bodyPr/>
          <a:lstStyle/>
          <a:p>
            <a:r>
              <a:rPr lang="en-US" dirty="0"/>
              <a:t>LIB_Function_Overview.png</a:t>
            </a:r>
          </a:p>
        </p:txBody>
      </p:sp>
      <p:sp>
        <p:nvSpPr>
          <p:cNvPr id="19" name="Rechteck 18">
            <a:extLst>
              <a:ext uri="{FF2B5EF4-FFF2-40B4-BE49-F238E27FC236}">
                <a16:creationId xmlns:a16="http://schemas.microsoft.com/office/drawing/2014/main" id="{5FE1916B-A96F-45A4-B2DB-3A890EED082D}"/>
              </a:ext>
            </a:extLst>
          </p:cNvPr>
          <p:cNvSpPr/>
          <p:nvPr/>
        </p:nvSpPr>
        <p:spPr>
          <a:xfrm>
            <a:off x="36000" y="981000"/>
            <a:ext cx="2232000" cy="1440000"/>
          </a:xfrm>
          <a:prstGeom prst="rect">
            <a:avLst/>
          </a:prstGeom>
          <a:solidFill>
            <a:srgbClr val="F0C8F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Control Flow Functions</a:t>
            </a:r>
          </a:p>
          <a:p>
            <a:pPr marL="171450" indent="-171450">
              <a:buFont typeface="Wingdings" panose="05000000000000000000" pitchFamily="2" charset="2"/>
              <a:buChar char="§"/>
            </a:pPr>
            <a:r>
              <a:rPr lang="en-US" sz="1000" dirty="0">
                <a:solidFill>
                  <a:schemeClr val="tx1"/>
                </a:solidFill>
              </a:rPr>
              <a:t>Branches (if ... else)</a:t>
            </a:r>
          </a:p>
          <a:p>
            <a:pPr marL="171450" indent="-171450">
              <a:buFont typeface="Wingdings" panose="05000000000000000000" pitchFamily="2" charset="2"/>
              <a:buChar char="§"/>
            </a:pPr>
            <a:r>
              <a:rPr lang="en-US" sz="1000" dirty="0">
                <a:solidFill>
                  <a:schemeClr val="tx1"/>
                </a:solidFill>
              </a:rPr>
              <a:t>Loops</a:t>
            </a:r>
          </a:p>
          <a:p>
            <a:pPr marL="171450" indent="-171450">
              <a:buFont typeface="Wingdings" panose="05000000000000000000" pitchFamily="2" charset="2"/>
              <a:buChar char="§"/>
            </a:pPr>
            <a:r>
              <a:rPr lang="en-US" sz="1000" dirty="0">
                <a:solidFill>
                  <a:schemeClr val="tx1"/>
                </a:solidFill>
              </a:rPr>
              <a:t>User function definition</a:t>
            </a:r>
          </a:p>
          <a:p>
            <a:pPr marL="171450" indent="-171450">
              <a:buFont typeface="Wingdings" panose="05000000000000000000" pitchFamily="2" charset="2"/>
              <a:buChar char="§"/>
            </a:pPr>
            <a:r>
              <a:rPr lang="en-US" sz="1000" dirty="0" err="1">
                <a:solidFill>
                  <a:schemeClr val="tx1"/>
                </a:solidFill>
              </a:rPr>
              <a:t>Lauch</a:t>
            </a:r>
            <a:r>
              <a:rPr lang="en-US" sz="1000" dirty="0">
                <a:solidFill>
                  <a:schemeClr val="tx1"/>
                </a:solidFill>
              </a:rPr>
              <a:t> other </a:t>
            </a:r>
            <a:r>
              <a:rPr lang="en-US" sz="1000" dirty="0" err="1">
                <a:solidFill>
                  <a:schemeClr val="tx1"/>
                </a:solidFill>
              </a:rPr>
              <a:t>B4P</a:t>
            </a:r>
            <a:r>
              <a:rPr lang="en-US" sz="1000" dirty="0">
                <a:solidFill>
                  <a:schemeClr val="tx1"/>
                </a:solidFill>
              </a:rPr>
              <a:t> programs</a:t>
            </a:r>
          </a:p>
          <a:p>
            <a:pPr marL="171450" indent="-171450">
              <a:buFont typeface="Wingdings" panose="05000000000000000000" pitchFamily="2" charset="2"/>
              <a:buChar char="§"/>
            </a:pPr>
            <a:r>
              <a:rPr lang="en-US" sz="1000" dirty="0">
                <a:solidFill>
                  <a:schemeClr val="tx1"/>
                </a:solidFill>
              </a:rPr>
              <a:t>Exception functions</a:t>
            </a:r>
          </a:p>
          <a:p>
            <a:pPr marL="171450" indent="-171450">
              <a:buFont typeface="Wingdings" panose="05000000000000000000" pitchFamily="2" charset="2"/>
              <a:buChar char="§"/>
            </a:pPr>
            <a:r>
              <a:rPr lang="en-US" sz="1000" dirty="0">
                <a:solidFill>
                  <a:schemeClr val="tx1"/>
                </a:solidFill>
              </a:rPr>
              <a:t>Comparison + selection functions</a:t>
            </a:r>
          </a:p>
          <a:p>
            <a:pPr marL="171450" indent="-171450">
              <a:buFont typeface="Wingdings" panose="05000000000000000000" pitchFamily="2" charset="2"/>
              <a:buChar char="§"/>
            </a:pPr>
            <a:r>
              <a:rPr lang="en-US" sz="1000" dirty="0">
                <a:solidFill>
                  <a:schemeClr val="tx1"/>
                </a:solidFill>
              </a:rPr>
              <a:t>Code execution functions</a:t>
            </a:r>
          </a:p>
        </p:txBody>
      </p:sp>
      <p:sp>
        <p:nvSpPr>
          <p:cNvPr id="20" name="Rechteck 19">
            <a:extLst>
              <a:ext uri="{FF2B5EF4-FFF2-40B4-BE49-F238E27FC236}">
                <a16:creationId xmlns:a16="http://schemas.microsoft.com/office/drawing/2014/main" id="{202C29BE-EAFB-43C6-9803-85E7D0311EC4}"/>
              </a:ext>
            </a:extLst>
          </p:cNvPr>
          <p:cNvSpPr/>
          <p:nvPr/>
        </p:nvSpPr>
        <p:spPr>
          <a:xfrm>
            <a:off x="36000" y="2493000"/>
            <a:ext cx="2232000" cy="792000"/>
          </a:xfrm>
          <a:prstGeom prst="rect">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err="1">
                <a:solidFill>
                  <a:schemeClr val="tx1"/>
                </a:solidFill>
              </a:rPr>
              <a:t>Consle</a:t>
            </a:r>
            <a:r>
              <a:rPr lang="en-US" sz="1200" b="1" dirty="0">
                <a:solidFill>
                  <a:schemeClr val="tx1"/>
                </a:solidFill>
              </a:rPr>
              <a:t> I/O Functions</a:t>
            </a:r>
          </a:p>
          <a:p>
            <a:pPr marL="171450" indent="-171450">
              <a:buFont typeface="Wingdings" panose="05000000000000000000" pitchFamily="2" charset="2"/>
              <a:buChar char="§"/>
            </a:pPr>
            <a:r>
              <a:rPr lang="en-US" sz="1000" dirty="0">
                <a:solidFill>
                  <a:schemeClr val="tx1"/>
                </a:solidFill>
              </a:rPr>
              <a:t>Standard text I/O  (echo, input, ...)</a:t>
            </a:r>
          </a:p>
          <a:p>
            <a:pPr marL="171450" indent="-171450">
              <a:buFont typeface="Wingdings" panose="05000000000000000000" pitchFamily="2" charset="2"/>
              <a:buChar char="§"/>
            </a:pPr>
            <a:r>
              <a:rPr lang="en-US" sz="1000" dirty="0">
                <a:solidFill>
                  <a:schemeClr val="tx1"/>
                </a:solidFill>
              </a:rPr>
              <a:t>Console special effects</a:t>
            </a:r>
          </a:p>
          <a:p>
            <a:pPr marL="171450" indent="-171450">
              <a:buFont typeface="Wingdings" panose="05000000000000000000" pitchFamily="2" charset="2"/>
              <a:buChar char="§"/>
            </a:pPr>
            <a:r>
              <a:rPr lang="en-US" sz="1000" dirty="0">
                <a:solidFill>
                  <a:schemeClr val="tx1"/>
                </a:solidFill>
              </a:rPr>
              <a:t>Inspection and debugging</a:t>
            </a:r>
          </a:p>
        </p:txBody>
      </p:sp>
      <p:sp>
        <p:nvSpPr>
          <p:cNvPr id="21" name="Rechteck 20">
            <a:extLst>
              <a:ext uri="{FF2B5EF4-FFF2-40B4-BE49-F238E27FC236}">
                <a16:creationId xmlns:a16="http://schemas.microsoft.com/office/drawing/2014/main" id="{9B45363B-C0D0-4599-967D-C0BE8673F1EA}"/>
              </a:ext>
            </a:extLst>
          </p:cNvPr>
          <p:cNvSpPr/>
          <p:nvPr/>
        </p:nvSpPr>
        <p:spPr>
          <a:xfrm>
            <a:off x="36000" y="3357000"/>
            <a:ext cx="2232000" cy="1296000"/>
          </a:xfrm>
          <a:prstGeom prst="rect">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Type Conversion. Formatting</a:t>
            </a:r>
          </a:p>
          <a:p>
            <a:pPr marL="171450" indent="-171450">
              <a:buFont typeface="Wingdings" panose="05000000000000000000" pitchFamily="2" charset="2"/>
              <a:buChar char="§"/>
            </a:pPr>
            <a:r>
              <a:rPr lang="en-US" sz="1000" dirty="0">
                <a:solidFill>
                  <a:schemeClr val="tx1"/>
                </a:solidFill>
              </a:rPr>
              <a:t>Conversion to literal</a:t>
            </a:r>
          </a:p>
          <a:p>
            <a:pPr marL="171450" indent="-171450">
              <a:buFont typeface="Wingdings" panose="05000000000000000000" pitchFamily="2" charset="2"/>
              <a:buChar char="§"/>
            </a:pPr>
            <a:r>
              <a:rPr lang="en-US" sz="1000" dirty="0">
                <a:solidFill>
                  <a:schemeClr val="tx1"/>
                </a:solidFill>
              </a:rPr>
              <a:t>Conversion to numeral</a:t>
            </a:r>
          </a:p>
          <a:p>
            <a:pPr marL="171450" indent="-171450">
              <a:buFont typeface="Wingdings" panose="05000000000000000000" pitchFamily="2" charset="2"/>
              <a:buChar char="§"/>
            </a:pPr>
            <a:r>
              <a:rPr lang="en-US" sz="1000" dirty="0">
                <a:solidFill>
                  <a:schemeClr val="tx1"/>
                </a:solidFill>
              </a:rPr>
              <a:t>Conversion to set</a:t>
            </a:r>
          </a:p>
          <a:p>
            <a:pPr marL="171450" indent="-171450">
              <a:buFont typeface="Wingdings" panose="05000000000000000000" pitchFamily="2" charset="2"/>
              <a:buChar char="§"/>
            </a:pPr>
            <a:r>
              <a:rPr lang="en-US" sz="1000" dirty="0">
                <a:solidFill>
                  <a:schemeClr val="tx1"/>
                </a:solidFill>
              </a:rPr>
              <a:t>Conversion to date, time</a:t>
            </a:r>
          </a:p>
          <a:p>
            <a:pPr marL="171450" indent="-171450">
              <a:buFont typeface="Wingdings" panose="05000000000000000000" pitchFamily="2" charset="2"/>
              <a:buChar char="§"/>
            </a:pPr>
            <a:r>
              <a:rPr lang="en-US" sz="1000" dirty="0">
                <a:solidFill>
                  <a:schemeClr val="tx1"/>
                </a:solidFill>
              </a:rPr>
              <a:t>advanced functions (e.g. best type)</a:t>
            </a:r>
          </a:p>
          <a:p>
            <a:pPr marL="171450" indent="-171450">
              <a:buFont typeface="Wingdings" panose="05000000000000000000" pitchFamily="2" charset="2"/>
              <a:buChar char="§"/>
            </a:pPr>
            <a:r>
              <a:rPr lang="en-US" sz="1000" dirty="0">
                <a:solidFill>
                  <a:schemeClr val="tx1"/>
                </a:solidFill>
              </a:rPr>
              <a:t>excel support functions</a:t>
            </a:r>
          </a:p>
          <a:p>
            <a:pPr marL="171450" indent="-171450">
              <a:buFont typeface="Wingdings" panose="05000000000000000000" pitchFamily="2" charset="2"/>
              <a:buChar char="§"/>
            </a:pPr>
            <a:endParaRPr lang="en-US" sz="1000" dirty="0">
              <a:solidFill>
                <a:schemeClr val="tx1"/>
              </a:solidFill>
            </a:endParaRPr>
          </a:p>
        </p:txBody>
      </p:sp>
      <p:sp>
        <p:nvSpPr>
          <p:cNvPr id="22" name="Rechteck 21">
            <a:extLst>
              <a:ext uri="{FF2B5EF4-FFF2-40B4-BE49-F238E27FC236}">
                <a16:creationId xmlns:a16="http://schemas.microsoft.com/office/drawing/2014/main" id="{8BBB3F0D-3297-4955-B5EA-A06F99C1D8A3}"/>
              </a:ext>
            </a:extLst>
          </p:cNvPr>
          <p:cNvSpPr/>
          <p:nvPr/>
        </p:nvSpPr>
        <p:spPr>
          <a:xfrm>
            <a:off x="2340000" y="981000"/>
            <a:ext cx="2232000" cy="1368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Mathematics &amp; Statistics</a:t>
            </a:r>
          </a:p>
          <a:p>
            <a:pPr marL="171450" indent="-171450">
              <a:buFont typeface="Wingdings" panose="05000000000000000000" pitchFamily="2" charset="2"/>
              <a:buChar char="§"/>
            </a:pPr>
            <a:r>
              <a:rPr lang="en-US" sz="1000" dirty="0">
                <a:solidFill>
                  <a:schemeClr val="tx1"/>
                </a:solidFill>
              </a:rPr>
              <a:t>Basic functions (e.g. abs)</a:t>
            </a:r>
          </a:p>
          <a:p>
            <a:pPr marL="171450" indent="-171450">
              <a:buFont typeface="Wingdings" panose="05000000000000000000" pitchFamily="2" charset="2"/>
              <a:buChar char="§"/>
            </a:pPr>
            <a:r>
              <a:rPr lang="en-US" sz="1000" dirty="0">
                <a:solidFill>
                  <a:schemeClr val="tx1"/>
                </a:solidFill>
              </a:rPr>
              <a:t>Transcendental functions</a:t>
            </a:r>
          </a:p>
          <a:p>
            <a:pPr marL="171450" indent="-171450">
              <a:buFont typeface="Wingdings" panose="05000000000000000000" pitchFamily="2" charset="2"/>
              <a:buChar char="§"/>
            </a:pPr>
            <a:r>
              <a:rPr lang="en-US" sz="1000" dirty="0">
                <a:solidFill>
                  <a:schemeClr val="tx1"/>
                </a:solidFill>
              </a:rPr>
              <a:t>Series functions</a:t>
            </a:r>
          </a:p>
          <a:p>
            <a:pPr marL="171450" indent="-171450">
              <a:buFont typeface="Wingdings" panose="05000000000000000000" pitchFamily="2" charset="2"/>
              <a:buChar char="§"/>
            </a:pPr>
            <a:r>
              <a:rPr lang="en-US" sz="1000" dirty="0">
                <a:solidFill>
                  <a:schemeClr val="tx1"/>
                </a:solidFill>
              </a:rPr>
              <a:t>Matrix functions</a:t>
            </a:r>
          </a:p>
          <a:p>
            <a:pPr marL="171450" indent="-171450">
              <a:buFont typeface="Wingdings" panose="05000000000000000000" pitchFamily="2" charset="2"/>
              <a:buChar char="§"/>
            </a:pPr>
            <a:r>
              <a:rPr lang="en-US" sz="1000" dirty="0">
                <a:solidFill>
                  <a:schemeClr val="tx1"/>
                </a:solidFill>
              </a:rPr>
              <a:t>Statistics functions</a:t>
            </a:r>
          </a:p>
          <a:p>
            <a:pPr marL="171450" indent="-171450">
              <a:buFont typeface="Wingdings" panose="05000000000000000000" pitchFamily="2" charset="2"/>
              <a:buChar char="§"/>
            </a:pPr>
            <a:r>
              <a:rPr lang="en-US" sz="1000" dirty="0">
                <a:solidFill>
                  <a:schemeClr val="tx1"/>
                </a:solidFill>
              </a:rPr>
              <a:t>Conditional combination functions</a:t>
            </a:r>
          </a:p>
          <a:p>
            <a:pPr marL="171450" indent="-171450">
              <a:buFont typeface="Wingdings" panose="05000000000000000000" pitchFamily="2" charset="2"/>
              <a:buChar char="§"/>
            </a:pPr>
            <a:r>
              <a:rPr lang="en-US" sz="1000" dirty="0">
                <a:solidFill>
                  <a:schemeClr val="tx1"/>
                </a:solidFill>
              </a:rPr>
              <a:t>Finance and business functions</a:t>
            </a:r>
          </a:p>
        </p:txBody>
      </p:sp>
      <p:sp>
        <p:nvSpPr>
          <p:cNvPr id="23" name="Rechteck 22">
            <a:extLst>
              <a:ext uri="{FF2B5EF4-FFF2-40B4-BE49-F238E27FC236}">
                <a16:creationId xmlns:a16="http://schemas.microsoft.com/office/drawing/2014/main" id="{78D52D5E-256A-4717-8AE1-F0595B76F937}"/>
              </a:ext>
            </a:extLst>
          </p:cNvPr>
          <p:cNvSpPr/>
          <p:nvPr/>
        </p:nvSpPr>
        <p:spPr>
          <a:xfrm>
            <a:off x="2340000" y="2421000"/>
            <a:ext cx="2232000" cy="720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String Functions </a:t>
            </a:r>
          </a:p>
          <a:p>
            <a:pPr marL="171450" indent="-171450">
              <a:buFont typeface="Wingdings" panose="05000000000000000000" pitchFamily="2" charset="2"/>
              <a:buChar char="§"/>
            </a:pPr>
            <a:r>
              <a:rPr lang="en-US" sz="1000" dirty="0">
                <a:solidFill>
                  <a:schemeClr val="tx1"/>
                </a:solidFill>
              </a:rPr>
              <a:t>String search and extraction</a:t>
            </a:r>
          </a:p>
          <a:p>
            <a:pPr marL="171450" indent="-171450">
              <a:buFont typeface="Wingdings" panose="05000000000000000000" pitchFamily="2" charset="2"/>
              <a:buChar char="§"/>
            </a:pPr>
            <a:r>
              <a:rPr lang="en-US" sz="1000" dirty="0">
                <a:solidFill>
                  <a:schemeClr val="tx1"/>
                </a:solidFill>
              </a:rPr>
              <a:t>Character encoding and decoding</a:t>
            </a:r>
          </a:p>
          <a:p>
            <a:pPr marL="171450" indent="-171450">
              <a:buFont typeface="Wingdings" panose="05000000000000000000" pitchFamily="2" charset="2"/>
              <a:buChar char="§"/>
            </a:pPr>
            <a:r>
              <a:rPr lang="en-US" sz="1000" dirty="0">
                <a:solidFill>
                  <a:schemeClr val="tx1"/>
                </a:solidFill>
              </a:rPr>
              <a:t>Miscellaneous string functions</a:t>
            </a:r>
          </a:p>
        </p:txBody>
      </p:sp>
      <p:sp>
        <p:nvSpPr>
          <p:cNvPr id="24" name="Rechteck 23">
            <a:extLst>
              <a:ext uri="{FF2B5EF4-FFF2-40B4-BE49-F238E27FC236}">
                <a16:creationId xmlns:a16="http://schemas.microsoft.com/office/drawing/2014/main" id="{A3CC33A6-6945-45DB-A371-67D1C2D5FAF9}"/>
              </a:ext>
            </a:extLst>
          </p:cNvPr>
          <p:cNvSpPr/>
          <p:nvPr/>
        </p:nvSpPr>
        <p:spPr>
          <a:xfrm>
            <a:off x="2340000" y="3213000"/>
            <a:ext cx="2232000" cy="936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Date and Time Functions</a:t>
            </a:r>
          </a:p>
          <a:p>
            <a:pPr marL="171450" indent="-171450">
              <a:buFont typeface="Wingdings" panose="05000000000000000000" pitchFamily="2" charset="2"/>
              <a:buChar char="§"/>
            </a:pPr>
            <a:r>
              <a:rPr lang="en-US" sz="1000" dirty="0">
                <a:solidFill>
                  <a:schemeClr val="tx1"/>
                </a:solidFill>
              </a:rPr>
              <a:t>Date and rescheduling functions </a:t>
            </a:r>
          </a:p>
          <a:p>
            <a:pPr marL="171450" indent="-171450">
              <a:buFont typeface="Wingdings" panose="05000000000000000000" pitchFamily="2" charset="2"/>
              <a:buChar char="§"/>
            </a:pPr>
            <a:r>
              <a:rPr lang="en-US" sz="1000" dirty="0">
                <a:solidFill>
                  <a:schemeClr val="tx1"/>
                </a:solidFill>
              </a:rPr>
              <a:t>Time functions</a:t>
            </a:r>
          </a:p>
          <a:p>
            <a:pPr marL="171450" indent="-171450">
              <a:buFont typeface="Wingdings" panose="05000000000000000000" pitchFamily="2" charset="2"/>
              <a:buChar char="§"/>
            </a:pPr>
            <a:r>
              <a:rPr lang="en-US" sz="1000" dirty="0">
                <a:solidFill>
                  <a:schemeClr val="tx1"/>
                </a:solidFill>
              </a:rPr>
              <a:t>Stopwatch functions</a:t>
            </a:r>
          </a:p>
          <a:p>
            <a:pPr marL="171450" indent="-171450">
              <a:buFont typeface="Wingdings" panose="05000000000000000000" pitchFamily="2" charset="2"/>
              <a:buChar char="§"/>
            </a:pPr>
            <a:r>
              <a:rPr lang="en-US" sz="1000" dirty="0">
                <a:solidFill>
                  <a:schemeClr val="tx1"/>
                </a:solidFill>
              </a:rPr>
              <a:t>Sleep and wait functions</a:t>
            </a:r>
          </a:p>
        </p:txBody>
      </p:sp>
      <p:sp>
        <p:nvSpPr>
          <p:cNvPr id="25" name="Rechteck 24">
            <a:extLst>
              <a:ext uri="{FF2B5EF4-FFF2-40B4-BE49-F238E27FC236}">
                <a16:creationId xmlns:a16="http://schemas.microsoft.com/office/drawing/2014/main" id="{A6D7E4C6-25B6-4558-9727-E5D9F523B3BA}"/>
              </a:ext>
            </a:extLst>
          </p:cNvPr>
          <p:cNvSpPr/>
          <p:nvPr/>
        </p:nvSpPr>
        <p:spPr>
          <a:xfrm>
            <a:off x="2340000" y="4221000"/>
            <a:ext cx="2232000" cy="432000"/>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Set functions</a:t>
            </a:r>
          </a:p>
          <a:p>
            <a:pPr marL="171450" indent="-171450">
              <a:buFont typeface="Wingdings" panose="05000000000000000000" pitchFamily="2" charset="2"/>
              <a:buChar char="§"/>
            </a:pPr>
            <a:r>
              <a:rPr lang="en-US" sz="1000" dirty="0">
                <a:solidFill>
                  <a:schemeClr val="tx1"/>
                </a:solidFill>
              </a:rPr>
              <a:t>Set search &amp; extraction</a:t>
            </a:r>
          </a:p>
        </p:txBody>
      </p:sp>
      <p:sp>
        <p:nvSpPr>
          <p:cNvPr id="26" name="Rechteck 25">
            <a:extLst>
              <a:ext uri="{FF2B5EF4-FFF2-40B4-BE49-F238E27FC236}">
                <a16:creationId xmlns:a16="http://schemas.microsoft.com/office/drawing/2014/main" id="{C4D45550-7F32-4714-A5D6-1B6484C1B68A}"/>
              </a:ext>
            </a:extLst>
          </p:cNvPr>
          <p:cNvSpPr/>
          <p:nvPr/>
        </p:nvSpPr>
        <p:spPr>
          <a:xfrm>
            <a:off x="4644000" y="981000"/>
            <a:ext cx="2232000" cy="2376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Table Functions</a:t>
            </a:r>
          </a:p>
          <a:p>
            <a:pPr marL="171450" indent="-171450">
              <a:buFont typeface="Wingdings" panose="05000000000000000000" pitchFamily="2" charset="2"/>
              <a:buChar char="§"/>
            </a:pPr>
            <a:r>
              <a:rPr lang="en-US" sz="1000" dirty="0">
                <a:solidFill>
                  <a:schemeClr val="tx1"/>
                </a:solidFill>
              </a:rPr>
              <a:t>Loading and saving tables</a:t>
            </a:r>
          </a:p>
          <a:p>
            <a:pPr marL="171450" indent="-171450">
              <a:buFont typeface="Wingdings" panose="05000000000000000000" pitchFamily="2" charset="2"/>
              <a:buChar char="§"/>
            </a:pPr>
            <a:r>
              <a:rPr lang="en-US" sz="1000" dirty="0">
                <a:solidFill>
                  <a:schemeClr val="tx1"/>
                </a:solidFill>
              </a:rPr>
              <a:t>Console I/O with tables</a:t>
            </a:r>
          </a:p>
          <a:p>
            <a:pPr marL="171450" indent="-171450">
              <a:buFont typeface="Wingdings" panose="05000000000000000000" pitchFamily="2" charset="2"/>
              <a:buChar char="§"/>
            </a:pPr>
            <a:r>
              <a:rPr lang="en-US" sz="1000" dirty="0">
                <a:solidFill>
                  <a:schemeClr val="tx1"/>
                </a:solidFill>
              </a:rPr>
              <a:t>Creating, writing, reading, deleting</a:t>
            </a:r>
          </a:p>
          <a:p>
            <a:pPr marL="171450" indent="-171450">
              <a:buFont typeface="Wingdings" panose="05000000000000000000" pitchFamily="2" charset="2"/>
              <a:buChar char="§"/>
            </a:pPr>
            <a:r>
              <a:rPr lang="en-US" sz="1000" dirty="0">
                <a:solidFill>
                  <a:schemeClr val="tx1"/>
                </a:solidFill>
              </a:rPr>
              <a:t>Accessing table information</a:t>
            </a:r>
          </a:p>
          <a:p>
            <a:pPr marL="171450" indent="-171450">
              <a:buFont typeface="Wingdings" panose="05000000000000000000" pitchFamily="2" charset="2"/>
              <a:buChar char="§"/>
            </a:pPr>
            <a:r>
              <a:rPr lang="en-US" sz="1000" dirty="0">
                <a:solidFill>
                  <a:schemeClr val="tx1"/>
                </a:solidFill>
              </a:rPr>
              <a:t>Searching and exploring tables</a:t>
            </a:r>
          </a:p>
          <a:p>
            <a:pPr marL="171450" indent="-171450">
              <a:buFont typeface="Wingdings" panose="05000000000000000000" pitchFamily="2" charset="2"/>
              <a:buChar char="§"/>
            </a:pPr>
            <a:r>
              <a:rPr lang="en-US" sz="1000" dirty="0">
                <a:solidFill>
                  <a:schemeClr val="tx1"/>
                </a:solidFill>
              </a:rPr>
              <a:t>Control flow functions for tables</a:t>
            </a:r>
          </a:p>
          <a:p>
            <a:pPr marL="171450" indent="-171450">
              <a:buFont typeface="Wingdings" panose="05000000000000000000" pitchFamily="2" charset="2"/>
              <a:buChar char="§"/>
            </a:pPr>
            <a:r>
              <a:rPr lang="en-US" sz="1000" dirty="0">
                <a:solidFill>
                  <a:schemeClr val="tx1"/>
                </a:solidFill>
              </a:rPr>
              <a:t>Processing tables</a:t>
            </a:r>
            <a:br>
              <a:rPr lang="en-US" sz="1000" dirty="0">
                <a:solidFill>
                  <a:schemeClr val="tx1"/>
                </a:solidFill>
              </a:rPr>
            </a:br>
            <a:r>
              <a:rPr lang="en-US" sz="1000" dirty="0">
                <a:solidFill>
                  <a:schemeClr val="tx1"/>
                </a:solidFill>
              </a:rPr>
              <a:t>(Headers, columns, rows, cells,</a:t>
            </a:r>
            <a:br>
              <a:rPr lang="en-US" sz="1000" dirty="0">
                <a:solidFill>
                  <a:schemeClr val="tx1"/>
                </a:solidFill>
              </a:rPr>
            </a:br>
            <a:r>
              <a:rPr lang="en-US" sz="1000" dirty="0">
                <a:solidFill>
                  <a:schemeClr val="tx1"/>
                </a:solidFill>
              </a:rPr>
              <a:t> pivoting, consolidating, etc.)</a:t>
            </a:r>
          </a:p>
          <a:p>
            <a:pPr marL="171450" indent="-171450">
              <a:buFont typeface="Wingdings" panose="05000000000000000000" pitchFamily="2" charset="2"/>
              <a:buChar char="§"/>
            </a:pPr>
            <a:r>
              <a:rPr lang="en-US" sz="1000" dirty="0">
                <a:solidFill>
                  <a:schemeClr val="tx1"/>
                </a:solidFill>
              </a:rPr>
              <a:t>Multi-table integration</a:t>
            </a:r>
            <a:br>
              <a:rPr lang="en-US" sz="1000" dirty="0">
                <a:solidFill>
                  <a:schemeClr val="tx1"/>
                </a:solidFill>
              </a:rPr>
            </a:br>
            <a:r>
              <a:rPr lang="en-US" sz="1000" dirty="0">
                <a:solidFill>
                  <a:schemeClr val="tx1"/>
                </a:solidFill>
              </a:rPr>
              <a:t>(Comparing, validating, lookups,</a:t>
            </a:r>
            <a:br>
              <a:rPr lang="en-US" sz="1000" dirty="0">
                <a:solidFill>
                  <a:schemeClr val="tx1"/>
                </a:solidFill>
              </a:rPr>
            </a:br>
            <a:r>
              <a:rPr lang="en-US" sz="1000" dirty="0">
                <a:solidFill>
                  <a:schemeClr val="tx1"/>
                </a:solidFill>
              </a:rPr>
              <a:t> combining multiple tables)</a:t>
            </a:r>
          </a:p>
          <a:p>
            <a:pPr marL="171450" indent="-171450">
              <a:buFont typeface="Wingdings" panose="05000000000000000000" pitchFamily="2" charset="2"/>
              <a:buChar char="§"/>
            </a:pPr>
            <a:r>
              <a:rPr lang="en-US" sz="1000" dirty="0">
                <a:solidFill>
                  <a:schemeClr val="tx1"/>
                </a:solidFill>
              </a:rPr>
              <a:t>Formatting and styling tables</a:t>
            </a:r>
            <a:br>
              <a:rPr lang="en-US" sz="1000" dirty="0">
                <a:solidFill>
                  <a:schemeClr val="tx1"/>
                </a:solidFill>
              </a:rPr>
            </a:br>
            <a:r>
              <a:rPr lang="en-US" sz="1000" dirty="0">
                <a:solidFill>
                  <a:schemeClr val="tx1"/>
                </a:solidFill>
              </a:rPr>
              <a:t>(Making the final touch)</a:t>
            </a:r>
          </a:p>
        </p:txBody>
      </p:sp>
      <p:sp>
        <p:nvSpPr>
          <p:cNvPr id="27" name="Rechteck 26">
            <a:extLst>
              <a:ext uri="{FF2B5EF4-FFF2-40B4-BE49-F238E27FC236}">
                <a16:creationId xmlns:a16="http://schemas.microsoft.com/office/drawing/2014/main" id="{FC6242F2-1362-4166-9177-6B08BB4D8874}"/>
              </a:ext>
            </a:extLst>
          </p:cNvPr>
          <p:cNvSpPr/>
          <p:nvPr/>
        </p:nvSpPr>
        <p:spPr>
          <a:xfrm>
            <a:off x="4644000" y="3429000"/>
            <a:ext cx="2232000" cy="122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Variables Functions</a:t>
            </a:r>
          </a:p>
          <a:p>
            <a:pPr marL="171450" indent="-171450">
              <a:buFont typeface="Wingdings" panose="05000000000000000000" pitchFamily="2" charset="2"/>
              <a:buChar char="§"/>
            </a:pPr>
            <a:r>
              <a:rPr lang="en-US" sz="1000" dirty="0">
                <a:solidFill>
                  <a:schemeClr val="tx1"/>
                </a:solidFill>
              </a:rPr>
              <a:t>Basic variables functions</a:t>
            </a:r>
          </a:p>
          <a:p>
            <a:pPr marL="171450" indent="-171450">
              <a:buFont typeface="Wingdings" panose="05000000000000000000" pitchFamily="2" charset="2"/>
              <a:buChar char="§"/>
            </a:pPr>
            <a:r>
              <a:rPr lang="en-US" sz="1000" dirty="0">
                <a:solidFill>
                  <a:schemeClr val="tx1"/>
                </a:solidFill>
              </a:rPr>
              <a:t>Arrays and structures</a:t>
            </a:r>
          </a:p>
          <a:p>
            <a:pPr marL="171450" indent="-171450">
              <a:buFont typeface="Wingdings" panose="05000000000000000000" pitchFamily="2" charset="2"/>
              <a:buChar char="§"/>
            </a:pPr>
            <a:r>
              <a:rPr lang="en-US" sz="1000" dirty="0">
                <a:solidFill>
                  <a:schemeClr val="tx1"/>
                </a:solidFill>
              </a:rPr>
              <a:t>Loading and saving variables</a:t>
            </a:r>
          </a:p>
          <a:p>
            <a:pPr marL="171450" indent="-171450">
              <a:buFont typeface="Wingdings" panose="05000000000000000000" pitchFamily="2" charset="2"/>
              <a:buChar char="§"/>
            </a:pPr>
            <a:r>
              <a:rPr lang="en-US" sz="1000" dirty="0">
                <a:solidFill>
                  <a:schemeClr val="tx1"/>
                </a:solidFill>
              </a:rPr>
              <a:t>Variable references functions</a:t>
            </a:r>
          </a:p>
          <a:p>
            <a:pPr marL="171450" indent="-171450">
              <a:buFont typeface="Wingdings" panose="05000000000000000000" pitchFamily="2" charset="2"/>
              <a:buChar char="§"/>
            </a:pPr>
            <a:r>
              <a:rPr lang="en-US" sz="1000" dirty="0">
                <a:solidFill>
                  <a:schemeClr val="tx1"/>
                </a:solidFill>
              </a:rPr>
              <a:t>Resident attributes functions</a:t>
            </a:r>
          </a:p>
        </p:txBody>
      </p:sp>
      <p:sp>
        <p:nvSpPr>
          <p:cNvPr id="28" name="Rechteck 27">
            <a:extLst>
              <a:ext uri="{FF2B5EF4-FFF2-40B4-BE49-F238E27FC236}">
                <a16:creationId xmlns:a16="http://schemas.microsoft.com/office/drawing/2014/main" id="{3229E2CC-5971-4446-8F15-1BC04250557A}"/>
              </a:ext>
            </a:extLst>
          </p:cNvPr>
          <p:cNvSpPr/>
          <p:nvPr/>
        </p:nvSpPr>
        <p:spPr>
          <a:xfrm>
            <a:off x="6948000" y="981000"/>
            <a:ext cx="2232000" cy="1296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Directory &amp; File System</a:t>
            </a:r>
          </a:p>
          <a:p>
            <a:pPr marL="171450" indent="-171450">
              <a:buFont typeface="Wingdings" panose="05000000000000000000" pitchFamily="2" charset="2"/>
              <a:buChar char="§"/>
            </a:pPr>
            <a:r>
              <a:rPr lang="en-US" sz="1000" dirty="0">
                <a:solidFill>
                  <a:schemeClr val="tx1"/>
                </a:solidFill>
              </a:rPr>
              <a:t>Basics directory and file functions</a:t>
            </a:r>
          </a:p>
          <a:p>
            <a:pPr marL="171450" indent="-171450">
              <a:buFont typeface="Wingdings" panose="05000000000000000000" pitchFamily="2" charset="2"/>
              <a:buChar char="§"/>
            </a:pPr>
            <a:r>
              <a:rPr lang="en-US" sz="1000" dirty="0">
                <a:solidFill>
                  <a:schemeClr val="tx1"/>
                </a:solidFill>
              </a:rPr>
              <a:t>Listing &amp; searching directories, files</a:t>
            </a:r>
          </a:p>
          <a:p>
            <a:pPr marL="171450" indent="-171450">
              <a:buFont typeface="Wingdings" panose="05000000000000000000" pitchFamily="2" charset="2"/>
              <a:buChar char="§"/>
            </a:pPr>
            <a:r>
              <a:rPr lang="en-US" sz="1000" dirty="0">
                <a:solidFill>
                  <a:schemeClr val="tx1"/>
                </a:solidFill>
              </a:rPr>
              <a:t>Manipulating directories, files</a:t>
            </a:r>
            <a:br>
              <a:rPr lang="en-US" sz="1000" dirty="0">
                <a:solidFill>
                  <a:schemeClr val="tx1"/>
                </a:solidFill>
              </a:rPr>
            </a:br>
            <a:r>
              <a:rPr lang="en-US" sz="1000" dirty="0">
                <a:solidFill>
                  <a:schemeClr val="tx1"/>
                </a:solidFill>
              </a:rPr>
              <a:t>(copy, rename, delete, </a:t>
            </a:r>
            <a:br>
              <a:rPr lang="en-US" sz="1000" dirty="0">
                <a:solidFill>
                  <a:schemeClr val="tx1"/>
                </a:solidFill>
              </a:rPr>
            </a:br>
            <a:r>
              <a:rPr lang="en-US" sz="1000" dirty="0">
                <a:solidFill>
                  <a:schemeClr val="tx1"/>
                </a:solidFill>
              </a:rPr>
              <a:t> </a:t>
            </a:r>
            <a:r>
              <a:rPr lang="en-US" sz="1000" dirty="0" err="1">
                <a:solidFill>
                  <a:schemeClr val="tx1"/>
                </a:solidFill>
              </a:rPr>
              <a:t>symolic</a:t>
            </a:r>
            <a:r>
              <a:rPr lang="en-US" sz="1000" dirty="0">
                <a:solidFill>
                  <a:schemeClr val="tx1"/>
                </a:solidFill>
              </a:rPr>
              <a:t> links)</a:t>
            </a:r>
          </a:p>
          <a:p>
            <a:pPr marL="171450" indent="-171450">
              <a:buFont typeface="Wingdings" panose="05000000000000000000" pitchFamily="2" charset="2"/>
              <a:buChar char="§"/>
            </a:pPr>
            <a:r>
              <a:rPr lang="en-US" sz="1000" dirty="0">
                <a:solidFill>
                  <a:schemeClr val="tx1"/>
                </a:solidFill>
              </a:rPr>
              <a:t>File compression &amp; decompression</a:t>
            </a:r>
          </a:p>
        </p:txBody>
      </p:sp>
      <p:sp>
        <p:nvSpPr>
          <p:cNvPr id="29" name="Rechteck 28">
            <a:extLst>
              <a:ext uri="{FF2B5EF4-FFF2-40B4-BE49-F238E27FC236}">
                <a16:creationId xmlns:a16="http://schemas.microsoft.com/office/drawing/2014/main" id="{B241ADF3-C154-4DFE-9485-79E26D04FEA4}"/>
              </a:ext>
            </a:extLst>
          </p:cNvPr>
          <p:cNvSpPr/>
          <p:nvPr/>
        </p:nvSpPr>
        <p:spPr>
          <a:xfrm>
            <a:off x="6931680" y="2349000"/>
            <a:ext cx="2232000" cy="79200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System Functions</a:t>
            </a:r>
          </a:p>
          <a:p>
            <a:pPr marL="171450" indent="-171450">
              <a:buFont typeface="Wingdings" panose="05000000000000000000" pitchFamily="2" charset="2"/>
              <a:buChar char="§"/>
            </a:pPr>
            <a:r>
              <a:rPr lang="en-US" sz="1000" dirty="0">
                <a:solidFill>
                  <a:schemeClr val="tx1"/>
                </a:solidFill>
              </a:rPr>
              <a:t>Execute system commands</a:t>
            </a:r>
          </a:p>
          <a:p>
            <a:pPr marL="171450" indent="-171450">
              <a:buFont typeface="Wingdings" panose="05000000000000000000" pitchFamily="2" charset="2"/>
              <a:buChar char="§"/>
            </a:pPr>
            <a:r>
              <a:rPr lang="en-US" sz="1000" dirty="0">
                <a:solidFill>
                  <a:schemeClr val="tx1"/>
                </a:solidFill>
              </a:rPr>
              <a:t>Set / get locale info</a:t>
            </a:r>
          </a:p>
          <a:p>
            <a:pPr marL="171450" indent="-171450">
              <a:buFont typeface="Wingdings" panose="05000000000000000000" pitchFamily="2" charset="2"/>
              <a:buChar char="§"/>
            </a:pPr>
            <a:r>
              <a:rPr lang="en-US" sz="1000" dirty="0">
                <a:solidFill>
                  <a:schemeClr val="tx1"/>
                </a:solidFill>
              </a:rPr>
              <a:t>Licensing</a:t>
            </a:r>
          </a:p>
        </p:txBody>
      </p:sp>
      <p:sp>
        <p:nvSpPr>
          <p:cNvPr id="30" name="Rechteck 29">
            <a:extLst>
              <a:ext uri="{FF2B5EF4-FFF2-40B4-BE49-F238E27FC236}">
                <a16:creationId xmlns:a16="http://schemas.microsoft.com/office/drawing/2014/main" id="{CF9F0305-B84F-45BF-805A-5963757D46A7}"/>
              </a:ext>
            </a:extLst>
          </p:cNvPr>
          <p:cNvSpPr/>
          <p:nvPr/>
        </p:nvSpPr>
        <p:spPr>
          <a:xfrm>
            <a:off x="6948000" y="3213000"/>
            <a:ext cx="2232000" cy="1440000"/>
          </a:xfrm>
          <a:prstGeom prst="rect">
            <a:avLst/>
          </a:prstGeom>
          <a:solidFill>
            <a:srgbClr val="99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200" b="1" dirty="0">
                <a:solidFill>
                  <a:schemeClr val="tx1"/>
                </a:solidFill>
              </a:rPr>
              <a:t>Help &amp; Support Functions</a:t>
            </a:r>
          </a:p>
          <a:p>
            <a:pPr marL="171450" indent="-171450">
              <a:buFont typeface="Wingdings" panose="05000000000000000000" pitchFamily="2" charset="2"/>
              <a:buChar char="§"/>
            </a:pPr>
            <a:r>
              <a:rPr lang="en-US" sz="1000" dirty="0">
                <a:solidFill>
                  <a:schemeClr val="tx1"/>
                </a:solidFill>
              </a:rPr>
              <a:t>help</a:t>
            </a:r>
          </a:p>
          <a:p>
            <a:pPr marL="171450" indent="-171450">
              <a:buFont typeface="Wingdings" panose="05000000000000000000" pitchFamily="2" charset="2"/>
              <a:buChar char="§"/>
            </a:pPr>
            <a:r>
              <a:rPr lang="en-US" sz="1000" dirty="0">
                <a:solidFill>
                  <a:schemeClr val="tx1"/>
                </a:solidFill>
              </a:rPr>
              <a:t>docs, docs search (on-line docs)</a:t>
            </a:r>
          </a:p>
          <a:p>
            <a:pPr marL="171450" indent="-171450">
              <a:buFont typeface="Wingdings" panose="05000000000000000000" pitchFamily="2" charset="2"/>
              <a:buChar char="§"/>
            </a:pPr>
            <a:r>
              <a:rPr lang="en-US" sz="1000" dirty="0">
                <a:solidFill>
                  <a:schemeClr val="tx1"/>
                </a:solidFill>
              </a:rPr>
              <a:t>view, view reset</a:t>
            </a:r>
          </a:p>
          <a:p>
            <a:pPr marL="171450" indent="-171450">
              <a:buFont typeface="Wingdings" panose="05000000000000000000" pitchFamily="2" charset="2"/>
              <a:buChar char="§"/>
            </a:pPr>
            <a:r>
              <a:rPr lang="en-US" sz="1000" dirty="0">
                <a:solidFill>
                  <a:schemeClr val="tx1"/>
                </a:solidFill>
              </a:rPr>
              <a:t>list / explain / dump functions</a:t>
            </a:r>
          </a:p>
        </p:txBody>
      </p:sp>
    </p:spTree>
    <p:extLst>
      <p:ext uri="{BB962C8B-B14F-4D97-AF65-F5344CB8AC3E}">
        <p14:creationId xmlns:p14="http://schemas.microsoft.com/office/powerpoint/2010/main" val="16444767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Rechteck 334"/>
          <p:cNvSpPr/>
          <p:nvPr/>
        </p:nvSpPr>
        <p:spPr>
          <a:xfrm>
            <a:off x="6876170" y="4293120"/>
            <a:ext cx="144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6" name="Rechteck 335"/>
          <p:cNvSpPr/>
          <p:nvPr/>
        </p:nvSpPr>
        <p:spPr>
          <a:xfrm>
            <a:off x="6876170" y="4365130"/>
            <a:ext cx="144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7" name="Rechteck 336"/>
          <p:cNvSpPr/>
          <p:nvPr/>
        </p:nvSpPr>
        <p:spPr>
          <a:xfrm>
            <a:off x="6876170" y="4437140"/>
            <a:ext cx="144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8" name="Rechteck 337"/>
          <p:cNvSpPr/>
          <p:nvPr/>
        </p:nvSpPr>
        <p:spPr>
          <a:xfrm>
            <a:off x="6876170" y="4509150"/>
            <a:ext cx="144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9" name="Rechteck 338"/>
          <p:cNvSpPr/>
          <p:nvPr/>
        </p:nvSpPr>
        <p:spPr>
          <a:xfrm>
            <a:off x="6876170" y="4581160"/>
            <a:ext cx="144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0" name="Rechteck 339"/>
          <p:cNvSpPr/>
          <p:nvPr/>
        </p:nvSpPr>
        <p:spPr>
          <a:xfrm>
            <a:off x="6876170" y="4653170"/>
            <a:ext cx="144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1" name="Rechteck 340"/>
          <p:cNvSpPr/>
          <p:nvPr/>
        </p:nvSpPr>
        <p:spPr>
          <a:xfrm>
            <a:off x="6876170" y="4725180"/>
            <a:ext cx="144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2" name="Rechteck 341"/>
          <p:cNvSpPr/>
          <p:nvPr/>
        </p:nvSpPr>
        <p:spPr>
          <a:xfrm>
            <a:off x="6876170" y="4797190"/>
            <a:ext cx="144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3" name="Rechteck 342"/>
          <p:cNvSpPr/>
          <p:nvPr/>
        </p:nvSpPr>
        <p:spPr>
          <a:xfrm>
            <a:off x="6876170" y="4869200"/>
            <a:ext cx="144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4" name="Rechteck 343"/>
          <p:cNvSpPr/>
          <p:nvPr/>
        </p:nvSpPr>
        <p:spPr>
          <a:xfrm>
            <a:off x="6876170" y="4941210"/>
            <a:ext cx="144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5" name="Rechteck 344"/>
          <p:cNvSpPr/>
          <p:nvPr/>
        </p:nvSpPr>
        <p:spPr>
          <a:xfrm>
            <a:off x="6876170" y="5013220"/>
            <a:ext cx="144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2" name="Rechteck 201"/>
          <p:cNvSpPr/>
          <p:nvPr/>
        </p:nvSpPr>
        <p:spPr>
          <a:xfrm>
            <a:off x="4427980" y="1484730"/>
            <a:ext cx="2880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6" name="Rechteck 305"/>
          <p:cNvSpPr/>
          <p:nvPr/>
        </p:nvSpPr>
        <p:spPr>
          <a:xfrm>
            <a:off x="4427980" y="1556740"/>
            <a:ext cx="288040" cy="2880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5" name="Rechteck 204"/>
          <p:cNvSpPr/>
          <p:nvPr/>
        </p:nvSpPr>
        <p:spPr>
          <a:xfrm>
            <a:off x="3131800" y="3284980"/>
            <a:ext cx="1152010" cy="4320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9" name="Rechteck 218"/>
          <p:cNvSpPr/>
          <p:nvPr/>
        </p:nvSpPr>
        <p:spPr>
          <a:xfrm>
            <a:off x="3131800" y="3356990"/>
            <a:ext cx="1152010" cy="35985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7" name="Rechteck 216"/>
          <p:cNvSpPr/>
          <p:nvPr/>
        </p:nvSpPr>
        <p:spPr>
          <a:xfrm>
            <a:off x="3131800" y="1484730"/>
            <a:ext cx="1152160" cy="144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8" name="Rechteck 217"/>
          <p:cNvSpPr/>
          <p:nvPr/>
        </p:nvSpPr>
        <p:spPr>
          <a:xfrm>
            <a:off x="3131800" y="1556740"/>
            <a:ext cx="1152010" cy="136799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6" name="Rechteck 215"/>
          <p:cNvSpPr/>
          <p:nvPr/>
        </p:nvSpPr>
        <p:spPr>
          <a:xfrm>
            <a:off x="1475570" y="1484730"/>
            <a:ext cx="1224170" cy="144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p:cNvSpPr/>
          <p:nvPr/>
        </p:nvSpPr>
        <p:spPr>
          <a:xfrm>
            <a:off x="1475570" y="1556740"/>
            <a:ext cx="1224170" cy="136799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Comparison – Output Models</a:t>
            </a:r>
          </a:p>
        </p:txBody>
      </p:sp>
      <p:sp>
        <p:nvSpPr>
          <p:cNvPr id="4" name="Textplatzhalter 3"/>
          <p:cNvSpPr>
            <a:spLocks noGrp="1"/>
          </p:cNvSpPr>
          <p:nvPr>
            <p:ph type="body" sz="quarter" idx="16"/>
          </p:nvPr>
        </p:nvSpPr>
        <p:spPr/>
        <p:txBody>
          <a:bodyPr/>
          <a:lstStyle/>
          <a:p>
            <a:endParaRPr lang="en-US"/>
          </a:p>
        </p:txBody>
      </p:sp>
      <p:sp>
        <p:nvSpPr>
          <p:cNvPr id="79" name="Rechteck 78"/>
          <p:cNvSpPr/>
          <p:nvPr/>
        </p:nvSpPr>
        <p:spPr>
          <a:xfrm>
            <a:off x="4860190" y="1484730"/>
            <a:ext cx="1152010" cy="144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 name="Rechteck 7"/>
          <p:cNvSpPr/>
          <p:nvPr/>
        </p:nvSpPr>
        <p:spPr>
          <a:xfrm>
            <a:off x="5148080" y="191679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2" name="Rechteck 81"/>
          <p:cNvSpPr/>
          <p:nvPr/>
        </p:nvSpPr>
        <p:spPr>
          <a:xfrm>
            <a:off x="5292100" y="170076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3" name="Rechteck 82"/>
          <p:cNvSpPr/>
          <p:nvPr/>
        </p:nvSpPr>
        <p:spPr>
          <a:xfrm>
            <a:off x="5724180" y="177277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4" name="Rechteck 83"/>
          <p:cNvSpPr/>
          <p:nvPr/>
        </p:nvSpPr>
        <p:spPr>
          <a:xfrm>
            <a:off x="5292100" y="191679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5" name="Rechteck 84"/>
          <p:cNvSpPr/>
          <p:nvPr/>
        </p:nvSpPr>
        <p:spPr>
          <a:xfrm>
            <a:off x="5148080" y="19888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4" name="Rechteck 93"/>
          <p:cNvSpPr/>
          <p:nvPr/>
        </p:nvSpPr>
        <p:spPr>
          <a:xfrm>
            <a:off x="4860040" y="3284980"/>
            <a:ext cx="1152010" cy="4320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p:cNvCxnSpPr/>
          <p:nvPr/>
        </p:nvCxnSpPr>
        <p:spPr>
          <a:xfrm>
            <a:off x="4860040" y="3356990"/>
            <a:ext cx="1152160" cy="0"/>
          </a:xfrm>
          <a:prstGeom prst="line">
            <a:avLst/>
          </a:prstGeom>
        </p:spPr>
        <p:style>
          <a:lnRef idx="1">
            <a:schemeClr val="accent1"/>
          </a:lnRef>
          <a:fillRef idx="0">
            <a:schemeClr val="accent1"/>
          </a:fillRef>
          <a:effectRef idx="0">
            <a:schemeClr val="accent1"/>
          </a:effectRef>
          <a:fontRef idx="minor">
            <a:schemeClr val="tx1"/>
          </a:fontRef>
        </p:style>
      </p:cxnSp>
      <p:sp>
        <p:nvSpPr>
          <p:cNvPr id="96" name="Rechteck 95"/>
          <p:cNvSpPr/>
          <p:nvPr/>
        </p:nvSpPr>
        <p:spPr>
          <a:xfrm>
            <a:off x="5148080" y="350101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8" name="Rechteck 97"/>
          <p:cNvSpPr/>
          <p:nvPr/>
        </p:nvSpPr>
        <p:spPr>
          <a:xfrm>
            <a:off x="5292100" y="335699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9" name="Rechteck 98"/>
          <p:cNvSpPr/>
          <p:nvPr/>
        </p:nvSpPr>
        <p:spPr>
          <a:xfrm>
            <a:off x="5724180" y="34290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0" name="Rechteck 99"/>
          <p:cNvSpPr/>
          <p:nvPr/>
        </p:nvSpPr>
        <p:spPr>
          <a:xfrm>
            <a:off x="5292100" y="350101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1" name="Rechteck 100"/>
          <p:cNvSpPr/>
          <p:nvPr/>
        </p:nvSpPr>
        <p:spPr>
          <a:xfrm>
            <a:off x="5148080" y="35730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6" name="Rechteck 105"/>
          <p:cNvSpPr/>
          <p:nvPr/>
        </p:nvSpPr>
        <p:spPr>
          <a:xfrm>
            <a:off x="6660290" y="1484730"/>
            <a:ext cx="720100" cy="144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8" name="Rechteck 107"/>
          <p:cNvSpPr/>
          <p:nvPr/>
        </p:nvSpPr>
        <p:spPr>
          <a:xfrm>
            <a:off x="6804310" y="191679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9" name="Rechteck 108"/>
          <p:cNvSpPr/>
          <p:nvPr/>
        </p:nvSpPr>
        <p:spPr>
          <a:xfrm>
            <a:off x="6948330" y="170076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0" name="Rechteck 109"/>
          <p:cNvSpPr/>
          <p:nvPr/>
        </p:nvSpPr>
        <p:spPr>
          <a:xfrm>
            <a:off x="7236370" y="177277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2" name="Rechteck 111"/>
          <p:cNvSpPr/>
          <p:nvPr/>
        </p:nvSpPr>
        <p:spPr>
          <a:xfrm>
            <a:off x="6948330" y="191679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3" name="Rechteck 112"/>
          <p:cNvSpPr/>
          <p:nvPr/>
        </p:nvSpPr>
        <p:spPr>
          <a:xfrm>
            <a:off x="6804310" y="19888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p:cNvSpPr/>
          <p:nvPr/>
        </p:nvSpPr>
        <p:spPr>
          <a:xfrm>
            <a:off x="6660290" y="3284980"/>
            <a:ext cx="720100" cy="4320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5" name="Rechteck 144"/>
          <p:cNvSpPr/>
          <p:nvPr/>
        </p:nvSpPr>
        <p:spPr>
          <a:xfrm>
            <a:off x="6804310" y="350101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7" name="Rechteck 146"/>
          <p:cNvSpPr/>
          <p:nvPr/>
        </p:nvSpPr>
        <p:spPr>
          <a:xfrm>
            <a:off x="7236370" y="34290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Rechteck 147"/>
          <p:cNvSpPr/>
          <p:nvPr/>
        </p:nvSpPr>
        <p:spPr>
          <a:xfrm>
            <a:off x="6948330" y="350101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9" name="Rechteck 148"/>
          <p:cNvSpPr/>
          <p:nvPr/>
        </p:nvSpPr>
        <p:spPr>
          <a:xfrm>
            <a:off x="6804310" y="35730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6" name="Rechteck 155"/>
          <p:cNvSpPr/>
          <p:nvPr/>
        </p:nvSpPr>
        <p:spPr>
          <a:xfrm>
            <a:off x="3419840" y="191679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7" name="Rechteck 156"/>
          <p:cNvSpPr/>
          <p:nvPr/>
        </p:nvSpPr>
        <p:spPr>
          <a:xfrm>
            <a:off x="3563860" y="170076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p:cNvSpPr/>
          <p:nvPr/>
        </p:nvSpPr>
        <p:spPr>
          <a:xfrm>
            <a:off x="3995940" y="177277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p:cNvSpPr/>
          <p:nvPr/>
        </p:nvSpPr>
        <p:spPr>
          <a:xfrm>
            <a:off x="3563860" y="191679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p:cNvSpPr/>
          <p:nvPr/>
        </p:nvSpPr>
        <p:spPr>
          <a:xfrm>
            <a:off x="3419840" y="19888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04" name="Gerade Verbindung 203"/>
          <p:cNvCxnSpPr/>
          <p:nvPr/>
        </p:nvCxnSpPr>
        <p:spPr>
          <a:xfrm>
            <a:off x="4427980" y="1556740"/>
            <a:ext cx="288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 name="Gerade Verbindung 205"/>
          <p:cNvCxnSpPr/>
          <p:nvPr/>
        </p:nvCxnSpPr>
        <p:spPr>
          <a:xfrm>
            <a:off x="3131800" y="3356990"/>
            <a:ext cx="1152160" cy="0"/>
          </a:xfrm>
          <a:prstGeom prst="line">
            <a:avLst/>
          </a:prstGeom>
        </p:spPr>
        <p:style>
          <a:lnRef idx="1">
            <a:schemeClr val="accent1"/>
          </a:lnRef>
          <a:fillRef idx="0">
            <a:schemeClr val="accent1"/>
          </a:fillRef>
          <a:effectRef idx="0">
            <a:schemeClr val="accent1"/>
          </a:effectRef>
          <a:fontRef idx="minor">
            <a:schemeClr val="tx1"/>
          </a:fontRef>
        </p:style>
      </p:cxnSp>
      <p:sp>
        <p:nvSpPr>
          <p:cNvPr id="207" name="Rechteck 206"/>
          <p:cNvSpPr/>
          <p:nvPr/>
        </p:nvSpPr>
        <p:spPr>
          <a:xfrm>
            <a:off x="3419840" y="350101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8" name="Rechteck 207"/>
          <p:cNvSpPr/>
          <p:nvPr/>
        </p:nvSpPr>
        <p:spPr>
          <a:xfrm>
            <a:off x="3563860" y="335699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9" name="Rechteck 208"/>
          <p:cNvSpPr/>
          <p:nvPr/>
        </p:nvSpPr>
        <p:spPr>
          <a:xfrm>
            <a:off x="3995940" y="34290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p:cNvSpPr/>
          <p:nvPr/>
        </p:nvSpPr>
        <p:spPr>
          <a:xfrm>
            <a:off x="3563860" y="350101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p:cNvSpPr/>
          <p:nvPr/>
        </p:nvSpPr>
        <p:spPr>
          <a:xfrm>
            <a:off x="3419840" y="35730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3" name="Rechteck 222"/>
          <p:cNvSpPr/>
          <p:nvPr/>
        </p:nvSpPr>
        <p:spPr>
          <a:xfrm>
            <a:off x="6660290" y="4221110"/>
            <a:ext cx="792110" cy="8641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25" name="Gerade Verbindung 224"/>
          <p:cNvCxnSpPr/>
          <p:nvPr/>
        </p:nvCxnSpPr>
        <p:spPr>
          <a:xfrm>
            <a:off x="6660290" y="4293120"/>
            <a:ext cx="648090" cy="0"/>
          </a:xfrm>
          <a:prstGeom prst="line">
            <a:avLst/>
          </a:prstGeom>
        </p:spPr>
        <p:style>
          <a:lnRef idx="1">
            <a:schemeClr val="accent1"/>
          </a:lnRef>
          <a:fillRef idx="0">
            <a:schemeClr val="accent1"/>
          </a:fillRef>
          <a:effectRef idx="0">
            <a:schemeClr val="accent1"/>
          </a:effectRef>
          <a:fontRef idx="minor">
            <a:schemeClr val="tx1"/>
          </a:fontRef>
        </p:style>
      </p:cxnSp>
      <p:sp>
        <p:nvSpPr>
          <p:cNvPr id="227" name="Rechteck 226"/>
          <p:cNvSpPr/>
          <p:nvPr/>
        </p:nvSpPr>
        <p:spPr>
          <a:xfrm>
            <a:off x="7020340" y="429312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8" name="Rechteck 227"/>
          <p:cNvSpPr/>
          <p:nvPr/>
        </p:nvSpPr>
        <p:spPr>
          <a:xfrm>
            <a:off x="7164360" y="42931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9" name="Rechteck 228"/>
          <p:cNvSpPr/>
          <p:nvPr/>
        </p:nvSpPr>
        <p:spPr>
          <a:xfrm>
            <a:off x="3563880" y="21328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0" name="Rechteck 229"/>
          <p:cNvSpPr/>
          <p:nvPr/>
        </p:nvSpPr>
        <p:spPr>
          <a:xfrm>
            <a:off x="3707880" y="21328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1" name="Rechteck 230"/>
          <p:cNvSpPr/>
          <p:nvPr/>
        </p:nvSpPr>
        <p:spPr>
          <a:xfrm>
            <a:off x="5292100" y="21328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2" name="Rechteck 231"/>
          <p:cNvSpPr/>
          <p:nvPr/>
        </p:nvSpPr>
        <p:spPr>
          <a:xfrm>
            <a:off x="5436100" y="21328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3" name="Rechteck 232"/>
          <p:cNvSpPr/>
          <p:nvPr/>
        </p:nvSpPr>
        <p:spPr>
          <a:xfrm>
            <a:off x="6948330" y="21328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4" name="Rechteck 233"/>
          <p:cNvSpPr/>
          <p:nvPr/>
        </p:nvSpPr>
        <p:spPr>
          <a:xfrm>
            <a:off x="7092330" y="213282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5" name="Rechteck 234"/>
          <p:cNvSpPr/>
          <p:nvPr/>
        </p:nvSpPr>
        <p:spPr>
          <a:xfrm>
            <a:off x="3563860" y="364503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6" name="Rechteck 235"/>
          <p:cNvSpPr/>
          <p:nvPr/>
        </p:nvSpPr>
        <p:spPr>
          <a:xfrm>
            <a:off x="3707860" y="364503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7" name="Rechteck 236"/>
          <p:cNvSpPr/>
          <p:nvPr/>
        </p:nvSpPr>
        <p:spPr>
          <a:xfrm>
            <a:off x="5292120" y="364503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8" name="Rechteck 237"/>
          <p:cNvSpPr/>
          <p:nvPr/>
        </p:nvSpPr>
        <p:spPr>
          <a:xfrm>
            <a:off x="5436120" y="364503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9" name="Rechteck 238"/>
          <p:cNvSpPr/>
          <p:nvPr/>
        </p:nvSpPr>
        <p:spPr>
          <a:xfrm>
            <a:off x="6948330" y="364503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0" name="Rechteck 239"/>
          <p:cNvSpPr/>
          <p:nvPr/>
        </p:nvSpPr>
        <p:spPr>
          <a:xfrm>
            <a:off x="7092330" y="364503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1" name="Rechteck 240"/>
          <p:cNvSpPr/>
          <p:nvPr/>
        </p:nvSpPr>
        <p:spPr>
          <a:xfrm>
            <a:off x="7020340" y="436513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2" name="Rechteck 241"/>
          <p:cNvSpPr/>
          <p:nvPr/>
        </p:nvSpPr>
        <p:spPr>
          <a:xfrm>
            <a:off x="7164360" y="436513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3" name="Rechteck 242"/>
          <p:cNvSpPr/>
          <p:nvPr/>
        </p:nvSpPr>
        <p:spPr>
          <a:xfrm>
            <a:off x="7020340" y="44371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4" name="Rechteck 243"/>
          <p:cNvSpPr/>
          <p:nvPr/>
        </p:nvSpPr>
        <p:spPr>
          <a:xfrm>
            <a:off x="7164360" y="443714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5" name="Rechteck 244"/>
          <p:cNvSpPr/>
          <p:nvPr/>
        </p:nvSpPr>
        <p:spPr>
          <a:xfrm>
            <a:off x="7020340" y="45091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6" name="Rechteck 245"/>
          <p:cNvSpPr/>
          <p:nvPr/>
        </p:nvSpPr>
        <p:spPr>
          <a:xfrm>
            <a:off x="7164360" y="450915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7" name="Rechteck 246"/>
          <p:cNvSpPr/>
          <p:nvPr/>
        </p:nvSpPr>
        <p:spPr>
          <a:xfrm>
            <a:off x="7020340" y="458116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8" name="Rechteck 247"/>
          <p:cNvSpPr/>
          <p:nvPr/>
        </p:nvSpPr>
        <p:spPr>
          <a:xfrm>
            <a:off x="7164360" y="458116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9" name="Rechteck 248"/>
          <p:cNvSpPr/>
          <p:nvPr/>
        </p:nvSpPr>
        <p:spPr>
          <a:xfrm>
            <a:off x="7020340" y="465317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0" name="Rechteck 249"/>
          <p:cNvSpPr/>
          <p:nvPr/>
        </p:nvSpPr>
        <p:spPr>
          <a:xfrm>
            <a:off x="7164360" y="465317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1" name="Rechteck 250"/>
          <p:cNvSpPr/>
          <p:nvPr/>
        </p:nvSpPr>
        <p:spPr>
          <a:xfrm>
            <a:off x="7020340" y="472518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2" name="Rechteck 251"/>
          <p:cNvSpPr/>
          <p:nvPr/>
        </p:nvSpPr>
        <p:spPr>
          <a:xfrm>
            <a:off x="7164360" y="47251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3" name="Rechteck 252"/>
          <p:cNvSpPr/>
          <p:nvPr/>
        </p:nvSpPr>
        <p:spPr>
          <a:xfrm>
            <a:off x="3131800" y="2924930"/>
            <a:ext cx="1152010" cy="14402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4" name="Rechteck 253"/>
          <p:cNvSpPr/>
          <p:nvPr/>
        </p:nvSpPr>
        <p:spPr>
          <a:xfrm>
            <a:off x="4860040" y="2924930"/>
            <a:ext cx="1152010" cy="14402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5" name="Rechteck 254"/>
          <p:cNvSpPr/>
          <p:nvPr/>
        </p:nvSpPr>
        <p:spPr>
          <a:xfrm>
            <a:off x="6660290" y="2924930"/>
            <a:ext cx="720100" cy="14402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7" name="Rechteck 256"/>
          <p:cNvSpPr/>
          <p:nvPr/>
        </p:nvSpPr>
        <p:spPr>
          <a:xfrm>
            <a:off x="3131800" y="3717040"/>
            <a:ext cx="1152010" cy="14402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8" name="Rechteck 257"/>
          <p:cNvSpPr/>
          <p:nvPr/>
        </p:nvSpPr>
        <p:spPr>
          <a:xfrm>
            <a:off x="4860040" y="3717040"/>
            <a:ext cx="1152010" cy="1440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9" name="Rechteck 258"/>
          <p:cNvSpPr/>
          <p:nvPr/>
        </p:nvSpPr>
        <p:spPr>
          <a:xfrm>
            <a:off x="6660290" y="3717040"/>
            <a:ext cx="720100" cy="1440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1" name="Rechteck 260"/>
          <p:cNvSpPr/>
          <p:nvPr/>
        </p:nvSpPr>
        <p:spPr>
          <a:xfrm>
            <a:off x="3707880" y="29969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2" name="Rechteck 261"/>
          <p:cNvSpPr/>
          <p:nvPr/>
        </p:nvSpPr>
        <p:spPr>
          <a:xfrm>
            <a:off x="3563860" y="29969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3" name="Rechteck 262"/>
          <p:cNvSpPr/>
          <p:nvPr/>
        </p:nvSpPr>
        <p:spPr>
          <a:xfrm>
            <a:off x="3419840" y="29969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7" name="Rechteck 266"/>
          <p:cNvSpPr/>
          <p:nvPr/>
        </p:nvSpPr>
        <p:spPr>
          <a:xfrm>
            <a:off x="3707880" y="292493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8" name="Rechteck 267"/>
          <p:cNvSpPr/>
          <p:nvPr/>
        </p:nvSpPr>
        <p:spPr>
          <a:xfrm>
            <a:off x="3707880" y="37890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9" name="Rechteck 268"/>
          <p:cNvSpPr/>
          <p:nvPr/>
        </p:nvSpPr>
        <p:spPr>
          <a:xfrm>
            <a:off x="3563860" y="37890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0" name="Rechteck 269"/>
          <p:cNvSpPr/>
          <p:nvPr/>
        </p:nvSpPr>
        <p:spPr>
          <a:xfrm>
            <a:off x="3419840" y="37890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1" name="Rechteck 270"/>
          <p:cNvSpPr/>
          <p:nvPr/>
        </p:nvSpPr>
        <p:spPr>
          <a:xfrm>
            <a:off x="3707880" y="37170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2" name="Rechteck 271"/>
          <p:cNvSpPr/>
          <p:nvPr/>
        </p:nvSpPr>
        <p:spPr>
          <a:xfrm>
            <a:off x="5436140" y="37890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3" name="Rechteck 272"/>
          <p:cNvSpPr/>
          <p:nvPr/>
        </p:nvSpPr>
        <p:spPr>
          <a:xfrm>
            <a:off x="5292120" y="37890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4" name="Rechteck 273"/>
          <p:cNvSpPr/>
          <p:nvPr/>
        </p:nvSpPr>
        <p:spPr>
          <a:xfrm>
            <a:off x="5148100" y="37890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5" name="Rechteck 274"/>
          <p:cNvSpPr/>
          <p:nvPr/>
        </p:nvSpPr>
        <p:spPr>
          <a:xfrm>
            <a:off x="5436140" y="37170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6" name="Rechteck 275"/>
          <p:cNvSpPr/>
          <p:nvPr/>
        </p:nvSpPr>
        <p:spPr>
          <a:xfrm>
            <a:off x="7092350" y="37890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7" name="Rechteck 276"/>
          <p:cNvSpPr/>
          <p:nvPr/>
        </p:nvSpPr>
        <p:spPr>
          <a:xfrm>
            <a:off x="6948330" y="37890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8" name="Rechteck 277"/>
          <p:cNvSpPr/>
          <p:nvPr/>
        </p:nvSpPr>
        <p:spPr>
          <a:xfrm>
            <a:off x="6804310" y="37890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9" name="Rechteck 278"/>
          <p:cNvSpPr/>
          <p:nvPr/>
        </p:nvSpPr>
        <p:spPr>
          <a:xfrm>
            <a:off x="7092350" y="37170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0" name="Rechteck 279"/>
          <p:cNvSpPr/>
          <p:nvPr/>
        </p:nvSpPr>
        <p:spPr>
          <a:xfrm>
            <a:off x="5436120" y="29969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1" name="Rechteck 280"/>
          <p:cNvSpPr/>
          <p:nvPr/>
        </p:nvSpPr>
        <p:spPr>
          <a:xfrm>
            <a:off x="5292100" y="29969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2" name="Rechteck 281"/>
          <p:cNvSpPr/>
          <p:nvPr/>
        </p:nvSpPr>
        <p:spPr>
          <a:xfrm>
            <a:off x="5148080" y="29969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3" name="Rechteck 282"/>
          <p:cNvSpPr/>
          <p:nvPr/>
        </p:nvSpPr>
        <p:spPr>
          <a:xfrm>
            <a:off x="5436120" y="292493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4" name="Rechteck 283"/>
          <p:cNvSpPr/>
          <p:nvPr/>
        </p:nvSpPr>
        <p:spPr>
          <a:xfrm>
            <a:off x="7092350" y="29969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5" name="Rechteck 284"/>
          <p:cNvSpPr/>
          <p:nvPr/>
        </p:nvSpPr>
        <p:spPr>
          <a:xfrm>
            <a:off x="6948330" y="29969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6" name="Rechteck 285"/>
          <p:cNvSpPr/>
          <p:nvPr/>
        </p:nvSpPr>
        <p:spPr>
          <a:xfrm>
            <a:off x="6804310" y="29969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7" name="Rechteck 286"/>
          <p:cNvSpPr/>
          <p:nvPr/>
        </p:nvSpPr>
        <p:spPr>
          <a:xfrm>
            <a:off x="7092350" y="292493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8" name="Rechteck 287"/>
          <p:cNvSpPr/>
          <p:nvPr/>
        </p:nvSpPr>
        <p:spPr>
          <a:xfrm>
            <a:off x="7020340" y="479719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9" name="Rechteck 288"/>
          <p:cNvSpPr/>
          <p:nvPr/>
        </p:nvSpPr>
        <p:spPr>
          <a:xfrm>
            <a:off x="7020340" y="486920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0" name="Rechteck 289"/>
          <p:cNvSpPr/>
          <p:nvPr/>
        </p:nvSpPr>
        <p:spPr>
          <a:xfrm>
            <a:off x="7020340" y="494121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1" name="Rechteck 290"/>
          <p:cNvSpPr/>
          <p:nvPr/>
        </p:nvSpPr>
        <p:spPr>
          <a:xfrm>
            <a:off x="7020340" y="501322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2" name="Rechteck 291"/>
          <p:cNvSpPr/>
          <p:nvPr/>
        </p:nvSpPr>
        <p:spPr>
          <a:xfrm>
            <a:off x="7164360" y="479719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3" name="Rechteck 292"/>
          <p:cNvSpPr/>
          <p:nvPr/>
        </p:nvSpPr>
        <p:spPr>
          <a:xfrm>
            <a:off x="7164360" y="486920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4" name="Rechteck 293"/>
          <p:cNvSpPr/>
          <p:nvPr/>
        </p:nvSpPr>
        <p:spPr>
          <a:xfrm>
            <a:off x="7164360" y="494121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5" name="Rechteck 294"/>
          <p:cNvSpPr/>
          <p:nvPr/>
        </p:nvSpPr>
        <p:spPr>
          <a:xfrm>
            <a:off x="7164360" y="501322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Old Table</a:t>
            </a:r>
          </a:p>
        </p:txBody>
      </p:sp>
      <p:sp>
        <p:nvSpPr>
          <p:cNvPr id="298" name="Rechteck 297"/>
          <p:cNvSpPr/>
          <p:nvPr/>
        </p:nvSpPr>
        <p:spPr>
          <a:xfrm>
            <a:off x="147557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New Table</a:t>
            </a:r>
          </a:p>
        </p:txBody>
      </p:sp>
      <p:sp>
        <p:nvSpPr>
          <p:cNvPr id="299" name="Rechteck 298"/>
          <p:cNvSpPr/>
          <p:nvPr/>
        </p:nvSpPr>
        <p:spPr>
          <a:xfrm>
            <a:off x="313210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Option: </a:t>
            </a:r>
            <a:r>
              <a:rPr lang="en-US" sz="1000" i="1" dirty="0">
                <a:solidFill>
                  <a:schemeClr val="tx1"/>
                </a:solidFill>
              </a:rPr>
              <a:t>entire table</a:t>
            </a:r>
          </a:p>
        </p:txBody>
      </p:sp>
      <p:sp>
        <p:nvSpPr>
          <p:cNvPr id="300" name="Rechteck 299"/>
          <p:cNvSpPr/>
          <p:nvPr/>
        </p:nvSpPr>
        <p:spPr>
          <a:xfrm>
            <a:off x="3131800" y="314096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Option: </a:t>
            </a:r>
            <a:r>
              <a:rPr lang="en-US" sz="1000" i="1" dirty="0">
                <a:solidFill>
                  <a:schemeClr val="tx1"/>
                </a:solidFill>
              </a:rPr>
              <a:t>entire rows</a:t>
            </a:r>
          </a:p>
        </p:txBody>
      </p:sp>
      <p:sp>
        <p:nvSpPr>
          <p:cNvPr id="301" name="Rechteck 300"/>
          <p:cNvSpPr/>
          <p:nvPr/>
        </p:nvSpPr>
        <p:spPr>
          <a:xfrm>
            <a:off x="486004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Option: </a:t>
            </a:r>
            <a:r>
              <a:rPr lang="en-US" sz="1000" i="1" dirty="0">
                <a:solidFill>
                  <a:schemeClr val="tx1"/>
                </a:solidFill>
              </a:rPr>
              <a:t>differences</a:t>
            </a:r>
          </a:p>
        </p:txBody>
      </p:sp>
      <p:sp>
        <p:nvSpPr>
          <p:cNvPr id="302" name="Rechteck 301"/>
          <p:cNvSpPr/>
          <p:nvPr/>
        </p:nvSpPr>
        <p:spPr>
          <a:xfrm>
            <a:off x="4860190" y="314096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Option: </a:t>
            </a:r>
            <a:r>
              <a:rPr lang="en-US" sz="1000" i="1" dirty="0">
                <a:solidFill>
                  <a:schemeClr val="tx1"/>
                </a:solidFill>
              </a:rPr>
              <a:t>different rows</a:t>
            </a:r>
          </a:p>
        </p:txBody>
      </p:sp>
      <p:sp>
        <p:nvSpPr>
          <p:cNvPr id="303" name="Rechteck 302"/>
          <p:cNvSpPr/>
          <p:nvPr/>
        </p:nvSpPr>
        <p:spPr>
          <a:xfrm>
            <a:off x="666044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Option: </a:t>
            </a:r>
            <a:r>
              <a:rPr lang="en-US" sz="1000" i="1" dirty="0">
                <a:solidFill>
                  <a:schemeClr val="tx1"/>
                </a:solidFill>
              </a:rPr>
              <a:t>different columns</a:t>
            </a:r>
          </a:p>
        </p:txBody>
      </p:sp>
      <p:sp>
        <p:nvSpPr>
          <p:cNvPr id="304" name="Rechteck 303"/>
          <p:cNvSpPr/>
          <p:nvPr/>
        </p:nvSpPr>
        <p:spPr>
          <a:xfrm>
            <a:off x="6660290" y="314096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Option: </a:t>
            </a:r>
            <a:r>
              <a:rPr lang="en-US" sz="1000" i="1" dirty="0">
                <a:solidFill>
                  <a:schemeClr val="tx1"/>
                </a:solidFill>
              </a:rPr>
              <a:t>condensed</a:t>
            </a:r>
          </a:p>
        </p:txBody>
      </p:sp>
      <p:sp>
        <p:nvSpPr>
          <p:cNvPr id="305" name="Rechteck 304"/>
          <p:cNvSpPr/>
          <p:nvPr/>
        </p:nvSpPr>
        <p:spPr>
          <a:xfrm>
            <a:off x="6660290" y="407709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Option: </a:t>
            </a:r>
            <a:r>
              <a:rPr lang="en-US" sz="1000" i="1" dirty="0">
                <a:solidFill>
                  <a:schemeClr val="tx1"/>
                </a:solidFill>
              </a:rPr>
              <a:t>journal</a:t>
            </a:r>
          </a:p>
        </p:txBody>
      </p:sp>
      <p:sp>
        <p:nvSpPr>
          <p:cNvPr id="307" name="Rechteck 306"/>
          <p:cNvSpPr/>
          <p:nvPr/>
        </p:nvSpPr>
        <p:spPr>
          <a:xfrm>
            <a:off x="6156220" y="1484730"/>
            <a:ext cx="2880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8" name="Rechteck 307"/>
          <p:cNvSpPr/>
          <p:nvPr/>
        </p:nvSpPr>
        <p:spPr>
          <a:xfrm>
            <a:off x="6156220" y="1556740"/>
            <a:ext cx="288040" cy="2880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09" name="Gerade Verbindung 308"/>
          <p:cNvCxnSpPr/>
          <p:nvPr/>
        </p:nvCxnSpPr>
        <p:spPr>
          <a:xfrm>
            <a:off x="6156220" y="1556740"/>
            <a:ext cx="288040" cy="0"/>
          </a:xfrm>
          <a:prstGeom prst="line">
            <a:avLst/>
          </a:prstGeom>
        </p:spPr>
        <p:style>
          <a:lnRef idx="1">
            <a:schemeClr val="accent1"/>
          </a:lnRef>
          <a:fillRef idx="0">
            <a:schemeClr val="accent1"/>
          </a:fillRef>
          <a:effectRef idx="0">
            <a:schemeClr val="accent1"/>
          </a:effectRef>
          <a:fontRef idx="minor">
            <a:schemeClr val="tx1"/>
          </a:fontRef>
        </p:style>
      </p:cxnSp>
      <p:sp>
        <p:nvSpPr>
          <p:cNvPr id="310" name="Rechteck 309"/>
          <p:cNvSpPr/>
          <p:nvPr/>
        </p:nvSpPr>
        <p:spPr>
          <a:xfrm>
            <a:off x="7524410" y="1484730"/>
            <a:ext cx="2880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1" name="Rechteck 310"/>
          <p:cNvSpPr/>
          <p:nvPr/>
        </p:nvSpPr>
        <p:spPr>
          <a:xfrm>
            <a:off x="7524410" y="1556740"/>
            <a:ext cx="288040" cy="2880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12" name="Gerade Verbindung 311"/>
          <p:cNvCxnSpPr/>
          <p:nvPr/>
        </p:nvCxnSpPr>
        <p:spPr>
          <a:xfrm>
            <a:off x="7524410" y="1556740"/>
            <a:ext cx="288040" cy="0"/>
          </a:xfrm>
          <a:prstGeom prst="line">
            <a:avLst/>
          </a:prstGeom>
        </p:spPr>
        <p:style>
          <a:lnRef idx="1">
            <a:schemeClr val="accent1"/>
          </a:lnRef>
          <a:fillRef idx="0">
            <a:schemeClr val="accent1"/>
          </a:fillRef>
          <a:effectRef idx="0">
            <a:schemeClr val="accent1"/>
          </a:effectRef>
          <a:fontRef idx="minor">
            <a:schemeClr val="tx1"/>
          </a:fontRef>
        </p:style>
      </p:cxnSp>
      <p:sp>
        <p:nvSpPr>
          <p:cNvPr id="313" name="Rechteck 312"/>
          <p:cNvSpPr/>
          <p:nvPr/>
        </p:nvSpPr>
        <p:spPr>
          <a:xfrm>
            <a:off x="7524410" y="4221110"/>
            <a:ext cx="2880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4" name="Rechteck 313"/>
          <p:cNvSpPr/>
          <p:nvPr/>
        </p:nvSpPr>
        <p:spPr>
          <a:xfrm>
            <a:off x="7524410" y="4293120"/>
            <a:ext cx="288040" cy="2880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15" name="Gerade Verbindung 314"/>
          <p:cNvCxnSpPr/>
          <p:nvPr/>
        </p:nvCxnSpPr>
        <p:spPr>
          <a:xfrm>
            <a:off x="7524410" y="4293120"/>
            <a:ext cx="288040" cy="0"/>
          </a:xfrm>
          <a:prstGeom prst="line">
            <a:avLst/>
          </a:prstGeom>
        </p:spPr>
        <p:style>
          <a:lnRef idx="1">
            <a:schemeClr val="accent1"/>
          </a:lnRef>
          <a:fillRef idx="0">
            <a:schemeClr val="accent1"/>
          </a:fillRef>
          <a:effectRef idx="0">
            <a:schemeClr val="accent1"/>
          </a:effectRef>
          <a:fontRef idx="minor">
            <a:schemeClr val="tx1"/>
          </a:fontRef>
        </p:style>
      </p:cxnSp>
      <p:sp>
        <p:nvSpPr>
          <p:cNvPr id="316" name="Rechteck 315"/>
          <p:cNvSpPr/>
          <p:nvPr/>
        </p:nvSpPr>
        <p:spPr>
          <a:xfrm>
            <a:off x="4427980" y="3284980"/>
            <a:ext cx="2880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7" name="Rechteck 316"/>
          <p:cNvSpPr/>
          <p:nvPr/>
        </p:nvSpPr>
        <p:spPr>
          <a:xfrm>
            <a:off x="4427980" y="3356990"/>
            <a:ext cx="288040" cy="2880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18" name="Gerade Verbindung 317"/>
          <p:cNvCxnSpPr/>
          <p:nvPr/>
        </p:nvCxnSpPr>
        <p:spPr>
          <a:xfrm>
            <a:off x="4427980" y="3356990"/>
            <a:ext cx="288040" cy="0"/>
          </a:xfrm>
          <a:prstGeom prst="line">
            <a:avLst/>
          </a:prstGeom>
        </p:spPr>
        <p:style>
          <a:lnRef idx="1">
            <a:schemeClr val="accent1"/>
          </a:lnRef>
          <a:fillRef idx="0">
            <a:schemeClr val="accent1"/>
          </a:fillRef>
          <a:effectRef idx="0">
            <a:schemeClr val="accent1"/>
          </a:effectRef>
          <a:fontRef idx="minor">
            <a:schemeClr val="tx1"/>
          </a:fontRef>
        </p:style>
      </p:cxnSp>
      <p:sp>
        <p:nvSpPr>
          <p:cNvPr id="319" name="Rechteck 318"/>
          <p:cNvSpPr/>
          <p:nvPr/>
        </p:nvSpPr>
        <p:spPr>
          <a:xfrm>
            <a:off x="6156220" y="3284980"/>
            <a:ext cx="2880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0" name="Rechteck 319"/>
          <p:cNvSpPr/>
          <p:nvPr/>
        </p:nvSpPr>
        <p:spPr>
          <a:xfrm>
            <a:off x="6156220" y="3356990"/>
            <a:ext cx="288040" cy="2880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21" name="Gerade Verbindung 320"/>
          <p:cNvCxnSpPr/>
          <p:nvPr/>
        </p:nvCxnSpPr>
        <p:spPr>
          <a:xfrm>
            <a:off x="6156220" y="3356990"/>
            <a:ext cx="288040" cy="0"/>
          </a:xfrm>
          <a:prstGeom prst="line">
            <a:avLst/>
          </a:prstGeom>
        </p:spPr>
        <p:style>
          <a:lnRef idx="1">
            <a:schemeClr val="accent1"/>
          </a:lnRef>
          <a:fillRef idx="0">
            <a:schemeClr val="accent1"/>
          </a:fillRef>
          <a:effectRef idx="0">
            <a:schemeClr val="accent1"/>
          </a:effectRef>
          <a:fontRef idx="minor">
            <a:schemeClr val="tx1"/>
          </a:fontRef>
        </p:style>
      </p:cxnSp>
      <p:sp>
        <p:nvSpPr>
          <p:cNvPr id="322" name="Rechteck 321"/>
          <p:cNvSpPr/>
          <p:nvPr/>
        </p:nvSpPr>
        <p:spPr>
          <a:xfrm>
            <a:off x="7524410" y="3284980"/>
            <a:ext cx="2880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3" name="Rechteck 322"/>
          <p:cNvSpPr/>
          <p:nvPr/>
        </p:nvSpPr>
        <p:spPr>
          <a:xfrm>
            <a:off x="7524410" y="3356990"/>
            <a:ext cx="288040" cy="2880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24" name="Gerade Verbindung 323"/>
          <p:cNvCxnSpPr/>
          <p:nvPr/>
        </p:nvCxnSpPr>
        <p:spPr>
          <a:xfrm>
            <a:off x="7524410" y="3356990"/>
            <a:ext cx="288040" cy="0"/>
          </a:xfrm>
          <a:prstGeom prst="line">
            <a:avLst/>
          </a:prstGeom>
        </p:spPr>
        <p:style>
          <a:lnRef idx="1">
            <a:schemeClr val="accent1"/>
          </a:lnRef>
          <a:fillRef idx="0">
            <a:schemeClr val="accent1"/>
          </a:fillRef>
          <a:effectRef idx="0">
            <a:schemeClr val="accent1"/>
          </a:effectRef>
          <a:fontRef idx="minor">
            <a:schemeClr val="tx1"/>
          </a:fontRef>
        </p:style>
      </p:cxnSp>
      <p:sp>
        <p:nvSpPr>
          <p:cNvPr id="326" name="Rechteck 325"/>
          <p:cNvSpPr/>
          <p:nvPr/>
        </p:nvSpPr>
        <p:spPr>
          <a:xfrm>
            <a:off x="1475570" y="1556740"/>
            <a:ext cx="144020" cy="136819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78" name="Gerade Verbindung 77"/>
          <p:cNvCxnSpPr/>
          <p:nvPr/>
        </p:nvCxnSpPr>
        <p:spPr>
          <a:xfrm>
            <a:off x="147557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327" name="Rechteck 326"/>
          <p:cNvSpPr/>
          <p:nvPr/>
        </p:nvSpPr>
        <p:spPr>
          <a:xfrm>
            <a:off x="3131800" y="1556740"/>
            <a:ext cx="144020" cy="136819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55" name="Gerade Verbindung 154"/>
          <p:cNvCxnSpPr>
            <a:endCxn id="398" idx="0"/>
          </p:cNvCxnSpPr>
          <p:nvPr/>
        </p:nvCxnSpPr>
        <p:spPr>
          <a:xfrm>
            <a:off x="313180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328" name="Rechteck 327"/>
          <p:cNvSpPr/>
          <p:nvPr/>
        </p:nvSpPr>
        <p:spPr>
          <a:xfrm>
            <a:off x="3131800" y="292493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9" name="Rechteck 328"/>
          <p:cNvSpPr/>
          <p:nvPr/>
        </p:nvSpPr>
        <p:spPr>
          <a:xfrm>
            <a:off x="4860040" y="1556740"/>
            <a:ext cx="144020" cy="136819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0" name="Rechteck 329"/>
          <p:cNvSpPr/>
          <p:nvPr/>
        </p:nvSpPr>
        <p:spPr>
          <a:xfrm>
            <a:off x="4860040" y="292493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80" name="Gerade Verbindung 79"/>
          <p:cNvCxnSpPr/>
          <p:nvPr/>
        </p:nvCxnSpPr>
        <p:spPr>
          <a:xfrm>
            <a:off x="4860040" y="1556740"/>
            <a:ext cx="1152160" cy="0"/>
          </a:xfrm>
          <a:prstGeom prst="line">
            <a:avLst/>
          </a:prstGeom>
        </p:spPr>
        <p:style>
          <a:lnRef idx="1">
            <a:schemeClr val="accent1"/>
          </a:lnRef>
          <a:fillRef idx="0">
            <a:schemeClr val="accent1"/>
          </a:fillRef>
          <a:effectRef idx="0">
            <a:schemeClr val="accent1"/>
          </a:effectRef>
          <a:fontRef idx="minor">
            <a:schemeClr val="tx1"/>
          </a:fontRef>
        </p:style>
      </p:cxnSp>
      <p:sp>
        <p:nvSpPr>
          <p:cNvPr id="331" name="Rechteck 330"/>
          <p:cNvSpPr/>
          <p:nvPr/>
        </p:nvSpPr>
        <p:spPr>
          <a:xfrm>
            <a:off x="6660290" y="1556740"/>
            <a:ext cx="144020" cy="136819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2" name="Rechteck 331"/>
          <p:cNvSpPr/>
          <p:nvPr/>
        </p:nvSpPr>
        <p:spPr>
          <a:xfrm>
            <a:off x="6660290" y="292493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07" name="Gerade Verbindung 106"/>
          <p:cNvCxnSpPr/>
          <p:nvPr/>
        </p:nvCxnSpPr>
        <p:spPr>
          <a:xfrm>
            <a:off x="6660290" y="1556740"/>
            <a:ext cx="720100" cy="0"/>
          </a:xfrm>
          <a:prstGeom prst="line">
            <a:avLst/>
          </a:prstGeom>
        </p:spPr>
        <p:style>
          <a:lnRef idx="1">
            <a:schemeClr val="accent1"/>
          </a:lnRef>
          <a:fillRef idx="0">
            <a:schemeClr val="accent1"/>
          </a:fillRef>
          <a:effectRef idx="0">
            <a:schemeClr val="accent1"/>
          </a:effectRef>
          <a:fontRef idx="minor">
            <a:schemeClr val="tx1"/>
          </a:fontRef>
        </p:style>
      </p:cxnSp>
      <p:sp>
        <p:nvSpPr>
          <p:cNvPr id="333" name="Rechteck 332"/>
          <p:cNvSpPr/>
          <p:nvPr/>
        </p:nvSpPr>
        <p:spPr>
          <a:xfrm>
            <a:off x="6660290" y="371704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4" name="Rechteck 333"/>
          <p:cNvSpPr/>
          <p:nvPr/>
        </p:nvSpPr>
        <p:spPr>
          <a:xfrm>
            <a:off x="6660290" y="3356990"/>
            <a:ext cx="144020" cy="36005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44" name="Gerade Verbindung 143"/>
          <p:cNvCxnSpPr/>
          <p:nvPr/>
        </p:nvCxnSpPr>
        <p:spPr>
          <a:xfrm>
            <a:off x="6660290" y="3356990"/>
            <a:ext cx="720100" cy="0"/>
          </a:xfrm>
          <a:prstGeom prst="line">
            <a:avLst/>
          </a:prstGeom>
        </p:spPr>
        <p:style>
          <a:lnRef idx="1">
            <a:schemeClr val="accent1"/>
          </a:lnRef>
          <a:fillRef idx="0">
            <a:schemeClr val="accent1"/>
          </a:fillRef>
          <a:effectRef idx="0">
            <a:schemeClr val="accent1"/>
          </a:effectRef>
          <a:fontRef idx="minor">
            <a:schemeClr val="tx1"/>
          </a:fontRef>
        </p:style>
      </p:cxnSp>
      <p:sp>
        <p:nvSpPr>
          <p:cNvPr id="146" name="Rechteck 145"/>
          <p:cNvSpPr/>
          <p:nvPr/>
        </p:nvSpPr>
        <p:spPr>
          <a:xfrm>
            <a:off x="6948330" y="335699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6" name="Rechteck 345"/>
          <p:cNvSpPr/>
          <p:nvPr/>
        </p:nvSpPr>
        <p:spPr>
          <a:xfrm>
            <a:off x="1835620" y="191679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7" name="Rechteck 346"/>
          <p:cNvSpPr/>
          <p:nvPr/>
        </p:nvSpPr>
        <p:spPr>
          <a:xfrm>
            <a:off x="1979640" y="170076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8" name="Rechteck 347"/>
          <p:cNvSpPr/>
          <p:nvPr/>
        </p:nvSpPr>
        <p:spPr>
          <a:xfrm>
            <a:off x="2411720" y="177277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9" name="Rechteck 348"/>
          <p:cNvSpPr/>
          <p:nvPr/>
        </p:nvSpPr>
        <p:spPr>
          <a:xfrm>
            <a:off x="1979640" y="191679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0" name="Rechteck 349"/>
          <p:cNvSpPr/>
          <p:nvPr/>
        </p:nvSpPr>
        <p:spPr>
          <a:xfrm>
            <a:off x="1835620" y="198880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1" name="Rechteck 350"/>
          <p:cNvSpPr/>
          <p:nvPr/>
        </p:nvSpPr>
        <p:spPr>
          <a:xfrm>
            <a:off x="1979660" y="213282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2" name="Rechteck 351"/>
          <p:cNvSpPr/>
          <p:nvPr/>
        </p:nvSpPr>
        <p:spPr>
          <a:xfrm>
            <a:off x="2123660" y="213282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2" name="Rechteck 371"/>
          <p:cNvSpPr/>
          <p:nvPr/>
        </p:nvSpPr>
        <p:spPr>
          <a:xfrm>
            <a:off x="179390" y="1484730"/>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179390" y="1556740"/>
            <a:ext cx="1224170" cy="151221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4" name="Rechteck 373"/>
          <p:cNvSpPr/>
          <p:nvPr/>
        </p:nvSpPr>
        <p:spPr>
          <a:xfrm>
            <a:off x="971500" y="1556740"/>
            <a:ext cx="144020" cy="15122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75" name="Gerade Verbindung 374"/>
          <p:cNvCxnSpPr/>
          <p:nvPr/>
        </p:nvCxnSpPr>
        <p:spPr>
          <a:xfrm>
            <a:off x="17939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376" name="Rechteck 375"/>
          <p:cNvSpPr/>
          <p:nvPr/>
        </p:nvSpPr>
        <p:spPr>
          <a:xfrm>
            <a:off x="179390" y="242086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7" name="Rechteck 376"/>
          <p:cNvSpPr/>
          <p:nvPr/>
        </p:nvSpPr>
        <p:spPr>
          <a:xfrm>
            <a:off x="683460" y="170076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8" name="Rechteck 377"/>
          <p:cNvSpPr/>
          <p:nvPr/>
        </p:nvSpPr>
        <p:spPr>
          <a:xfrm>
            <a:off x="1115540" y="177277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9" name="Rechteck 378"/>
          <p:cNvSpPr/>
          <p:nvPr/>
        </p:nvSpPr>
        <p:spPr>
          <a:xfrm>
            <a:off x="683460" y="242086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0" name="Rechteck 379"/>
          <p:cNvSpPr/>
          <p:nvPr/>
        </p:nvSpPr>
        <p:spPr>
          <a:xfrm>
            <a:off x="179390" y="249287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1" name="Rechteck 380"/>
          <p:cNvSpPr/>
          <p:nvPr/>
        </p:nvSpPr>
        <p:spPr>
          <a:xfrm>
            <a:off x="683480" y="198880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2" name="Rechteck 381"/>
          <p:cNvSpPr/>
          <p:nvPr/>
        </p:nvSpPr>
        <p:spPr>
          <a:xfrm>
            <a:off x="827480" y="198880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5" name="Rechteck 384"/>
          <p:cNvSpPr/>
          <p:nvPr/>
        </p:nvSpPr>
        <p:spPr>
          <a:xfrm>
            <a:off x="683480" y="299694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6" name="Rechteck 385"/>
          <p:cNvSpPr/>
          <p:nvPr/>
        </p:nvSpPr>
        <p:spPr>
          <a:xfrm>
            <a:off x="827500" y="299694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7" name="Rechteck 386"/>
          <p:cNvSpPr/>
          <p:nvPr/>
        </p:nvSpPr>
        <p:spPr>
          <a:xfrm>
            <a:off x="827480" y="285292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8" name="Rechteck 387"/>
          <p:cNvSpPr/>
          <p:nvPr/>
        </p:nvSpPr>
        <p:spPr>
          <a:xfrm>
            <a:off x="179390" y="2996940"/>
            <a:ext cx="14400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9" name="Rechteck 388"/>
          <p:cNvSpPr/>
          <p:nvPr/>
        </p:nvSpPr>
        <p:spPr>
          <a:xfrm>
            <a:off x="17939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Tables being compared</a:t>
            </a:r>
          </a:p>
        </p:txBody>
      </p:sp>
      <p:sp>
        <p:nvSpPr>
          <p:cNvPr id="390" name="Rechteck 389"/>
          <p:cNvSpPr/>
          <p:nvPr/>
        </p:nvSpPr>
        <p:spPr>
          <a:xfrm>
            <a:off x="313195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Different forms of reporting tables</a:t>
            </a:r>
          </a:p>
        </p:txBody>
      </p:sp>
      <p:sp>
        <p:nvSpPr>
          <p:cNvPr id="391" name="Rechteck 390"/>
          <p:cNvSpPr/>
          <p:nvPr/>
        </p:nvSpPr>
        <p:spPr>
          <a:xfrm>
            <a:off x="395420" y="4437140"/>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2" name="Rechteck 391"/>
          <p:cNvSpPr/>
          <p:nvPr/>
        </p:nvSpPr>
        <p:spPr>
          <a:xfrm>
            <a:off x="179390" y="4437140"/>
            <a:ext cx="144020" cy="50407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3" name="Rechteck 392"/>
          <p:cNvSpPr/>
          <p:nvPr/>
        </p:nvSpPr>
        <p:spPr>
          <a:xfrm>
            <a:off x="539440" y="4437140"/>
            <a:ext cx="1224170" cy="43206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Orientation data,</a:t>
            </a:r>
            <a:br>
              <a:rPr lang="en-US" sz="1000" dirty="0">
                <a:solidFill>
                  <a:schemeClr val="tx1"/>
                </a:solidFill>
              </a:rPr>
            </a:br>
            <a:r>
              <a:rPr lang="en-US" sz="1000" dirty="0">
                <a:solidFill>
                  <a:schemeClr val="tx1"/>
                </a:solidFill>
              </a:rPr>
              <a:t>e.g. unique identifiers</a:t>
            </a:r>
          </a:p>
        </p:txBody>
      </p:sp>
      <p:sp>
        <p:nvSpPr>
          <p:cNvPr id="394" name="Rechteck 393"/>
          <p:cNvSpPr/>
          <p:nvPr/>
        </p:nvSpPr>
        <p:spPr>
          <a:xfrm>
            <a:off x="1979640" y="4437140"/>
            <a:ext cx="2880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5" name="Rechteck 394"/>
          <p:cNvSpPr/>
          <p:nvPr/>
        </p:nvSpPr>
        <p:spPr>
          <a:xfrm>
            <a:off x="1979640" y="4509150"/>
            <a:ext cx="288040" cy="2880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6" name="Rechteck 395"/>
          <p:cNvSpPr/>
          <p:nvPr/>
        </p:nvSpPr>
        <p:spPr>
          <a:xfrm>
            <a:off x="2267680" y="4437140"/>
            <a:ext cx="1224170" cy="43206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Statistics</a:t>
            </a:r>
          </a:p>
          <a:p>
            <a:r>
              <a:rPr lang="en-US" sz="1000" dirty="0">
                <a:solidFill>
                  <a:schemeClr val="tx1"/>
                </a:solidFill>
              </a:rPr>
              <a:t>Table (2 columns)</a:t>
            </a:r>
          </a:p>
        </p:txBody>
      </p:sp>
      <p:sp>
        <p:nvSpPr>
          <p:cNvPr id="397" name="Rechteck 396"/>
          <p:cNvSpPr/>
          <p:nvPr/>
        </p:nvSpPr>
        <p:spPr>
          <a:xfrm>
            <a:off x="179390" y="3140960"/>
            <a:ext cx="2448340" cy="21603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Arrangement of rows and columns</a:t>
            </a:r>
            <a:br>
              <a:rPr lang="en-US" sz="1000" dirty="0">
                <a:solidFill>
                  <a:schemeClr val="tx1"/>
                </a:solidFill>
              </a:rPr>
            </a:br>
            <a:r>
              <a:rPr lang="en-US" sz="1000" dirty="0">
                <a:solidFill>
                  <a:schemeClr val="tx1"/>
                </a:solidFill>
              </a:rPr>
              <a:t>may be different.</a:t>
            </a:r>
          </a:p>
        </p:txBody>
      </p:sp>
      <p:sp>
        <p:nvSpPr>
          <p:cNvPr id="398" name="Rechteck 397"/>
          <p:cNvSpPr/>
          <p:nvPr/>
        </p:nvSpPr>
        <p:spPr>
          <a:xfrm>
            <a:off x="4283960" y="1556740"/>
            <a:ext cx="144020" cy="15122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9" name="Rechteck 398"/>
          <p:cNvSpPr/>
          <p:nvPr/>
        </p:nvSpPr>
        <p:spPr>
          <a:xfrm>
            <a:off x="4283980" y="1484730"/>
            <a:ext cx="144000" cy="72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0" name="Rechteck 399"/>
          <p:cNvSpPr/>
          <p:nvPr/>
        </p:nvSpPr>
        <p:spPr>
          <a:xfrm>
            <a:off x="6012200" y="1556740"/>
            <a:ext cx="144020" cy="15122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1" name="Rechteck 400"/>
          <p:cNvSpPr/>
          <p:nvPr/>
        </p:nvSpPr>
        <p:spPr>
          <a:xfrm>
            <a:off x="6012220" y="1484730"/>
            <a:ext cx="144000" cy="72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2" name="Rechteck 401"/>
          <p:cNvSpPr/>
          <p:nvPr/>
        </p:nvSpPr>
        <p:spPr>
          <a:xfrm>
            <a:off x="7380390" y="1556740"/>
            <a:ext cx="144020" cy="15122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3" name="Rechteck 402"/>
          <p:cNvSpPr/>
          <p:nvPr/>
        </p:nvSpPr>
        <p:spPr>
          <a:xfrm>
            <a:off x="7380410" y="1484730"/>
            <a:ext cx="144000" cy="72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4" name="Rechteck 403"/>
          <p:cNvSpPr/>
          <p:nvPr/>
        </p:nvSpPr>
        <p:spPr>
          <a:xfrm>
            <a:off x="4283960" y="3356990"/>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5" name="Rechteck 404"/>
          <p:cNvSpPr/>
          <p:nvPr/>
        </p:nvSpPr>
        <p:spPr>
          <a:xfrm>
            <a:off x="4283980" y="3284980"/>
            <a:ext cx="144000" cy="72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6" name="Rechteck 405"/>
          <p:cNvSpPr/>
          <p:nvPr/>
        </p:nvSpPr>
        <p:spPr>
          <a:xfrm>
            <a:off x="6012200" y="3356990"/>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7" name="Rechteck 406"/>
          <p:cNvSpPr/>
          <p:nvPr/>
        </p:nvSpPr>
        <p:spPr>
          <a:xfrm>
            <a:off x="6012220" y="3284980"/>
            <a:ext cx="144000" cy="72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8" name="Rechteck 407"/>
          <p:cNvSpPr/>
          <p:nvPr/>
        </p:nvSpPr>
        <p:spPr>
          <a:xfrm>
            <a:off x="7380390" y="3356990"/>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9" name="Rechteck 408"/>
          <p:cNvSpPr/>
          <p:nvPr/>
        </p:nvSpPr>
        <p:spPr>
          <a:xfrm>
            <a:off x="7380410" y="3284980"/>
            <a:ext cx="144000" cy="72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0" name="Rechteck 409"/>
          <p:cNvSpPr/>
          <p:nvPr/>
        </p:nvSpPr>
        <p:spPr>
          <a:xfrm>
            <a:off x="7308400" y="429312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1" name="Rechteck 410"/>
          <p:cNvSpPr/>
          <p:nvPr/>
        </p:nvSpPr>
        <p:spPr>
          <a:xfrm>
            <a:off x="7308400" y="436513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2" name="Rechteck 411"/>
          <p:cNvSpPr/>
          <p:nvPr/>
        </p:nvSpPr>
        <p:spPr>
          <a:xfrm>
            <a:off x="7308400" y="443714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3" name="Rechteck 412"/>
          <p:cNvSpPr/>
          <p:nvPr/>
        </p:nvSpPr>
        <p:spPr>
          <a:xfrm>
            <a:off x="7308400" y="450915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4" name="Rechteck 413"/>
          <p:cNvSpPr/>
          <p:nvPr/>
        </p:nvSpPr>
        <p:spPr>
          <a:xfrm>
            <a:off x="7308400" y="458116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5" name="Rechteck 414"/>
          <p:cNvSpPr/>
          <p:nvPr/>
        </p:nvSpPr>
        <p:spPr>
          <a:xfrm>
            <a:off x="7308400" y="465317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6" name="Rechteck 415"/>
          <p:cNvSpPr/>
          <p:nvPr/>
        </p:nvSpPr>
        <p:spPr>
          <a:xfrm>
            <a:off x="7308400" y="472518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7" name="Rechteck 416"/>
          <p:cNvSpPr/>
          <p:nvPr/>
        </p:nvSpPr>
        <p:spPr>
          <a:xfrm>
            <a:off x="7308400" y="479719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8" name="Rechteck 417"/>
          <p:cNvSpPr/>
          <p:nvPr/>
        </p:nvSpPr>
        <p:spPr>
          <a:xfrm>
            <a:off x="7308400" y="486920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9" name="Rechteck 418"/>
          <p:cNvSpPr/>
          <p:nvPr/>
        </p:nvSpPr>
        <p:spPr>
          <a:xfrm>
            <a:off x="7308400" y="494121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0" name="Rechteck 419"/>
          <p:cNvSpPr/>
          <p:nvPr/>
        </p:nvSpPr>
        <p:spPr>
          <a:xfrm>
            <a:off x="7308400" y="5013220"/>
            <a:ext cx="14400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1" name="Rechteck 420"/>
          <p:cNvSpPr/>
          <p:nvPr/>
        </p:nvSpPr>
        <p:spPr>
          <a:xfrm>
            <a:off x="3419840" y="4437140"/>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2" name="Rechteck 421"/>
          <p:cNvSpPr/>
          <p:nvPr/>
        </p:nvSpPr>
        <p:spPr>
          <a:xfrm>
            <a:off x="3563860" y="4437140"/>
            <a:ext cx="1224170" cy="43206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Remarks, e.g.</a:t>
            </a:r>
          </a:p>
          <a:p>
            <a:r>
              <a:rPr lang="en-US" sz="1000" dirty="0">
                <a:solidFill>
                  <a:schemeClr val="tx1"/>
                </a:solidFill>
              </a:rPr>
              <a:t>“row added”,</a:t>
            </a:r>
          </a:p>
          <a:p>
            <a:r>
              <a:rPr lang="en-US" sz="1000" dirty="0">
                <a:solidFill>
                  <a:schemeClr val="tx1"/>
                </a:solidFill>
              </a:rPr>
              <a:t>“row removed”, …</a:t>
            </a:r>
          </a:p>
          <a:p>
            <a:r>
              <a:rPr lang="en-US" sz="1000" dirty="0">
                <a:solidFill>
                  <a:schemeClr val="tx1"/>
                </a:solidFill>
              </a:rPr>
              <a:t>(1 column added)</a:t>
            </a:r>
          </a:p>
        </p:txBody>
      </p:sp>
      <p:sp>
        <p:nvSpPr>
          <p:cNvPr id="31" name="Gleichschenkliges Dreieck 30"/>
          <p:cNvSpPr/>
          <p:nvPr/>
        </p:nvSpPr>
        <p:spPr>
          <a:xfrm rot="5400000">
            <a:off x="2519715" y="2096815"/>
            <a:ext cx="792110" cy="288040"/>
          </a:xfrm>
          <a:prstGeom prst="triangle">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p:cNvSpPr/>
          <p:nvPr/>
        </p:nvSpPr>
        <p:spPr>
          <a:xfrm>
            <a:off x="5004060" y="2348850"/>
            <a:ext cx="1224170" cy="43206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white: Kept blank</a:t>
            </a:r>
          </a:p>
          <a:p>
            <a:r>
              <a:rPr lang="en-US" sz="1000" dirty="0">
                <a:solidFill>
                  <a:schemeClr val="tx1"/>
                </a:solidFill>
              </a:rPr>
              <a:t>for all equal</a:t>
            </a:r>
          </a:p>
          <a:p>
            <a:r>
              <a:rPr lang="en-US" sz="1000" dirty="0">
                <a:solidFill>
                  <a:schemeClr val="tx1"/>
                </a:solidFill>
              </a:rPr>
              <a:t>values</a:t>
            </a:r>
          </a:p>
        </p:txBody>
      </p:sp>
      <p:sp>
        <p:nvSpPr>
          <p:cNvPr id="226" name="Rechteck 225"/>
          <p:cNvSpPr/>
          <p:nvPr/>
        </p:nvSpPr>
        <p:spPr>
          <a:xfrm>
            <a:off x="3275820" y="2348850"/>
            <a:ext cx="1224170" cy="43206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gray: New values</a:t>
            </a:r>
            <a:br>
              <a:rPr lang="en-US" sz="1000" dirty="0">
                <a:solidFill>
                  <a:schemeClr val="tx1"/>
                </a:solidFill>
              </a:rPr>
            </a:br>
            <a:r>
              <a:rPr lang="en-US" sz="1000" dirty="0">
                <a:solidFill>
                  <a:schemeClr val="tx1"/>
                </a:solidFill>
              </a:rPr>
              <a:t>as default.</a:t>
            </a:r>
          </a:p>
        </p:txBody>
      </p:sp>
    </p:spTree>
    <p:extLst>
      <p:ext uri="{BB962C8B-B14F-4D97-AF65-F5344CB8AC3E}">
        <p14:creationId xmlns:p14="http://schemas.microsoft.com/office/powerpoint/2010/main" val="28388653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Rechteck 197"/>
          <p:cNvSpPr/>
          <p:nvPr/>
        </p:nvSpPr>
        <p:spPr>
          <a:xfrm>
            <a:off x="2124000" y="1557000"/>
            <a:ext cx="432060" cy="72000"/>
          </a:xfrm>
          <a:prstGeom prst="rect">
            <a:avLst/>
          </a:prstGeom>
          <a:solidFill>
            <a:srgbClr val="92D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5004000" y="1557000"/>
            <a:ext cx="432000" cy="1512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1908170" y="1484730"/>
            <a:ext cx="1224170" cy="1152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p:cNvSpPr/>
          <p:nvPr/>
        </p:nvSpPr>
        <p:spPr>
          <a:xfrm>
            <a:off x="1908170" y="1556740"/>
            <a:ext cx="1224170" cy="1080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Validation – Output Models</a:t>
            </a:r>
          </a:p>
        </p:txBody>
      </p:sp>
      <p:sp>
        <p:nvSpPr>
          <p:cNvPr id="4" name="Textplatzhalter 3"/>
          <p:cNvSpPr>
            <a:spLocks noGrp="1"/>
          </p:cNvSpPr>
          <p:nvPr>
            <p:ph type="body" sz="quarter" idx="16"/>
          </p:nvPr>
        </p:nvSpPr>
        <p:spPr/>
        <p:txBody>
          <a:bodyPr/>
          <a:lstStyle/>
          <a:p>
            <a:endParaRPr lang="en-US"/>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a:t>
            </a:r>
          </a:p>
        </p:txBody>
      </p:sp>
      <p:sp>
        <p:nvSpPr>
          <p:cNvPr id="298" name="Rechteck 297"/>
          <p:cNvSpPr/>
          <p:nvPr/>
        </p:nvSpPr>
        <p:spPr>
          <a:xfrm>
            <a:off x="190817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Table</a:t>
            </a:r>
          </a:p>
        </p:txBody>
      </p:sp>
      <p:sp>
        <p:nvSpPr>
          <p:cNvPr id="372" name="Rechteck 371"/>
          <p:cNvSpPr/>
          <p:nvPr/>
        </p:nvSpPr>
        <p:spPr>
          <a:xfrm>
            <a:off x="179390" y="1484730"/>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179390" y="155674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9" name="Rechteck 388"/>
          <p:cNvSpPr/>
          <p:nvPr/>
        </p:nvSpPr>
        <p:spPr>
          <a:xfrm>
            <a:off x="180000" y="1125000"/>
            <a:ext cx="720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validate (Target Table, Reference Table, {</a:t>
            </a:r>
            <a:r>
              <a:rPr lang="en-US" sz="1100" b="1" dirty="0">
                <a:solidFill>
                  <a:srgbClr val="00CC99"/>
                </a:solidFill>
              </a:rPr>
              <a:t>Data Columns</a:t>
            </a:r>
            <a:r>
              <a:rPr lang="en-US" sz="1100" b="1" dirty="0">
                <a:solidFill>
                  <a:schemeClr val="tx1"/>
                </a:solidFill>
              </a:rPr>
              <a:t>} );</a:t>
            </a:r>
          </a:p>
        </p:txBody>
      </p:sp>
      <p:sp>
        <p:nvSpPr>
          <p:cNvPr id="392" name="Rechteck 391"/>
          <p:cNvSpPr/>
          <p:nvPr/>
        </p:nvSpPr>
        <p:spPr>
          <a:xfrm>
            <a:off x="2915816" y="3933000"/>
            <a:ext cx="144020" cy="5040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3" name="Rechteck 392"/>
          <p:cNvSpPr/>
          <p:nvPr/>
        </p:nvSpPr>
        <p:spPr>
          <a:xfrm>
            <a:off x="305983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Comparison</a:t>
            </a:r>
          </a:p>
          <a:p>
            <a:r>
              <a:rPr lang="en-US" sz="1000" dirty="0">
                <a:solidFill>
                  <a:schemeClr val="tx1"/>
                </a:solidFill>
              </a:rPr>
              <a:t>Report</a:t>
            </a:r>
          </a:p>
          <a:p>
            <a:r>
              <a:rPr lang="en-US" sz="1000" dirty="0">
                <a:solidFill>
                  <a:schemeClr val="tx1"/>
                </a:solidFill>
              </a:rPr>
              <a:t>(4 new columns)</a:t>
            </a:r>
          </a:p>
        </p:txBody>
      </p:sp>
      <p:sp>
        <p:nvSpPr>
          <p:cNvPr id="397" name="Rechteck 396"/>
          <p:cNvSpPr/>
          <p:nvPr/>
        </p:nvSpPr>
        <p:spPr>
          <a:xfrm>
            <a:off x="180000" y="3141000"/>
            <a:ext cx="601218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For every row in the Target Table:</a:t>
            </a:r>
            <a:br>
              <a:rPr lang="en-US" sz="1000" dirty="0">
                <a:solidFill>
                  <a:schemeClr val="tx1"/>
                </a:solidFill>
              </a:rPr>
            </a:br>
            <a:r>
              <a:rPr lang="en-US" sz="1000" dirty="0">
                <a:solidFill>
                  <a:schemeClr val="tx1"/>
                </a:solidFill>
              </a:rPr>
              <a:t>All rows in the Reference Table will be checked from top to the end until a first successful match is made.</a:t>
            </a:r>
          </a:p>
          <a:p>
            <a:r>
              <a:rPr lang="en-US" sz="1000" dirty="0">
                <a:solidFill>
                  <a:schemeClr val="tx1"/>
                </a:solidFill>
              </a:rPr>
              <a:t>The result will be written into the Comparison Report columns.</a:t>
            </a:r>
          </a:p>
        </p:txBody>
      </p:sp>
      <p:sp>
        <p:nvSpPr>
          <p:cNvPr id="296" name="Rechteck 295"/>
          <p:cNvSpPr/>
          <p:nvPr/>
        </p:nvSpPr>
        <p:spPr>
          <a:xfrm>
            <a:off x="827480" y="155674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5" name="Rechteck 324"/>
          <p:cNvSpPr/>
          <p:nvPr/>
        </p:nvSpPr>
        <p:spPr>
          <a:xfrm>
            <a:off x="2124000" y="1629000"/>
            <a:ext cx="432060" cy="1008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0" name="Rechteck 359"/>
          <p:cNvSpPr/>
          <p:nvPr/>
        </p:nvSpPr>
        <p:spPr>
          <a:xfrm>
            <a:off x="179390" y="3933000"/>
            <a:ext cx="144020" cy="50407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1" name="Rechteck 360"/>
          <p:cNvSpPr/>
          <p:nvPr/>
        </p:nvSpPr>
        <p:spPr>
          <a:xfrm>
            <a:off x="323410"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br>
              <a:rPr lang="en-US" sz="1000" dirty="0">
                <a:solidFill>
                  <a:schemeClr val="tx1"/>
                </a:solidFill>
              </a:rPr>
            </a:br>
            <a:r>
              <a:rPr lang="en-US" sz="1000" dirty="0">
                <a:solidFill>
                  <a:schemeClr val="tx1"/>
                </a:solidFill>
              </a:rPr>
              <a:t>to validate</a:t>
            </a:r>
          </a:p>
          <a:p>
            <a:r>
              <a:rPr lang="en-US" sz="1000" dirty="0">
                <a:solidFill>
                  <a:schemeClr val="tx1"/>
                </a:solidFill>
              </a:rPr>
              <a:t>Actual Data</a:t>
            </a:r>
          </a:p>
        </p:txBody>
      </p:sp>
      <p:cxnSp>
        <p:nvCxnSpPr>
          <p:cNvPr id="375" name="Gerade Verbindung 374"/>
          <p:cNvCxnSpPr/>
          <p:nvPr/>
        </p:nvCxnSpPr>
        <p:spPr>
          <a:xfrm>
            <a:off x="17939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60" name="Rechteck 259"/>
          <p:cNvSpPr/>
          <p:nvPr/>
        </p:nvSpPr>
        <p:spPr>
          <a:xfrm>
            <a:off x="179390" y="184478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1" name="Rechteck 60"/>
          <p:cNvSpPr/>
          <p:nvPr/>
        </p:nvSpPr>
        <p:spPr>
          <a:xfrm>
            <a:off x="827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2" name="Rechteck 61"/>
          <p:cNvSpPr/>
          <p:nvPr/>
        </p:nvSpPr>
        <p:spPr>
          <a:xfrm>
            <a:off x="971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3" name="Rechteck 62"/>
          <p:cNvSpPr/>
          <p:nvPr/>
        </p:nvSpPr>
        <p:spPr>
          <a:xfrm>
            <a:off x="111552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78" name="Gerade Verbindung 77"/>
          <p:cNvCxnSpPr/>
          <p:nvPr/>
        </p:nvCxnSpPr>
        <p:spPr>
          <a:xfrm>
            <a:off x="190817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60" name="Rechteck 59"/>
          <p:cNvSpPr/>
          <p:nvPr/>
        </p:nvSpPr>
        <p:spPr>
          <a:xfrm>
            <a:off x="1908170" y="227684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2" name="Rechteck 121"/>
          <p:cNvSpPr/>
          <p:nvPr/>
        </p:nvSpPr>
        <p:spPr>
          <a:xfrm>
            <a:off x="1908600" y="23490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7" name="Rechteck 126"/>
          <p:cNvSpPr/>
          <p:nvPr/>
        </p:nvSpPr>
        <p:spPr>
          <a:xfrm>
            <a:off x="1908430" y="24210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2" name="Rechteck 131"/>
          <p:cNvSpPr/>
          <p:nvPr/>
        </p:nvSpPr>
        <p:spPr>
          <a:xfrm>
            <a:off x="1908430" y="24930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7" name="Rechteck 136"/>
          <p:cNvSpPr/>
          <p:nvPr/>
        </p:nvSpPr>
        <p:spPr>
          <a:xfrm>
            <a:off x="1908430" y="25650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2" name="Rechteck 141"/>
          <p:cNvSpPr/>
          <p:nvPr/>
        </p:nvSpPr>
        <p:spPr>
          <a:xfrm>
            <a:off x="1908270" y="191684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6" name="Rechteck 145"/>
          <p:cNvSpPr/>
          <p:nvPr/>
        </p:nvSpPr>
        <p:spPr>
          <a:xfrm>
            <a:off x="1908700" y="19890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0" name="Rechteck 149"/>
          <p:cNvSpPr/>
          <p:nvPr/>
        </p:nvSpPr>
        <p:spPr>
          <a:xfrm>
            <a:off x="1908530" y="20610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4" name="Rechteck 153"/>
          <p:cNvSpPr/>
          <p:nvPr/>
        </p:nvSpPr>
        <p:spPr>
          <a:xfrm>
            <a:off x="1908530" y="21330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8" name="Rechteck 157"/>
          <p:cNvSpPr/>
          <p:nvPr/>
        </p:nvSpPr>
        <p:spPr>
          <a:xfrm>
            <a:off x="1908530" y="22050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2" name="Rechteck 161"/>
          <p:cNvSpPr/>
          <p:nvPr/>
        </p:nvSpPr>
        <p:spPr>
          <a:xfrm>
            <a:off x="1908000" y="155683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6" name="Rechteck 165"/>
          <p:cNvSpPr/>
          <p:nvPr/>
        </p:nvSpPr>
        <p:spPr>
          <a:xfrm>
            <a:off x="1908430" y="16289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0" name="Rechteck 169"/>
          <p:cNvSpPr/>
          <p:nvPr/>
        </p:nvSpPr>
        <p:spPr>
          <a:xfrm>
            <a:off x="1908260" y="17009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4" name="Rechteck 173"/>
          <p:cNvSpPr/>
          <p:nvPr/>
        </p:nvSpPr>
        <p:spPr>
          <a:xfrm>
            <a:off x="1908260" y="17729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8" name="Rechteck 177"/>
          <p:cNvSpPr/>
          <p:nvPr/>
        </p:nvSpPr>
        <p:spPr>
          <a:xfrm>
            <a:off x="1908260" y="18449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2" name="Rechteck 181"/>
          <p:cNvSpPr/>
          <p:nvPr/>
        </p:nvSpPr>
        <p:spPr>
          <a:xfrm>
            <a:off x="3779910" y="134097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 (after function call)</a:t>
            </a:r>
          </a:p>
        </p:txBody>
      </p:sp>
      <p:sp>
        <p:nvSpPr>
          <p:cNvPr id="183" name="Rechteck 182"/>
          <p:cNvSpPr/>
          <p:nvPr/>
        </p:nvSpPr>
        <p:spPr>
          <a:xfrm>
            <a:off x="3779910" y="1484990"/>
            <a:ext cx="165609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4" name="Rechteck 183"/>
          <p:cNvSpPr/>
          <p:nvPr/>
        </p:nvSpPr>
        <p:spPr>
          <a:xfrm>
            <a:off x="3779910" y="155700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5" name="Rechteck 184"/>
          <p:cNvSpPr/>
          <p:nvPr/>
        </p:nvSpPr>
        <p:spPr>
          <a:xfrm>
            <a:off x="4428000" y="155700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p:cNvSpPr/>
          <p:nvPr/>
        </p:nvSpPr>
        <p:spPr>
          <a:xfrm>
            <a:off x="3779910" y="1845040"/>
            <a:ext cx="165609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8" name="Rechteck 187"/>
          <p:cNvSpPr/>
          <p:nvPr/>
        </p:nvSpPr>
        <p:spPr>
          <a:xfrm>
            <a:off x="4428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4572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471604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91" name="Gerade Verbindung mit Pfeil 190"/>
          <p:cNvCxnSpPr/>
          <p:nvPr/>
        </p:nvCxnSpPr>
        <p:spPr>
          <a:xfrm flipV="1">
            <a:off x="1260000" y="1557000"/>
            <a:ext cx="864000" cy="28800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Gerader Verbinder 8"/>
          <p:cNvCxnSpPr/>
          <p:nvPr/>
        </p:nvCxnSpPr>
        <p:spPr>
          <a:xfrm>
            <a:off x="2268000" y="1557000"/>
            <a:ext cx="0" cy="10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Gerader Verbinder 191"/>
          <p:cNvCxnSpPr/>
          <p:nvPr/>
        </p:nvCxnSpPr>
        <p:spPr>
          <a:xfrm>
            <a:off x="2420400" y="1557000"/>
            <a:ext cx="0" cy="10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Gerade Verbindung mit Pfeil 192"/>
          <p:cNvCxnSpPr/>
          <p:nvPr/>
        </p:nvCxnSpPr>
        <p:spPr>
          <a:xfrm>
            <a:off x="1836000" y="1557000"/>
            <a:ext cx="0" cy="1080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6" name="Gerade Verbindung 374"/>
          <p:cNvCxnSpPr/>
          <p:nvPr/>
        </p:nvCxnSpPr>
        <p:spPr>
          <a:xfrm>
            <a:off x="3779910" y="1557000"/>
            <a:ext cx="165609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Pfeil nach rechts 14"/>
          <p:cNvSpPr/>
          <p:nvPr/>
        </p:nvSpPr>
        <p:spPr>
          <a:xfrm>
            <a:off x="3276000" y="1989000"/>
            <a:ext cx="432000" cy="360000"/>
          </a:xfrm>
          <a:prstGeom prst="rightArrow">
            <a:avLst/>
          </a:prstGeom>
          <a:solidFill>
            <a:schemeClr val="accent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96" name="Rechteck 195"/>
          <p:cNvSpPr/>
          <p:nvPr/>
        </p:nvSpPr>
        <p:spPr>
          <a:xfrm>
            <a:off x="1475656" y="3933000"/>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p:cNvSpPr/>
          <p:nvPr/>
        </p:nvSpPr>
        <p:spPr>
          <a:xfrm>
            <a:off x="161967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validate</a:t>
            </a:r>
          </a:p>
          <a:p>
            <a:r>
              <a:rPr lang="en-US" sz="1000" dirty="0">
                <a:solidFill>
                  <a:schemeClr val="tx1"/>
                </a:solidFill>
              </a:rPr>
              <a:t>Rules</a:t>
            </a:r>
          </a:p>
        </p:txBody>
      </p:sp>
      <p:sp>
        <p:nvSpPr>
          <p:cNvPr id="199" name="Rechteck 198"/>
          <p:cNvSpPr/>
          <p:nvPr/>
        </p:nvSpPr>
        <p:spPr>
          <a:xfrm>
            <a:off x="5004000" y="1845000"/>
            <a:ext cx="432000" cy="72000"/>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00" name="Gerade Verbindung mit Pfeil 199"/>
          <p:cNvCxnSpPr/>
          <p:nvPr/>
        </p:nvCxnSpPr>
        <p:spPr>
          <a:xfrm flipH="1">
            <a:off x="900000" y="1629000"/>
            <a:ext cx="490" cy="136795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Gerade Verbindung mit Pfeil 58"/>
          <p:cNvCxnSpPr/>
          <p:nvPr/>
        </p:nvCxnSpPr>
        <p:spPr>
          <a:xfrm>
            <a:off x="4211816" y="4005000"/>
            <a:ext cx="432000" cy="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Rechteck 63"/>
          <p:cNvSpPr/>
          <p:nvPr/>
        </p:nvSpPr>
        <p:spPr>
          <a:xfrm>
            <a:off x="4715656" y="3933000"/>
            <a:ext cx="1080392"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Relationship of</a:t>
            </a:r>
          </a:p>
          <a:p>
            <a:r>
              <a:rPr lang="en-US" sz="1000" dirty="0">
                <a:solidFill>
                  <a:schemeClr val="tx1"/>
                </a:solidFill>
              </a:rPr>
              <a:t>columns being</a:t>
            </a:r>
            <a:br>
              <a:rPr lang="en-US" sz="1000" dirty="0">
                <a:solidFill>
                  <a:schemeClr val="tx1"/>
                </a:solidFill>
              </a:rPr>
            </a:br>
            <a:r>
              <a:rPr lang="en-US" sz="1000" dirty="0">
                <a:solidFill>
                  <a:schemeClr val="tx1"/>
                </a:solidFill>
              </a:rPr>
              <a:t>checked</a:t>
            </a:r>
          </a:p>
        </p:txBody>
      </p:sp>
    </p:spTree>
    <p:extLst>
      <p:ext uri="{BB962C8B-B14F-4D97-AF65-F5344CB8AC3E}">
        <p14:creationId xmlns:p14="http://schemas.microsoft.com/office/powerpoint/2010/main" val="35277508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hteck 71"/>
          <p:cNvSpPr/>
          <p:nvPr/>
        </p:nvSpPr>
        <p:spPr>
          <a:xfrm>
            <a:off x="3924000" y="1557000"/>
            <a:ext cx="144000" cy="1512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3" name="Rechteck 72"/>
          <p:cNvSpPr/>
          <p:nvPr/>
        </p:nvSpPr>
        <p:spPr>
          <a:xfrm>
            <a:off x="3924000" y="184500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5" name="Rechteck 64"/>
          <p:cNvSpPr/>
          <p:nvPr/>
        </p:nvSpPr>
        <p:spPr>
          <a:xfrm>
            <a:off x="396000" y="1557000"/>
            <a:ext cx="144000" cy="1512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1" name="Rechteck 70"/>
          <p:cNvSpPr/>
          <p:nvPr/>
        </p:nvSpPr>
        <p:spPr>
          <a:xfrm>
            <a:off x="396000" y="184500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6" name="Rechteck 65"/>
          <p:cNvSpPr/>
          <p:nvPr/>
        </p:nvSpPr>
        <p:spPr>
          <a:xfrm>
            <a:off x="1908000" y="1557000"/>
            <a:ext cx="144000" cy="108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7" name="Rechteck 66"/>
          <p:cNvSpPr/>
          <p:nvPr/>
        </p:nvSpPr>
        <p:spPr>
          <a:xfrm>
            <a:off x="1908000" y="1701000"/>
            <a:ext cx="144000" cy="360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5" name="Rechteck 324"/>
          <p:cNvSpPr/>
          <p:nvPr/>
        </p:nvSpPr>
        <p:spPr>
          <a:xfrm>
            <a:off x="2124000" y="1701000"/>
            <a:ext cx="432060" cy="360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2124000" y="1701000"/>
            <a:ext cx="432060" cy="72000"/>
          </a:xfrm>
          <a:prstGeom prst="rect">
            <a:avLst/>
          </a:prstGeom>
          <a:solidFill>
            <a:srgbClr val="92D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5004000" y="1557000"/>
            <a:ext cx="432000" cy="1512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1908170" y="1484730"/>
            <a:ext cx="1224170" cy="1152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p:cNvSpPr/>
          <p:nvPr/>
        </p:nvSpPr>
        <p:spPr>
          <a:xfrm>
            <a:off x="1908170" y="1556740"/>
            <a:ext cx="1224170" cy="1080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Validation – Output Models</a:t>
            </a:r>
          </a:p>
        </p:txBody>
      </p:sp>
      <p:sp>
        <p:nvSpPr>
          <p:cNvPr id="4" name="Textplatzhalter 3"/>
          <p:cNvSpPr>
            <a:spLocks noGrp="1"/>
          </p:cNvSpPr>
          <p:nvPr>
            <p:ph type="body" sz="quarter" idx="16"/>
          </p:nvPr>
        </p:nvSpPr>
        <p:spPr/>
        <p:txBody>
          <a:bodyPr/>
          <a:lstStyle/>
          <a:p>
            <a:endParaRPr lang="en-US"/>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a:t>
            </a:r>
          </a:p>
        </p:txBody>
      </p:sp>
      <p:sp>
        <p:nvSpPr>
          <p:cNvPr id="298" name="Rechteck 297"/>
          <p:cNvSpPr/>
          <p:nvPr/>
        </p:nvSpPr>
        <p:spPr>
          <a:xfrm>
            <a:off x="190817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Table</a:t>
            </a:r>
          </a:p>
        </p:txBody>
      </p:sp>
      <p:sp>
        <p:nvSpPr>
          <p:cNvPr id="372" name="Rechteck 371"/>
          <p:cNvSpPr/>
          <p:nvPr/>
        </p:nvSpPr>
        <p:spPr>
          <a:xfrm>
            <a:off x="179390" y="1484730"/>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179390" y="155674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9" name="Rechteck 388"/>
          <p:cNvSpPr/>
          <p:nvPr/>
        </p:nvSpPr>
        <p:spPr>
          <a:xfrm>
            <a:off x="180000" y="1125000"/>
            <a:ext cx="720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validate (Target Table, Reference Table, {</a:t>
            </a:r>
            <a:r>
              <a:rPr lang="en-US" sz="1100" b="1" dirty="0">
                <a:solidFill>
                  <a:srgbClr val="00CC99"/>
                </a:solidFill>
              </a:rPr>
              <a:t>Data Columns</a:t>
            </a:r>
            <a:r>
              <a:rPr lang="en-US" sz="1100" b="1" dirty="0">
                <a:solidFill>
                  <a:schemeClr val="tx1"/>
                </a:solidFill>
              </a:rPr>
              <a:t>}, {</a:t>
            </a:r>
            <a:r>
              <a:rPr lang="en-US" sz="1100" b="1" dirty="0">
                <a:solidFill>
                  <a:srgbClr val="C00000"/>
                </a:solidFill>
              </a:rPr>
              <a:t>Row Match Identifiers</a:t>
            </a:r>
            <a:r>
              <a:rPr lang="en-US" sz="1100" b="1" dirty="0">
                <a:solidFill>
                  <a:schemeClr val="tx1"/>
                </a:solidFill>
              </a:rPr>
              <a:t>} );</a:t>
            </a:r>
          </a:p>
        </p:txBody>
      </p:sp>
      <p:sp>
        <p:nvSpPr>
          <p:cNvPr id="397" name="Rechteck 396"/>
          <p:cNvSpPr/>
          <p:nvPr/>
        </p:nvSpPr>
        <p:spPr>
          <a:xfrm>
            <a:off x="180000" y="3141000"/>
            <a:ext cx="532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For every row in the Target Table:</a:t>
            </a:r>
            <a:br>
              <a:rPr lang="en-US" sz="1000" dirty="0">
                <a:solidFill>
                  <a:schemeClr val="tx1"/>
                </a:solidFill>
              </a:rPr>
            </a:br>
            <a:r>
              <a:rPr lang="en-US" sz="1000" dirty="0">
                <a:solidFill>
                  <a:schemeClr val="tx1"/>
                </a:solidFill>
              </a:rPr>
              <a:t>All rows in the Reference Table which share the same contents in the Row Match Identifier</a:t>
            </a:r>
          </a:p>
          <a:p>
            <a:r>
              <a:rPr lang="en-US" sz="1000" dirty="0">
                <a:solidFill>
                  <a:schemeClr val="tx1"/>
                </a:solidFill>
              </a:rPr>
              <a:t>Columns as in the Target Table will be checked from top to the end until a first successful match is made.</a:t>
            </a:r>
          </a:p>
          <a:p>
            <a:r>
              <a:rPr lang="en-US" sz="1000" dirty="0">
                <a:solidFill>
                  <a:schemeClr val="tx1"/>
                </a:solidFill>
              </a:rPr>
              <a:t>The result will be written into the Comparison Report columns.</a:t>
            </a:r>
          </a:p>
        </p:txBody>
      </p:sp>
      <p:sp>
        <p:nvSpPr>
          <p:cNvPr id="296" name="Rechteck 295"/>
          <p:cNvSpPr/>
          <p:nvPr/>
        </p:nvSpPr>
        <p:spPr>
          <a:xfrm>
            <a:off x="827480" y="155674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0" name="Rechteck 359"/>
          <p:cNvSpPr/>
          <p:nvPr/>
        </p:nvSpPr>
        <p:spPr>
          <a:xfrm>
            <a:off x="179390" y="3933000"/>
            <a:ext cx="144020" cy="50407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75" name="Gerade Verbindung 374"/>
          <p:cNvCxnSpPr/>
          <p:nvPr/>
        </p:nvCxnSpPr>
        <p:spPr>
          <a:xfrm>
            <a:off x="17939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60" name="Rechteck 259"/>
          <p:cNvSpPr/>
          <p:nvPr/>
        </p:nvSpPr>
        <p:spPr>
          <a:xfrm>
            <a:off x="179390" y="184478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1" name="Rechteck 60"/>
          <p:cNvSpPr/>
          <p:nvPr/>
        </p:nvSpPr>
        <p:spPr>
          <a:xfrm>
            <a:off x="827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2" name="Rechteck 61"/>
          <p:cNvSpPr/>
          <p:nvPr/>
        </p:nvSpPr>
        <p:spPr>
          <a:xfrm>
            <a:off x="971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3" name="Rechteck 62"/>
          <p:cNvSpPr/>
          <p:nvPr/>
        </p:nvSpPr>
        <p:spPr>
          <a:xfrm>
            <a:off x="111552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78" name="Gerade Verbindung 77"/>
          <p:cNvCxnSpPr/>
          <p:nvPr/>
        </p:nvCxnSpPr>
        <p:spPr>
          <a:xfrm>
            <a:off x="190817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42" name="Rechteck 141"/>
          <p:cNvSpPr/>
          <p:nvPr/>
        </p:nvSpPr>
        <p:spPr>
          <a:xfrm>
            <a:off x="1908270" y="191684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6" name="Rechteck 145"/>
          <p:cNvSpPr/>
          <p:nvPr/>
        </p:nvSpPr>
        <p:spPr>
          <a:xfrm>
            <a:off x="1908700" y="19890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0" name="Rechteck 169"/>
          <p:cNvSpPr/>
          <p:nvPr/>
        </p:nvSpPr>
        <p:spPr>
          <a:xfrm>
            <a:off x="1908260" y="17009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4" name="Rechteck 173"/>
          <p:cNvSpPr/>
          <p:nvPr/>
        </p:nvSpPr>
        <p:spPr>
          <a:xfrm>
            <a:off x="1908260" y="17729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8" name="Rechteck 177"/>
          <p:cNvSpPr/>
          <p:nvPr/>
        </p:nvSpPr>
        <p:spPr>
          <a:xfrm>
            <a:off x="1908260" y="18449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2" name="Rechteck 181"/>
          <p:cNvSpPr/>
          <p:nvPr/>
        </p:nvSpPr>
        <p:spPr>
          <a:xfrm>
            <a:off x="3779910" y="134097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 (after function call)</a:t>
            </a:r>
          </a:p>
        </p:txBody>
      </p:sp>
      <p:sp>
        <p:nvSpPr>
          <p:cNvPr id="183" name="Rechteck 182"/>
          <p:cNvSpPr/>
          <p:nvPr/>
        </p:nvSpPr>
        <p:spPr>
          <a:xfrm>
            <a:off x="3779910" y="1484990"/>
            <a:ext cx="165609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4" name="Rechteck 183"/>
          <p:cNvSpPr/>
          <p:nvPr/>
        </p:nvSpPr>
        <p:spPr>
          <a:xfrm>
            <a:off x="3779910" y="155700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5" name="Rechteck 184"/>
          <p:cNvSpPr/>
          <p:nvPr/>
        </p:nvSpPr>
        <p:spPr>
          <a:xfrm>
            <a:off x="4428000" y="155700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p:cNvSpPr/>
          <p:nvPr/>
        </p:nvSpPr>
        <p:spPr>
          <a:xfrm>
            <a:off x="3779910" y="1845040"/>
            <a:ext cx="165609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8" name="Rechteck 187"/>
          <p:cNvSpPr/>
          <p:nvPr/>
        </p:nvSpPr>
        <p:spPr>
          <a:xfrm>
            <a:off x="4428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4572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471604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91" name="Gerade Verbindung mit Pfeil 190"/>
          <p:cNvCxnSpPr/>
          <p:nvPr/>
        </p:nvCxnSpPr>
        <p:spPr>
          <a:xfrm flipV="1">
            <a:off x="1260000" y="1701000"/>
            <a:ext cx="864000" cy="14400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Gerader Verbinder 8"/>
          <p:cNvCxnSpPr/>
          <p:nvPr/>
        </p:nvCxnSpPr>
        <p:spPr>
          <a:xfrm>
            <a:off x="2268000" y="1701000"/>
            <a:ext cx="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Gerader Verbinder 191"/>
          <p:cNvCxnSpPr/>
          <p:nvPr/>
        </p:nvCxnSpPr>
        <p:spPr>
          <a:xfrm>
            <a:off x="2412000" y="1701000"/>
            <a:ext cx="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Gerade Verbindung mit Pfeil 192"/>
          <p:cNvCxnSpPr/>
          <p:nvPr/>
        </p:nvCxnSpPr>
        <p:spPr>
          <a:xfrm>
            <a:off x="1836000" y="1701000"/>
            <a:ext cx="0" cy="360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6" name="Gerade Verbindung 374"/>
          <p:cNvCxnSpPr/>
          <p:nvPr/>
        </p:nvCxnSpPr>
        <p:spPr>
          <a:xfrm>
            <a:off x="3779910" y="1557000"/>
            <a:ext cx="165609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Pfeil nach rechts 14"/>
          <p:cNvSpPr/>
          <p:nvPr/>
        </p:nvSpPr>
        <p:spPr>
          <a:xfrm>
            <a:off x="3276000" y="1989000"/>
            <a:ext cx="432000" cy="360000"/>
          </a:xfrm>
          <a:prstGeom prst="rightArrow">
            <a:avLst/>
          </a:prstGeom>
          <a:solidFill>
            <a:schemeClr val="accent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99" name="Rechteck 198"/>
          <p:cNvSpPr/>
          <p:nvPr/>
        </p:nvSpPr>
        <p:spPr>
          <a:xfrm>
            <a:off x="5004000" y="1845000"/>
            <a:ext cx="432000" cy="72000"/>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00" name="Gerade Verbindung mit Pfeil 199"/>
          <p:cNvCxnSpPr/>
          <p:nvPr/>
        </p:nvCxnSpPr>
        <p:spPr>
          <a:xfrm flipH="1">
            <a:off x="900000" y="1629000"/>
            <a:ext cx="490" cy="136795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Rechteck 58"/>
          <p:cNvSpPr/>
          <p:nvPr/>
        </p:nvSpPr>
        <p:spPr>
          <a:xfrm>
            <a:off x="180000" y="450893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 name="Rechteck 63"/>
          <p:cNvSpPr/>
          <p:nvPr/>
        </p:nvSpPr>
        <p:spPr>
          <a:xfrm>
            <a:off x="324020" y="450893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Row Match</a:t>
            </a:r>
            <a:br>
              <a:rPr lang="en-US" sz="1000" dirty="0">
                <a:solidFill>
                  <a:schemeClr val="tx1"/>
                </a:solidFill>
              </a:rPr>
            </a:br>
            <a:r>
              <a:rPr lang="en-US" sz="1000" dirty="0">
                <a:solidFill>
                  <a:schemeClr val="tx1"/>
                </a:solidFill>
              </a:rPr>
              <a:t>Identifier</a:t>
            </a:r>
            <a:br>
              <a:rPr lang="en-US" sz="1000" dirty="0">
                <a:solidFill>
                  <a:schemeClr val="tx1"/>
                </a:solidFill>
              </a:rPr>
            </a:br>
            <a:r>
              <a:rPr lang="en-US" sz="1000" dirty="0">
                <a:solidFill>
                  <a:schemeClr val="tx1"/>
                </a:solidFill>
              </a:rPr>
              <a:t>columns</a:t>
            </a:r>
          </a:p>
        </p:txBody>
      </p:sp>
      <p:cxnSp>
        <p:nvCxnSpPr>
          <p:cNvPr id="57" name="Gerade Verbindung mit Pfeil 56"/>
          <p:cNvCxnSpPr/>
          <p:nvPr/>
        </p:nvCxnSpPr>
        <p:spPr>
          <a:xfrm flipV="1">
            <a:off x="540000" y="1701000"/>
            <a:ext cx="1368000" cy="14400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8" name="Rechteck 67"/>
          <p:cNvSpPr/>
          <p:nvPr/>
        </p:nvSpPr>
        <p:spPr>
          <a:xfrm>
            <a:off x="4715800" y="3933000"/>
            <a:ext cx="129616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Relationship of</a:t>
            </a:r>
          </a:p>
          <a:p>
            <a:r>
              <a:rPr lang="en-US" sz="1000" dirty="0">
                <a:solidFill>
                  <a:schemeClr val="tx1"/>
                </a:solidFill>
              </a:rPr>
              <a:t>columns being checked</a:t>
            </a:r>
          </a:p>
        </p:txBody>
      </p:sp>
      <p:cxnSp>
        <p:nvCxnSpPr>
          <p:cNvPr id="69" name="Gerade Verbindung mit Pfeil 68"/>
          <p:cNvCxnSpPr/>
          <p:nvPr/>
        </p:nvCxnSpPr>
        <p:spPr>
          <a:xfrm>
            <a:off x="4211960" y="4437000"/>
            <a:ext cx="432000" cy="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Rechteck 69"/>
          <p:cNvSpPr/>
          <p:nvPr/>
        </p:nvSpPr>
        <p:spPr>
          <a:xfrm>
            <a:off x="4715800" y="4365000"/>
            <a:ext cx="129616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All corresponding</a:t>
            </a:r>
          </a:p>
          <a:p>
            <a:r>
              <a:rPr lang="en-US" sz="1000" dirty="0">
                <a:solidFill>
                  <a:schemeClr val="tx1"/>
                </a:solidFill>
              </a:rPr>
              <a:t>columns must match</a:t>
            </a:r>
          </a:p>
        </p:txBody>
      </p:sp>
      <p:sp>
        <p:nvSpPr>
          <p:cNvPr id="75" name="Rechteck 74">
            <a:extLst>
              <a:ext uri="{FF2B5EF4-FFF2-40B4-BE49-F238E27FC236}">
                <a16:creationId xmlns:a16="http://schemas.microsoft.com/office/drawing/2014/main" id="{F7721D8B-F66E-44E5-A14E-5E5CBFEF44D8}"/>
              </a:ext>
            </a:extLst>
          </p:cNvPr>
          <p:cNvSpPr/>
          <p:nvPr/>
        </p:nvSpPr>
        <p:spPr>
          <a:xfrm>
            <a:off x="2915816" y="3933000"/>
            <a:ext cx="144020" cy="5040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6" name="Rechteck 75">
            <a:extLst>
              <a:ext uri="{FF2B5EF4-FFF2-40B4-BE49-F238E27FC236}">
                <a16:creationId xmlns:a16="http://schemas.microsoft.com/office/drawing/2014/main" id="{4EAD2254-2B85-47EC-B704-77608C174050}"/>
              </a:ext>
            </a:extLst>
          </p:cNvPr>
          <p:cNvSpPr/>
          <p:nvPr/>
        </p:nvSpPr>
        <p:spPr>
          <a:xfrm>
            <a:off x="305983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Comparison</a:t>
            </a:r>
          </a:p>
          <a:p>
            <a:r>
              <a:rPr lang="en-US" sz="1000" dirty="0">
                <a:solidFill>
                  <a:schemeClr val="tx1"/>
                </a:solidFill>
              </a:rPr>
              <a:t>Report</a:t>
            </a:r>
          </a:p>
          <a:p>
            <a:r>
              <a:rPr lang="en-US" sz="1000" dirty="0">
                <a:solidFill>
                  <a:schemeClr val="tx1"/>
                </a:solidFill>
              </a:rPr>
              <a:t>(4 new columns)</a:t>
            </a:r>
          </a:p>
        </p:txBody>
      </p:sp>
      <p:sp>
        <p:nvSpPr>
          <p:cNvPr id="77" name="Rechteck 76">
            <a:extLst>
              <a:ext uri="{FF2B5EF4-FFF2-40B4-BE49-F238E27FC236}">
                <a16:creationId xmlns:a16="http://schemas.microsoft.com/office/drawing/2014/main" id="{21A9503F-0162-42C8-821B-827CE59F3259}"/>
              </a:ext>
            </a:extLst>
          </p:cNvPr>
          <p:cNvSpPr/>
          <p:nvPr/>
        </p:nvSpPr>
        <p:spPr>
          <a:xfrm>
            <a:off x="1475656" y="3933000"/>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80" name="Gerade Verbindung mit Pfeil 79">
            <a:extLst>
              <a:ext uri="{FF2B5EF4-FFF2-40B4-BE49-F238E27FC236}">
                <a16:creationId xmlns:a16="http://schemas.microsoft.com/office/drawing/2014/main" id="{6C7C0022-2909-4CE6-97CB-7158A80CBC22}"/>
              </a:ext>
            </a:extLst>
          </p:cNvPr>
          <p:cNvCxnSpPr/>
          <p:nvPr/>
        </p:nvCxnSpPr>
        <p:spPr>
          <a:xfrm>
            <a:off x="4211816" y="4005000"/>
            <a:ext cx="432000" cy="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Rechteck 80">
            <a:extLst>
              <a:ext uri="{FF2B5EF4-FFF2-40B4-BE49-F238E27FC236}">
                <a16:creationId xmlns:a16="http://schemas.microsoft.com/office/drawing/2014/main" id="{53B60B36-2CDE-4FEE-95F0-FB83DED578BC}"/>
              </a:ext>
            </a:extLst>
          </p:cNvPr>
          <p:cNvSpPr/>
          <p:nvPr/>
        </p:nvSpPr>
        <p:spPr>
          <a:xfrm>
            <a:off x="323410"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br>
              <a:rPr lang="en-US" sz="1000" dirty="0">
                <a:solidFill>
                  <a:schemeClr val="tx1"/>
                </a:solidFill>
              </a:rPr>
            </a:br>
            <a:r>
              <a:rPr lang="en-US" sz="1000" dirty="0">
                <a:solidFill>
                  <a:schemeClr val="tx1"/>
                </a:solidFill>
              </a:rPr>
              <a:t>to validate</a:t>
            </a:r>
          </a:p>
          <a:p>
            <a:r>
              <a:rPr lang="en-US" sz="1000" dirty="0">
                <a:solidFill>
                  <a:schemeClr val="tx1"/>
                </a:solidFill>
              </a:rPr>
              <a:t>Actual Data</a:t>
            </a:r>
          </a:p>
        </p:txBody>
      </p:sp>
      <p:sp>
        <p:nvSpPr>
          <p:cNvPr id="82" name="Rechteck 81">
            <a:extLst>
              <a:ext uri="{FF2B5EF4-FFF2-40B4-BE49-F238E27FC236}">
                <a16:creationId xmlns:a16="http://schemas.microsoft.com/office/drawing/2014/main" id="{E548A823-DABF-4834-9472-2468787572F0}"/>
              </a:ext>
            </a:extLst>
          </p:cNvPr>
          <p:cNvSpPr/>
          <p:nvPr/>
        </p:nvSpPr>
        <p:spPr>
          <a:xfrm>
            <a:off x="161967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validate</a:t>
            </a:r>
          </a:p>
          <a:p>
            <a:r>
              <a:rPr lang="en-US" sz="1000" dirty="0">
                <a:solidFill>
                  <a:schemeClr val="tx1"/>
                </a:solidFill>
              </a:rPr>
              <a:t>Rules</a:t>
            </a:r>
          </a:p>
        </p:txBody>
      </p:sp>
    </p:spTree>
    <p:extLst>
      <p:ext uri="{BB962C8B-B14F-4D97-AF65-F5344CB8AC3E}">
        <p14:creationId xmlns:p14="http://schemas.microsoft.com/office/powerpoint/2010/main" val="7001696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hteck 92"/>
          <p:cNvSpPr/>
          <p:nvPr/>
        </p:nvSpPr>
        <p:spPr>
          <a:xfrm>
            <a:off x="3924000" y="1557000"/>
            <a:ext cx="144000" cy="151200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4" name="Rechteck 93"/>
          <p:cNvSpPr/>
          <p:nvPr/>
        </p:nvSpPr>
        <p:spPr>
          <a:xfrm>
            <a:off x="3924000" y="1845000"/>
            <a:ext cx="144000" cy="360000"/>
          </a:xfrm>
          <a:prstGeom prst="rect">
            <a:avLst/>
          </a:prstGeom>
          <a:solidFill>
            <a:srgbClr val="FF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5" name="Rechteck 94"/>
          <p:cNvSpPr/>
          <p:nvPr/>
        </p:nvSpPr>
        <p:spPr>
          <a:xfrm>
            <a:off x="3780000" y="1557000"/>
            <a:ext cx="144000" cy="151200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6" name="Rechteck 95"/>
          <p:cNvSpPr/>
          <p:nvPr/>
        </p:nvSpPr>
        <p:spPr>
          <a:xfrm>
            <a:off x="3780000" y="1845000"/>
            <a:ext cx="144000" cy="36000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97" name="Gerader Verbinder 96"/>
          <p:cNvCxnSpPr/>
          <p:nvPr/>
        </p:nvCxnSpPr>
        <p:spPr>
          <a:xfrm>
            <a:off x="3780000" y="242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Gerader Verbinder 97"/>
          <p:cNvCxnSpPr/>
          <p:nvPr/>
        </p:nvCxnSpPr>
        <p:spPr>
          <a:xfrm>
            <a:off x="3780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Gerader Verbinder 98"/>
          <p:cNvCxnSpPr/>
          <p:nvPr/>
        </p:nvCxnSpPr>
        <p:spPr>
          <a:xfrm>
            <a:off x="3780000" y="2925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Gerader Verbinder 99"/>
          <p:cNvCxnSpPr/>
          <p:nvPr/>
        </p:nvCxnSpPr>
        <p:spPr>
          <a:xfrm>
            <a:off x="3780000" y="170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Gerader Verbinder 100"/>
          <p:cNvCxnSpPr/>
          <p:nvPr/>
        </p:nvCxnSpPr>
        <p:spPr>
          <a:xfrm>
            <a:off x="3924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Rechteck 83"/>
          <p:cNvSpPr/>
          <p:nvPr/>
        </p:nvSpPr>
        <p:spPr>
          <a:xfrm>
            <a:off x="2124000" y="1557270"/>
            <a:ext cx="144000" cy="108000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5" name="Rechteck 84"/>
          <p:cNvSpPr/>
          <p:nvPr/>
        </p:nvSpPr>
        <p:spPr>
          <a:xfrm>
            <a:off x="2124000" y="1989270"/>
            <a:ext cx="144000" cy="288000"/>
          </a:xfrm>
          <a:prstGeom prst="rect">
            <a:avLst/>
          </a:prstGeom>
          <a:solidFill>
            <a:srgbClr val="FF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0" name="Rechteck 79"/>
          <p:cNvSpPr/>
          <p:nvPr/>
        </p:nvSpPr>
        <p:spPr>
          <a:xfrm>
            <a:off x="2555940" y="2277280"/>
            <a:ext cx="43206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1" name="Rechteck 80"/>
          <p:cNvSpPr/>
          <p:nvPr/>
        </p:nvSpPr>
        <p:spPr>
          <a:xfrm>
            <a:off x="2555940" y="2493280"/>
            <a:ext cx="43206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6" name="Rechteck 65"/>
          <p:cNvSpPr/>
          <p:nvPr/>
        </p:nvSpPr>
        <p:spPr>
          <a:xfrm>
            <a:off x="1908000" y="1557270"/>
            <a:ext cx="144000" cy="108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7" name="Rechteck 76"/>
          <p:cNvSpPr/>
          <p:nvPr/>
        </p:nvSpPr>
        <p:spPr>
          <a:xfrm>
            <a:off x="1908000" y="227728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9" name="Rechteck 78"/>
          <p:cNvSpPr/>
          <p:nvPr/>
        </p:nvSpPr>
        <p:spPr>
          <a:xfrm>
            <a:off x="1908000" y="249328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5" name="Rechteck 74"/>
          <p:cNvSpPr/>
          <p:nvPr/>
        </p:nvSpPr>
        <p:spPr>
          <a:xfrm>
            <a:off x="324000" y="1557000"/>
            <a:ext cx="144000" cy="151200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6" name="Rechteck 75"/>
          <p:cNvSpPr/>
          <p:nvPr/>
        </p:nvSpPr>
        <p:spPr>
          <a:xfrm>
            <a:off x="324000" y="1845000"/>
            <a:ext cx="144000" cy="360000"/>
          </a:xfrm>
          <a:prstGeom prst="rect">
            <a:avLst/>
          </a:prstGeom>
          <a:solidFill>
            <a:srgbClr val="FF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7" name="Rechteck 56"/>
          <p:cNvSpPr/>
          <p:nvPr/>
        </p:nvSpPr>
        <p:spPr>
          <a:xfrm>
            <a:off x="180000" y="1557000"/>
            <a:ext cx="144000" cy="151200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8" name="Rechteck 57"/>
          <p:cNvSpPr/>
          <p:nvPr/>
        </p:nvSpPr>
        <p:spPr>
          <a:xfrm>
            <a:off x="180000" y="1845000"/>
            <a:ext cx="144000" cy="36000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2" name="Rechteck 71"/>
          <p:cNvSpPr/>
          <p:nvPr/>
        </p:nvSpPr>
        <p:spPr>
          <a:xfrm>
            <a:off x="4212000" y="1557000"/>
            <a:ext cx="144000" cy="1512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3" name="Rechteck 72"/>
          <p:cNvSpPr/>
          <p:nvPr/>
        </p:nvSpPr>
        <p:spPr>
          <a:xfrm>
            <a:off x="4212000" y="184500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5" name="Rechteck 64"/>
          <p:cNvSpPr/>
          <p:nvPr/>
        </p:nvSpPr>
        <p:spPr>
          <a:xfrm>
            <a:off x="612000" y="1557000"/>
            <a:ext cx="144000" cy="1512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1" name="Rechteck 70"/>
          <p:cNvSpPr/>
          <p:nvPr/>
        </p:nvSpPr>
        <p:spPr>
          <a:xfrm>
            <a:off x="612000" y="184500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7" name="Rechteck 66"/>
          <p:cNvSpPr/>
          <p:nvPr/>
        </p:nvSpPr>
        <p:spPr>
          <a:xfrm>
            <a:off x="1908000" y="206128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5" name="Rechteck 324"/>
          <p:cNvSpPr/>
          <p:nvPr/>
        </p:nvSpPr>
        <p:spPr>
          <a:xfrm>
            <a:off x="2555940" y="2061280"/>
            <a:ext cx="43206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2555940" y="2061280"/>
            <a:ext cx="432060" cy="72000"/>
          </a:xfrm>
          <a:prstGeom prst="rect">
            <a:avLst/>
          </a:prstGeom>
          <a:solidFill>
            <a:srgbClr val="92D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5004000" y="1557000"/>
            <a:ext cx="432000" cy="1512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1908170" y="1485000"/>
            <a:ext cx="1224170" cy="1152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p:cNvSpPr/>
          <p:nvPr/>
        </p:nvSpPr>
        <p:spPr>
          <a:xfrm>
            <a:off x="1908170" y="1557010"/>
            <a:ext cx="1224170" cy="1080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Validation – Output Models</a:t>
            </a:r>
          </a:p>
        </p:txBody>
      </p:sp>
      <p:sp>
        <p:nvSpPr>
          <p:cNvPr id="4" name="Textplatzhalter 3"/>
          <p:cNvSpPr>
            <a:spLocks noGrp="1"/>
          </p:cNvSpPr>
          <p:nvPr>
            <p:ph type="body" sz="quarter" idx="16"/>
          </p:nvPr>
        </p:nvSpPr>
        <p:spPr/>
        <p:txBody>
          <a:bodyPr/>
          <a:lstStyle/>
          <a:p>
            <a:endParaRPr lang="en-US"/>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a:t>
            </a:r>
          </a:p>
        </p:txBody>
      </p:sp>
      <p:sp>
        <p:nvSpPr>
          <p:cNvPr id="298" name="Rechteck 297"/>
          <p:cNvSpPr/>
          <p:nvPr/>
        </p:nvSpPr>
        <p:spPr>
          <a:xfrm>
            <a:off x="190817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Table</a:t>
            </a:r>
          </a:p>
        </p:txBody>
      </p:sp>
      <p:sp>
        <p:nvSpPr>
          <p:cNvPr id="372" name="Rechteck 371"/>
          <p:cNvSpPr/>
          <p:nvPr/>
        </p:nvSpPr>
        <p:spPr>
          <a:xfrm>
            <a:off x="179390" y="1484730"/>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179390" y="155674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9" name="Rechteck 388"/>
          <p:cNvSpPr/>
          <p:nvPr/>
        </p:nvSpPr>
        <p:spPr>
          <a:xfrm>
            <a:off x="180000" y="981000"/>
            <a:ext cx="720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validate (Target Table, Reference Table, {</a:t>
            </a:r>
            <a:r>
              <a:rPr lang="en-US" sz="1100" b="1" dirty="0">
                <a:solidFill>
                  <a:srgbClr val="00CC99"/>
                </a:solidFill>
              </a:rPr>
              <a:t>Data Columns</a:t>
            </a:r>
            <a:r>
              <a:rPr lang="en-US" sz="1100" b="1" dirty="0">
                <a:solidFill>
                  <a:schemeClr val="tx1"/>
                </a:solidFill>
              </a:rPr>
              <a:t>}, {</a:t>
            </a:r>
            <a:r>
              <a:rPr lang="en-US" sz="1100" b="1" dirty="0">
                <a:solidFill>
                  <a:srgbClr val="C00000"/>
                </a:solidFill>
              </a:rPr>
              <a:t>Row Match Identifiers</a:t>
            </a:r>
            <a:r>
              <a:rPr lang="en-US" sz="1100" b="1" dirty="0">
                <a:solidFill>
                  <a:schemeClr val="tx1"/>
                </a:solidFill>
              </a:rPr>
              <a:t>},</a:t>
            </a:r>
          </a:p>
          <a:p>
            <a:r>
              <a:rPr lang="en-US" sz="1100" b="1" dirty="0">
                <a:solidFill>
                  <a:schemeClr val="tx1"/>
                </a:solidFill>
              </a:rPr>
              <a:t>                      {</a:t>
            </a:r>
            <a:r>
              <a:rPr lang="en-US" sz="1100" b="1" dirty="0">
                <a:solidFill>
                  <a:schemeClr val="accent4"/>
                </a:solidFill>
              </a:rPr>
              <a:t>Group Identifier Columns</a:t>
            </a:r>
            <a:r>
              <a:rPr lang="en-US" sz="1100" b="1" dirty="0">
                <a:solidFill>
                  <a:schemeClr val="tx1"/>
                </a:solidFill>
              </a:rPr>
              <a:t>}, {</a:t>
            </a:r>
            <a:r>
              <a:rPr lang="en-US" sz="1100" b="1" dirty="0">
                <a:solidFill>
                  <a:srgbClr val="C0C000"/>
                </a:solidFill>
              </a:rPr>
              <a:t>Group Match Columns</a:t>
            </a:r>
            <a:r>
              <a:rPr lang="en-US" sz="1100" b="1" dirty="0">
                <a:solidFill>
                  <a:schemeClr val="tx1"/>
                </a:solidFill>
              </a:rPr>
              <a:t>} );</a:t>
            </a:r>
          </a:p>
        </p:txBody>
      </p:sp>
      <p:sp>
        <p:nvSpPr>
          <p:cNvPr id="392" name="Rechteck 391"/>
          <p:cNvSpPr/>
          <p:nvPr/>
        </p:nvSpPr>
        <p:spPr>
          <a:xfrm>
            <a:off x="2915836" y="3933000"/>
            <a:ext cx="144020" cy="5040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3" name="Rechteck 392"/>
          <p:cNvSpPr/>
          <p:nvPr/>
        </p:nvSpPr>
        <p:spPr>
          <a:xfrm>
            <a:off x="305985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Comparison</a:t>
            </a:r>
          </a:p>
          <a:p>
            <a:r>
              <a:rPr lang="en-US" sz="1000" dirty="0">
                <a:solidFill>
                  <a:schemeClr val="tx1"/>
                </a:solidFill>
              </a:rPr>
              <a:t>Report</a:t>
            </a:r>
          </a:p>
          <a:p>
            <a:r>
              <a:rPr lang="en-US" sz="1000" dirty="0">
                <a:solidFill>
                  <a:schemeClr val="tx1"/>
                </a:solidFill>
              </a:rPr>
              <a:t>(4 new columns)</a:t>
            </a:r>
          </a:p>
        </p:txBody>
      </p:sp>
      <p:sp>
        <p:nvSpPr>
          <p:cNvPr id="397" name="Rechteck 396"/>
          <p:cNvSpPr/>
          <p:nvPr/>
        </p:nvSpPr>
        <p:spPr>
          <a:xfrm>
            <a:off x="180000" y="3141000"/>
            <a:ext cx="532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For every group, and then for every row in the Target Table:</a:t>
            </a:r>
            <a:br>
              <a:rPr lang="en-US" sz="1000" dirty="0">
                <a:solidFill>
                  <a:schemeClr val="tx1"/>
                </a:solidFill>
              </a:rPr>
            </a:br>
            <a:r>
              <a:rPr lang="en-US" sz="1000" dirty="0">
                <a:solidFill>
                  <a:schemeClr val="tx1"/>
                </a:solidFill>
              </a:rPr>
              <a:t>All rows in the Reference Table which share the same contents in the Row Match Identifier</a:t>
            </a:r>
          </a:p>
          <a:p>
            <a:r>
              <a:rPr lang="en-US" sz="1000" dirty="0">
                <a:solidFill>
                  <a:schemeClr val="tx1"/>
                </a:solidFill>
              </a:rPr>
              <a:t>Columns as in the Target Table will be checked from top to the end until a first successful match is made.</a:t>
            </a:r>
          </a:p>
          <a:p>
            <a:r>
              <a:rPr lang="en-US" sz="1000" dirty="0">
                <a:solidFill>
                  <a:schemeClr val="tx1"/>
                </a:solidFill>
              </a:rPr>
              <a:t>The result will be written into the Comparison Report columns.</a:t>
            </a:r>
          </a:p>
        </p:txBody>
      </p:sp>
      <p:sp>
        <p:nvSpPr>
          <p:cNvPr id="296" name="Rechteck 295"/>
          <p:cNvSpPr/>
          <p:nvPr/>
        </p:nvSpPr>
        <p:spPr>
          <a:xfrm>
            <a:off x="827480" y="155674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0" name="Rechteck 359"/>
          <p:cNvSpPr/>
          <p:nvPr/>
        </p:nvSpPr>
        <p:spPr>
          <a:xfrm>
            <a:off x="179390" y="3933000"/>
            <a:ext cx="144020" cy="50407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75" name="Gerade Verbindung 374"/>
          <p:cNvCxnSpPr/>
          <p:nvPr/>
        </p:nvCxnSpPr>
        <p:spPr>
          <a:xfrm>
            <a:off x="17939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60" name="Rechteck 259"/>
          <p:cNvSpPr/>
          <p:nvPr/>
        </p:nvSpPr>
        <p:spPr>
          <a:xfrm>
            <a:off x="179390" y="184478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1" name="Rechteck 60"/>
          <p:cNvSpPr/>
          <p:nvPr/>
        </p:nvSpPr>
        <p:spPr>
          <a:xfrm>
            <a:off x="827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2" name="Rechteck 61"/>
          <p:cNvSpPr/>
          <p:nvPr/>
        </p:nvSpPr>
        <p:spPr>
          <a:xfrm>
            <a:off x="971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3" name="Rechteck 62"/>
          <p:cNvSpPr/>
          <p:nvPr/>
        </p:nvSpPr>
        <p:spPr>
          <a:xfrm>
            <a:off x="111552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78" name="Gerade Verbindung 77"/>
          <p:cNvCxnSpPr/>
          <p:nvPr/>
        </p:nvCxnSpPr>
        <p:spPr>
          <a:xfrm>
            <a:off x="1908170" y="155701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70" name="Rechteck 169"/>
          <p:cNvSpPr/>
          <p:nvPr/>
        </p:nvSpPr>
        <p:spPr>
          <a:xfrm>
            <a:off x="1908260" y="206127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4" name="Rechteck 173"/>
          <p:cNvSpPr/>
          <p:nvPr/>
        </p:nvSpPr>
        <p:spPr>
          <a:xfrm>
            <a:off x="1908260" y="213327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2" name="Rechteck 181"/>
          <p:cNvSpPr/>
          <p:nvPr/>
        </p:nvSpPr>
        <p:spPr>
          <a:xfrm>
            <a:off x="3779910" y="134097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 (after function call)</a:t>
            </a:r>
          </a:p>
        </p:txBody>
      </p:sp>
      <p:sp>
        <p:nvSpPr>
          <p:cNvPr id="183" name="Rechteck 182"/>
          <p:cNvSpPr/>
          <p:nvPr/>
        </p:nvSpPr>
        <p:spPr>
          <a:xfrm>
            <a:off x="3779910" y="1484990"/>
            <a:ext cx="165609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4" name="Rechteck 183"/>
          <p:cNvSpPr/>
          <p:nvPr/>
        </p:nvSpPr>
        <p:spPr>
          <a:xfrm>
            <a:off x="3779910" y="155700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5" name="Rechteck 184"/>
          <p:cNvSpPr/>
          <p:nvPr/>
        </p:nvSpPr>
        <p:spPr>
          <a:xfrm>
            <a:off x="4428000" y="155700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p:cNvSpPr/>
          <p:nvPr/>
        </p:nvSpPr>
        <p:spPr>
          <a:xfrm>
            <a:off x="3779910" y="1845040"/>
            <a:ext cx="165609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8" name="Rechteck 187"/>
          <p:cNvSpPr/>
          <p:nvPr/>
        </p:nvSpPr>
        <p:spPr>
          <a:xfrm>
            <a:off x="4428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4572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471604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91" name="Gerade Verbindung mit Pfeil 190"/>
          <p:cNvCxnSpPr/>
          <p:nvPr/>
        </p:nvCxnSpPr>
        <p:spPr>
          <a:xfrm>
            <a:off x="1260000" y="1845000"/>
            <a:ext cx="1292700" cy="21240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Gerader Verbinder 8"/>
          <p:cNvCxnSpPr/>
          <p:nvPr/>
        </p:nvCxnSpPr>
        <p:spPr>
          <a:xfrm>
            <a:off x="2699940" y="2061280"/>
            <a:ext cx="0" cy="14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Gerader Verbinder 191"/>
          <p:cNvCxnSpPr/>
          <p:nvPr/>
        </p:nvCxnSpPr>
        <p:spPr>
          <a:xfrm>
            <a:off x="2843940" y="2061270"/>
            <a:ext cx="0" cy="144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Gerade Verbindung mit Pfeil 192"/>
          <p:cNvCxnSpPr/>
          <p:nvPr/>
        </p:nvCxnSpPr>
        <p:spPr>
          <a:xfrm>
            <a:off x="2484000" y="2089848"/>
            <a:ext cx="0" cy="144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6" name="Gerade Verbindung 374"/>
          <p:cNvCxnSpPr/>
          <p:nvPr/>
        </p:nvCxnSpPr>
        <p:spPr>
          <a:xfrm>
            <a:off x="3779910" y="1557000"/>
            <a:ext cx="165609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Pfeil nach rechts 14"/>
          <p:cNvSpPr/>
          <p:nvPr/>
        </p:nvSpPr>
        <p:spPr>
          <a:xfrm>
            <a:off x="3276000" y="1989000"/>
            <a:ext cx="432000" cy="360000"/>
          </a:xfrm>
          <a:prstGeom prst="rightArrow">
            <a:avLst/>
          </a:prstGeom>
          <a:solidFill>
            <a:schemeClr val="accent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96" name="Rechteck 195"/>
          <p:cNvSpPr/>
          <p:nvPr/>
        </p:nvSpPr>
        <p:spPr>
          <a:xfrm>
            <a:off x="1475656" y="3933000"/>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9" name="Rechteck 198"/>
          <p:cNvSpPr/>
          <p:nvPr/>
        </p:nvSpPr>
        <p:spPr>
          <a:xfrm>
            <a:off x="5004000" y="1845000"/>
            <a:ext cx="432000" cy="72000"/>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00" name="Gerade Verbindung mit Pfeil 199"/>
          <p:cNvCxnSpPr/>
          <p:nvPr/>
        </p:nvCxnSpPr>
        <p:spPr>
          <a:xfrm flipH="1">
            <a:off x="900000" y="1629000"/>
            <a:ext cx="490" cy="136795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Rechteck 58"/>
          <p:cNvSpPr/>
          <p:nvPr/>
        </p:nvSpPr>
        <p:spPr>
          <a:xfrm>
            <a:off x="180000" y="450893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 name="Rechteck 63"/>
          <p:cNvSpPr/>
          <p:nvPr/>
        </p:nvSpPr>
        <p:spPr>
          <a:xfrm>
            <a:off x="324020" y="450893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Row Match</a:t>
            </a:r>
            <a:br>
              <a:rPr lang="en-US" sz="1000" dirty="0">
                <a:solidFill>
                  <a:schemeClr val="tx1"/>
                </a:solidFill>
              </a:rPr>
            </a:br>
            <a:r>
              <a:rPr lang="en-US" sz="1000" dirty="0">
                <a:solidFill>
                  <a:schemeClr val="tx1"/>
                </a:solidFill>
              </a:rPr>
              <a:t>Identifier</a:t>
            </a:r>
            <a:br>
              <a:rPr lang="en-US" sz="1000" dirty="0">
                <a:solidFill>
                  <a:schemeClr val="tx1"/>
                </a:solidFill>
              </a:rPr>
            </a:br>
            <a:r>
              <a:rPr lang="en-US" sz="1000" dirty="0">
                <a:solidFill>
                  <a:schemeClr val="tx1"/>
                </a:solidFill>
              </a:rPr>
              <a:t>columns</a:t>
            </a:r>
          </a:p>
        </p:txBody>
      </p:sp>
      <p:cxnSp>
        <p:nvCxnSpPr>
          <p:cNvPr id="5" name="Gerader Verbinder 4"/>
          <p:cNvCxnSpPr/>
          <p:nvPr/>
        </p:nvCxnSpPr>
        <p:spPr>
          <a:xfrm>
            <a:off x="180000" y="242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p:cNvCxnSpPr/>
          <p:nvPr/>
        </p:nvCxnSpPr>
        <p:spPr>
          <a:xfrm>
            <a:off x="180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Gerader Verbinder 68"/>
          <p:cNvCxnSpPr/>
          <p:nvPr/>
        </p:nvCxnSpPr>
        <p:spPr>
          <a:xfrm>
            <a:off x="180000" y="2925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Gerader Verbinder 69"/>
          <p:cNvCxnSpPr/>
          <p:nvPr/>
        </p:nvCxnSpPr>
        <p:spPr>
          <a:xfrm>
            <a:off x="180000" y="170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Rechteck 81"/>
          <p:cNvSpPr/>
          <p:nvPr/>
        </p:nvSpPr>
        <p:spPr>
          <a:xfrm>
            <a:off x="2555940" y="1701270"/>
            <a:ext cx="43206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3" name="Rechteck 82"/>
          <p:cNvSpPr/>
          <p:nvPr/>
        </p:nvSpPr>
        <p:spPr>
          <a:xfrm>
            <a:off x="1908000" y="170127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86" name="Gerader Verbinder 85"/>
          <p:cNvCxnSpPr/>
          <p:nvPr/>
        </p:nvCxnSpPr>
        <p:spPr>
          <a:xfrm>
            <a:off x="324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Gerader Verbinder 86"/>
          <p:cNvCxnSpPr/>
          <p:nvPr/>
        </p:nvCxnSpPr>
        <p:spPr>
          <a:xfrm>
            <a:off x="2124000" y="249327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Gerader Verbinder 87"/>
          <p:cNvCxnSpPr/>
          <p:nvPr/>
        </p:nvCxnSpPr>
        <p:spPr>
          <a:xfrm>
            <a:off x="2124000" y="177327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Rechteck 88"/>
          <p:cNvSpPr/>
          <p:nvPr/>
        </p:nvSpPr>
        <p:spPr>
          <a:xfrm>
            <a:off x="1475656" y="4509000"/>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0" name="Rechteck 89"/>
          <p:cNvSpPr/>
          <p:nvPr/>
        </p:nvSpPr>
        <p:spPr>
          <a:xfrm>
            <a:off x="2915816" y="4509070"/>
            <a:ext cx="144020" cy="50407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1" name="Rechteck 90"/>
          <p:cNvSpPr/>
          <p:nvPr/>
        </p:nvSpPr>
        <p:spPr>
          <a:xfrm>
            <a:off x="1619656" y="450893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identify groups</a:t>
            </a:r>
          </a:p>
          <a:p>
            <a:r>
              <a:rPr lang="en-US" sz="1000" dirty="0">
                <a:solidFill>
                  <a:schemeClr val="tx1"/>
                </a:solidFill>
              </a:rPr>
              <a:t>in target table</a:t>
            </a:r>
          </a:p>
        </p:txBody>
      </p:sp>
      <p:sp>
        <p:nvSpPr>
          <p:cNvPr id="92" name="Rechteck 91"/>
          <p:cNvSpPr/>
          <p:nvPr/>
        </p:nvSpPr>
        <p:spPr>
          <a:xfrm>
            <a:off x="3059836" y="4509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match groups</a:t>
            </a:r>
          </a:p>
        </p:txBody>
      </p:sp>
      <p:cxnSp>
        <p:nvCxnSpPr>
          <p:cNvPr id="102" name="Gerade Verbindung mit Pfeil 101"/>
          <p:cNvCxnSpPr>
            <a:endCxn id="216" idx="1"/>
          </p:cNvCxnSpPr>
          <p:nvPr/>
        </p:nvCxnSpPr>
        <p:spPr>
          <a:xfrm>
            <a:off x="756000" y="1845000"/>
            <a:ext cx="1152170" cy="21608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Gerade Verbindung mit Pfeil 107"/>
          <p:cNvCxnSpPr/>
          <p:nvPr/>
        </p:nvCxnSpPr>
        <p:spPr>
          <a:xfrm>
            <a:off x="468000" y="1845000"/>
            <a:ext cx="1657980" cy="15906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0" name="Gerade Verbindung mit Pfeil 109"/>
          <p:cNvCxnSpPr/>
          <p:nvPr/>
        </p:nvCxnSpPr>
        <p:spPr>
          <a:xfrm>
            <a:off x="4211836" y="4005000"/>
            <a:ext cx="432000" cy="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1" name="Rechteck 110"/>
          <p:cNvSpPr/>
          <p:nvPr/>
        </p:nvSpPr>
        <p:spPr>
          <a:xfrm>
            <a:off x="4715676" y="3933000"/>
            <a:ext cx="129616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Relationship of</a:t>
            </a:r>
          </a:p>
          <a:p>
            <a:r>
              <a:rPr lang="en-US" sz="1000" dirty="0">
                <a:solidFill>
                  <a:schemeClr val="tx1"/>
                </a:solidFill>
              </a:rPr>
              <a:t>columns being checked</a:t>
            </a:r>
          </a:p>
        </p:txBody>
      </p:sp>
      <p:cxnSp>
        <p:nvCxnSpPr>
          <p:cNvPr id="112" name="Gerade Verbindung mit Pfeil 111"/>
          <p:cNvCxnSpPr/>
          <p:nvPr/>
        </p:nvCxnSpPr>
        <p:spPr>
          <a:xfrm>
            <a:off x="4211836" y="4437000"/>
            <a:ext cx="432000" cy="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3" name="Rechteck 112"/>
          <p:cNvSpPr/>
          <p:nvPr/>
        </p:nvSpPr>
        <p:spPr>
          <a:xfrm>
            <a:off x="4715676" y="4365000"/>
            <a:ext cx="129616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All corresponding</a:t>
            </a:r>
          </a:p>
          <a:p>
            <a:r>
              <a:rPr lang="en-US" sz="1000" dirty="0">
                <a:solidFill>
                  <a:schemeClr val="tx1"/>
                </a:solidFill>
              </a:rPr>
              <a:t>columns must match</a:t>
            </a:r>
          </a:p>
        </p:txBody>
      </p:sp>
      <p:sp>
        <p:nvSpPr>
          <p:cNvPr id="103" name="Rechteck 102">
            <a:extLst>
              <a:ext uri="{FF2B5EF4-FFF2-40B4-BE49-F238E27FC236}">
                <a16:creationId xmlns:a16="http://schemas.microsoft.com/office/drawing/2014/main" id="{FD50575B-D5D0-450D-ACE1-8D39C713CFB0}"/>
              </a:ext>
            </a:extLst>
          </p:cNvPr>
          <p:cNvSpPr/>
          <p:nvPr/>
        </p:nvSpPr>
        <p:spPr>
          <a:xfrm>
            <a:off x="323410"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br>
              <a:rPr lang="en-US" sz="1000" dirty="0">
                <a:solidFill>
                  <a:schemeClr val="tx1"/>
                </a:solidFill>
              </a:rPr>
            </a:br>
            <a:r>
              <a:rPr lang="en-US" sz="1000" dirty="0">
                <a:solidFill>
                  <a:schemeClr val="tx1"/>
                </a:solidFill>
              </a:rPr>
              <a:t>to validate</a:t>
            </a:r>
          </a:p>
          <a:p>
            <a:r>
              <a:rPr lang="en-US" sz="1000" dirty="0">
                <a:solidFill>
                  <a:schemeClr val="tx1"/>
                </a:solidFill>
              </a:rPr>
              <a:t>Actual Data</a:t>
            </a:r>
          </a:p>
        </p:txBody>
      </p:sp>
      <p:sp>
        <p:nvSpPr>
          <p:cNvPr id="104" name="Rechteck 103">
            <a:extLst>
              <a:ext uri="{FF2B5EF4-FFF2-40B4-BE49-F238E27FC236}">
                <a16:creationId xmlns:a16="http://schemas.microsoft.com/office/drawing/2014/main" id="{A39F9B5D-F778-4071-A3ED-7DFDE1CDABDD}"/>
              </a:ext>
            </a:extLst>
          </p:cNvPr>
          <p:cNvSpPr/>
          <p:nvPr/>
        </p:nvSpPr>
        <p:spPr>
          <a:xfrm>
            <a:off x="161967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validate</a:t>
            </a:r>
          </a:p>
          <a:p>
            <a:r>
              <a:rPr lang="en-US" sz="1000" dirty="0">
                <a:solidFill>
                  <a:schemeClr val="tx1"/>
                </a:solidFill>
              </a:rPr>
              <a:t>Rules</a:t>
            </a:r>
          </a:p>
        </p:txBody>
      </p:sp>
    </p:spTree>
    <p:extLst>
      <p:ext uri="{BB962C8B-B14F-4D97-AF65-F5344CB8AC3E}">
        <p14:creationId xmlns:p14="http://schemas.microsoft.com/office/powerpoint/2010/main" val="3859533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hteck 92"/>
          <p:cNvSpPr/>
          <p:nvPr/>
        </p:nvSpPr>
        <p:spPr>
          <a:xfrm>
            <a:off x="3924000" y="1557000"/>
            <a:ext cx="144000" cy="151200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4" name="Rechteck 93"/>
          <p:cNvSpPr/>
          <p:nvPr/>
        </p:nvSpPr>
        <p:spPr>
          <a:xfrm>
            <a:off x="3924000" y="1845000"/>
            <a:ext cx="144000" cy="360000"/>
          </a:xfrm>
          <a:prstGeom prst="rect">
            <a:avLst/>
          </a:prstGeom>
          <a:solidFill>
            <a:srgbClr val="FF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5" name="Rechteck 94"/>
          <p:cNvSpPr/>
          <p:nvPr/>
        </p:nvSpPr>
        <p:spPr>
          <a:xfrm>
            <a:off x="3780000" y="1557000"/>
            <a:ext cx="144000" cy="151200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6" name="Rechteck 95"/>
          <p:cNvSpPr/>
          <p:nvPr/>
        </p:nvSpPr>
        <p:spPr>
          <a:xfrm>
            <a:off x="3780000" y="1845000"/>
            <a:ext cx="144000" cy="36000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97" name="Gerader Verbinder 96"/>
          <p:cNvCxnSpPr/>
          <p:nvPr/>
        </p:nvCxnSpPr>
        <p:spPr>
          <a:xfrm>
            <a:off x="3780000" y="242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Gerader Verbinder 97"/>
          <p:cNvCxnSpPr/>
          <p:nvPr/>
        </p:nvCxnSpPr>
        <p:spPr>
          <a:xfrm>
            <a:off x="3780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Gerader Verbinder 98"/>
          <p:cNvCxnSpPr/>
          <p:nvPr/>
        </p:nvCxnSpPr>
        <p:spPr>
          <a:xfrm>
            <a:off x="3780000" y="2925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Gerader Verbinder 99"/>
          <p:cNvCxnSpPr/>
          <p:nvPr/>
        </p:nvCxnSpPr>
        <p:spPr>
          <a:xfrm>
            <a:off x="3780000" y="170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Gerader Verbinder 100"/>
          <p:cNvCxnSpPr/>
          <p:nvPr/>
        </p:nvCxnSpPr>
        <p:spPr>
          <a:xfrm>
            <a:off x="3924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Rechteck 83"/>
          <p:cNvSpPr/>
          <p:nvPr/>
        </p:nvSpPr>
        <p:spPr>
          <a:xfrm>
            <a:off x="2124000" y="1557270"/>
            <a:ext cx="144000" cy="108000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5" name="Rechteck 84"/>
          <p:cNvSpPr/>
          <p:nvPr/>
        </p:nvSpPr>
        <p:spPr>
          <a:xfrm>
            <a:off x="2124000" y="1989270"/>
            <a:ext cx="144000" cy="288000"/>
          </a:xfrm>
          <a:prstGeom prst="rect">
            <a:avLst/>
          </a:prstGeom>
          <a:solidFill>
            <a:srgbClr val="FF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0" name="Rechteck 79"/>
          <p:cNvSpPr/>
          <p:nvPr/>
        </p:nvSpPr>
        <p:spPr>
          <a:xfrm>
            <a:off x="2555940" y="2277280"/>
            <a:ext cx="43206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1" name="Rechteck 80"/>
          <p:cNvSpPr/>
          <p:nvPr/>
        </p:nvSpPr>
        <p:spPr>
          <a:xfrm>
            <a:off x="2555940" y="2493280"/>
            <a:ext cx="43206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6" name="Rechteck 65"/>
          <p:cNvSpPr/>
          <p:nvPr/>
        </p:nvSpPr>
        <p:spPr>
          <a:xfrm>
            <a:off x="1908000" y="1557270"/>
            <a:ext cx="144000" cy="108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7" name="Rechteck 76"/>
          <p:cNvSpPr/>
          <p:nvPr/>
        </p:nvSpPr>
        <p:spPr>
          <a:xfrm>
            <a:off x="1908000" y="227728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9" name="Rechteck 78"/>
          <p:cNvSpPr/>
          <p:nvPr/>
        </p:nvSpPr>
        <p:spPr>
          <a:xfrm>
            <a:off x="1908000" y="249328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5" name="Rechteck 74"/>
          <p:cNvSpPr/>
          <p:nvPr/>
        </p:nvSpPr>
        <p:spPr>
          <a:xfrm>
            <a:off x="324000" y="1557000"/>
            <a:ext cx="144000" cy="151200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6" name="Rechteck 75"/>
          <p:cNvSpPr/>
          <p:nvPr/>
        </p:nvSpPr>
        <p:spPr>
          <a:xfrm>
            <a:off x="324000" y="1845000"/>
            <a:ext cx="144000" cy="360000"/>
          </a:xfrm>
          <a:prstGeom prst="rect">
            <a:avLst/>
          </a:prstGeom>
          <a:solidFill>
            <a:srgbClr val="FF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7" name="Rechteck 56"/>
          <p:cNvSpPr/>
          <p:nvPr/>
        </p:nvSpPr>
        <p:spPr>
          <a:xfrm>
            <a:off x="180000" y="1557000"/>
            <a:ext cx="144000" cy="151200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8" name="Rechteck 57"/>
          <p:cNvSpPr/>
          <p:nvPr/>
        </p:nvSpPr>
        <p:spPr>
          <a:xfrm>
            <a:off x="180000" y="1845000"/>
            <a:ext cx="144000" cy="36000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2" name="Rechteck 71"/>
          <p:cNvSpPr/>
          <p:nvPr/>
        </p:nvSpPr>
        <p:spPr>
          <a:xfrm>
            <a:off x="4212000" y="1557000"/>
            <a:ext cx="144000" cy="1512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3" name="Rechteck 72"/>
          <p:cNvSpPr/>
          <p:nvPr/>
        </p:nvSpPr>
        <p:spPr>
          <a:xfrm>
            <a:off x="4212000" y="184500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5" name="Rechteck 64"/>
          <p:cNvSpPr/>
          <p:nvPr/>
        </p:nvSpPr>
        <p:spPr>
          <a:xfrm>
            <a:off x="612000" y="1557000"/>
            <a:ext cx="144000" cy="1512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1" name="Rechteck 70"/>
          <p:cNvSpPr/>
          <p:nvPr/>
        </p:nvSpPr>
        <p:spPr>
          <a:xfrm>
            <a:off x="612000" y="184500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7" name="Rechteck 66"/>
          <p:cNvSpPr/>
          <p:nvPr/>
        </p:nvSpPr>
        <p:spPr>
          <a:xfrm>
            <a:off x="1908000" y="206128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5" name="Rechteck 324"/>
          <p:cNvSpPr/>
          <p:nvPr/>
        </p:nvSpPr>
        <p:spPr>
          <a:xfrm>
            <a:off x="2555940" y="2061280"/>
            <a:ext cx="43206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2555940" y="2061280"/>
            <a:ext cx="432060" cy="72000"/>
          </a:xfrm>
          <a:prstGeom prst="rect">
            <a:avLst/>
          </a:prstGeom>
          <a:solidFill>
            <a:srgbClr val="92D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5004000" y="1557000"/>
            <a:ext cx="432000" cy="1512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1908170" y="1485000"/>
            <a:ext cx="1224170" cy="1152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p:cNvSpPr/>
          <p:nvPr/>
        </p:nvSpPr>
        <p:spPr>
          <a:xfrm>
            <a:off x="1908170" y="1557010"/>
            <a:ext cx="1224170" cy="1080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Validation – Output Models</a:t>
            </a:r>
          </a:p>
        </p:txBody>
      </p:sp>
      <p:sp>
        <p:nvSpPr>
          <p:cNvPr id="4" name="Textplatzhalter 3"/>
          <p:cNvSpPr>
            <a:spLocks noGrp="1"/>
          </p:cNvSpPr>
          <p:nvPr>
            <p:ph type="body" sz="quarter" idx="16"/>
          </p:nvPr>
        </p:nvSpPr>
        <p:spPr/>
        <p:txBody>
          <a:bodyPr/>
          <a:lstStyle/>
          <a:p>
            <a:endParaRPr lang="en-US" dirty="0"/>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a:t>
            </a:r>
          </a:p>
        </p:txBody>
      </p:sp>
      <p:sp>
        <p:nvSpPr>
          <p:cNvPr id="298" name="Rechteck 297"/>
          <p:cNvSpPr/>
          <p:nvPr/>
        </p:nvSpPr>
        <p:spPr>
          <a:xfrm>
            <a:off x="190817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Table</a:t>
            </a:r>
          </a:p>
        </p:txBody>
      </p:sp>
      <p:sp>
        <p:nvSpPr>
          <p:cNvPr id="372" name="Rechteck 371"/>
          <p:cNvSpPr/>
          <p:nvPr/>
        </p:nvSpPr>
        <p:spPr>
          <a:xfrm>
            <a:off x="179390" y="1484730"/>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179390" y="155674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9" name="Rechteck 388"/>
          <p:cNvSpPr/>
          <p:nvPr/>
        </p:nvSpPr>
        <p:spPr>
          <a:xfrm>
            <a:off x="180000" y="981000"/>
            <a:ext cx="720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validate (Target Table, Reference Table, {</a:t>
            </a:r>
            <a:r>
              <a:rPr lang="en-US" sz="1100" b="1" dirty="0">
                <a:solidFill>
                  <a:srgbClr val="00CC99"/>
                </a:solidFill>
              </a:rPr>
              <a:t>Data Columns</a:t>
            </a:r>
            <a:r>
              <a:rPr lang="en-US" sz="1100" b="1" dirty="0">
                <a:solidFill>
                  <a:schemeClr val="tx1"/>
                </a:solidFill>
              </a:rPr>
              <a:t>}, {</a:t>
            </a:r>
            <a:r>
              <a:rPr lang="en-US" sz="1100" b="1" dirty="0">
                <a:solidFill>
                  <a:srgbClr val="C00000"/>
                </a:solidFill>
              </a:rPr>
              <a:t>Row Match Identifiers</a:t>
            </a:r>
            <a:r>
              <a:rPr lang="en-US" sz="1100" b="1" dirty="0">
                <a:solidFill>
                  <a:schemeClr val="tx1"/>
                </a:solidFill>
              </a:rPr>
              <a:t>},</a:t>
            </a:r>
          </a:p>
          <a:p>
            <a:r>
              <a:rPr lang="en-US" sz="1100" b="1" dirty="0">
                <a:solidFill>
                  <a:schemeClr val="tx1"/>
                </a:solidFill>
              </a:rPr>
              <a:t>                      {</a:t>
            </a:r>
            <a:r>
              <a:rPr lang="en-US" sz="1100" b="1" dirty="0">
                <a:solidFill>
                  <a:schemeClr val="accent4"/>
                </a:solidFill>
              </a:rPr>
              <a:t>Group Identifier Columns</a:t>
            </a:r>
            <a:r>
              <a:rPr lang="en-US" sz="1100" b="1" dirty="0">
                <a:solidFill>
                  <a:schemeClr val="tx1"/>
                </a:solidFill>
              </a:rPr>
              <a:t>}, {</a:t>
            </a:r>
            <a:r>
              <a:rPr lang="en-US" sz="1100" b="1" dirty="0">
                <a:solidFill>
                  <a:srgbClr val="C0C000"/>
                </a:solidFill>
              </a:rPr>
              <a:t>Group Match Columns</a:t>
            </a:r>
            <a:r>
              <a:rPr lang="en-US" sz="1100" b="1" dirty="0">
                <a:solidFill>
                  <a:schemeClr val="tx1"/>
                </a:solidFill>
              </a:rPr>
              <a:t>}, </a:t>
            </a:r>
            <a:r>
              <a:rPr lang="en-US" sz="1100" b="1" dirty="0">
                <a:solidFill>
                  <a:srgbClr val="0000FF"/>
                </a:solidFill>
              </a:rPr>
              <a:t>Additional Check Column</a:t>
            </a:r>
            <a:r>
              <a:rPr lang="en-US" sz="1100" b="1" dirty="0">
                <a:solidFill>
                  <a:schemeClr val="tx1"/>
                </a:solidFill>
              </a:rPr>
              <a:t> );</a:t>
            </a:r>
          </a:p>
        </p:txBody>
      </p:sp>
      <p:sp>
        <p:nvSpPr>
          <p:cNvPr id="397" name="Rechteck 396"/>
          <p:cNvSpPr/>
          <p:nvPr/>
        </p:nvSpPr>
        <p:spPr>
          <a:xfrm>
            <a:off x="180000" y="3141000"/>
            <a:ext cx="532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For every group, and then for every row in the Target Table:</a:t>
            </a:r>
            <a:br>
              <a:rPr lang="en-US" sz="1000" dirty="0">
                <a:solidFill>
                  <a:schemeClr val="tx1"/>
                </a:solidFill>
              </a:rPr>
            </a:br>
            <a:r>
              <a:rPr lang="en-US" sz="1000" dirty="0">
                <a:solidFill>
                  <a:schemeClr val="tx1"/>
                </a:solidFill>
              </a:rPr>
              <a:t>All rows in the Reference Table which share the same contents in the Row Match Identifier</a:t>
            </a:r>
          </a:p>
          <a:p>
            <a:r>
              <a:rPr lang="en-US" sz="1000" dirty="0">
                <a:solidFill>
                  <a:schemeClr val="tx1"/>
                </a:solidFill>
              </a:rPr>
              <a:t>Columns as in the Target Table will be checked from top to the end until a first successful match is made.</a:t>
            </a:r>
          </a:p>
          <a:p>
            <a:r>
              <a:rPr lang="en-US" sz="1000" dirty="0">
                <a:solidFill>
                  <a:schemeClr val="tx1"/>
                </a:solidFill>
              </a:rPr>
              <a:t>The result will be written into the Comparison Report columns.</a:t>
            </a:r>
          </a:p>
        </p:txBody>
      </p:sp>
      <p:sp>
        <p:nvSpPr>
          <p:cNvPr id="296" name="Rechteck 295"/>
          <p:cNvSpPr/>
          <p:nvPr/>
        </p:nvSpPr>
        <p:spPr>
          <a:xfrm>
            <a:off x="827480" y="155674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0" name="Rechteck 359"/>
          <p:cNvSpPr/>
          <p:nvPr/>
        </p:nvSpPr>
        <p:spPr>
          <a:xfrm>
            <a:off x="179390" y="3933000"/>
            <a:ext cx="144020" cy="50407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75" name="Gerade Verbindung 374"/>
          <p:cNvCxnSpPr/>
          <p:nvPr/>
        </p:nvCxnSpPr>
        <p:spPr>
          <a:xfrm>
            <a:off x="17939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60" name="Rechteck 259"/>
          <p:cNvSpPr/>
          <p:nvPr/>
        </p:nvSpPr>
        <p:spPr>
          <a:xfrm>
            <a:off x="179390" y="184478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1" name="Rechteck 60"/>
          <p:cNvSpPr/>
          <p:nvPr/>
        </p:nvSpPr>
        <p:spPr>
          <a:xfrm>
            <a:off x="827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2" name="Rechteck 61"/>
          <p:cNvSpPr/>
          <p:nvPr/>
        </p:nvSpPr>
        <p:spPr>
          <a:xfrm>
            <a:off x="971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3" name="Rechteck 62"/>
          <p:cNvSpPr/>
          <p:nvPr/>
        </p:nvSpPr>
        <p:spPr>
          <a:xfrm>
            <a:off x="111552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78" name="Gerade Verbindung 77"/>
          <p:cNvCxnSpPr/>
          <p:nvPr/>
        </p:nvCxnSpPr>
        <p:spPr>
          <a:xfrm>
            <a:off x="1908170" y="155701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70" name="Rechteck 169"/>
          <p:cNvSpPr/>
          <p:nvPr/>
        </p:nvSpPr>
        <p:spPr>
          <a:xfrm>
            <a:off x="1908260" y="206127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4" name="Rechteck 173"/>
          <p:cNvSpPr/>
          <p:nvPr/>
        </p:nvSpPr>
        <p:spPr>
          <a:xfrm>
            <a:off x="1908260" y="213327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2" name="Rechteck 181"/>
          <p:cNvSpPr/>
          <p:nvPr/>
        </p:nvSpPr>
        <p:spPr>
          <a:xfrm>
            <a:off x="3779910" y="134097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 (after function call)</a:t>
            </a:r>
          </a:p>
        </p:txBody>
      </p:sp>
      <p:sp>
        <p:nvSpPr>
          <p:cNvPr id="183" name="Rechteck 182"/>
          <p:cNvSpPr/>
          <p:nvPr/>
        </p:nvSpPr>
        <p:spPr>
          <a:xfrm>
            <a:off x="3779910" y="1484990"/>
            <a:ext cx="165609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4" name="Rechteck 183"/>
          <p:cNvSpPr/>
          <p:nvPr/>
        </p:nvSpPr>
        <p:spPr>
          <a:xfrm>
            <a:off x="3779910" y="155700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5" name="Rechteck 184"/>
          <p:cNvSpPr/>
          <p:nvPr/>
        </p:nvSpPr>
        <p:spPr>
          <a:xfrm>
            <a:off x="4428000" y="155700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p:cNvSpPr/>
          <p:nvPr/>
        </p:nvSpPr>
        <p:spPr>
          <a:xfrm>
            <a:off x="3779910" y="1845040"/>
            <a:ext cx="165609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8" name="Rechteck 187"/>
          <p:cNvSpPr/>
          <p:nvPr/>
        </p:nvSpPr>
        <p:spPr>
          <a:xfrm>
            <a:off x="4428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4572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471604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91" name="Gerade Verbindung mit Pfeil 190"/>
          <p:cNvCxnSpPr/>
          <p:nvPr/>
        </p:nvCxnSpPr>
        <p:spPr>
          <a:xfrm>
            <a:off x="1260000" y="1845000"/>
            <a:ext cx="1292700" cy="21240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Gerader Verbinder 8"/>
          <p:cNvCxnSpPr/>
          <p:nvPr/>
        </p:nvCxnSpPr>
        <p:spPr>
          <a:xfrm>
            <a:off x="2699940" y="2061280"/>
            <a:ext cx="0" cy="14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Gerader Verbinder 191"/>
          <p:cNvCxnSpPr/>
          <p:nvPr/>
        </p:nvCxnSpPr>
        <p:spPr>
          <a:xfrm>
            <a:off x="2843940" y="2061270"/>
            <a:ext cx="0" cy="144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Gerade Verbindung mit Pfeil 192"/>
          <p:cNvCxnSpPr/>
          <p:nvPr/>
        </p:nvCxnSpPr>
        <p:spPr>
          <a:xfrm>
            <a:off x="2484000" y="2089848"/>
            <a:ext cx="0" cy="144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6" name="Gerade Verbindung 374"/>
          <p:cNvCxnSpPr/>
          <p:nvPr/>
        </p:nvCxnSpPr>
        <p:spPr>
          <a:xfrm>
            <a:off x="3779910" y="1557000"/>
            <a:ext cx="165609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Pfeil nach rechts 14"/>
          <p:cNvSpPr/>
          <p:nvPr/>
        </p:nvSpPr>
        <p:spPr>
          <a:xfrm>
            <a:off x="3276000" y="1989000"/>
            <a:ext cx="432000" cy="360000"/>
          </a:xfrm>
          <a:prstGeom prst="rightArrow">
            <a:avLst/>
          </a:prstGeom>
          <a:solidFill>
            <a:schemeClr val="accent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99" name="Rechteck 198"/>
          <p:cNvSpPr/>
          <p:nvPr/>
        </p:nvSpPr>
        <p:spPr>
          <a:xfrm>
            <a:off x="5004000" y="1845000"/>
            <a:ext cx="432000" cy="72000"/>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00" name="Gerade Verbindung mit Pfeil 199"/>
          <p:cNvCxnSpPr/>
          <p:nvPr/>
        </p:nvCxnSpPr>
        <p:spPr>
          <a:xfrm flipH="1">
            <a:off x="900000" y="1629000"/>
            <a:ext cx="490" cy="136795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Rechteck 58"/>
          <p:cNvSpPr/>
          <p:nvPr/>
        </p:nvSpPr>
        <p:spPr>
          <a:xfrm>
            <a:off x="180000" y="450893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 name="Rechteck 63"/>
          <p:cNvSpPr/>
          <p:nvPr/>
        </p:nvSpPr>
        <p:spPr>
          <a:xfrm>
            <a:off x="324020" y="450893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Row Match</a:t>
            </a:r>
            <a:br>
              <a:rPr lang="en-US" sz="1000" dirty="0">
                <a:solidFill>
                  <a:schemeClr val="tx1"/>
                </a:solidFill>
              </a:rPr>
            </a:br>
            <a:r>
              <a:rPr lang="en-US" sz="1000" dirty="0">
                <a:solidFill>
                  <a:schemeClr val="tx1"/>
                </a:solidFill>
              </a:rPr>
              <a:t>Identifier</a:t>
            </a:r>
            <a:br>
              <a:rPr lang="en-US" sz="1000" dirty="0">
                <a:solidFill>
                  <a:schemeClr val="tx1"/>
                </a:solidFill>
              </a:rPr>
            </a:br>
            <a:r>
              <a:rPr lang="en-US" sz="1000" dirty="0">
                <a:solidFill>
                  <a:schemeClr val="tx1"/>
                </a:solidFill>
              </a:rPr>
              <a:t>columns</a:t>
            </a:r>
          </a:p>
        </p:txBody>
      </p:sp>
      <p:cxnSp>
        <p:nvCxnSpPr>
          <p:cNvPr id="5" name="Gerader Verbinder 4"/>
          <p:cNvCxnSpPr/>
          <p:nvPr/>
        </p:nvCxnSpPr>
        <p:spPr>
          <a:xfrm>
            <a:off x="180000" y="242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p:cNvCxnSpPr/>
          <p:nvPr/>
        </p:nvCxnSpPr>
        <p:spPr>
          <a:xfrm>
            <a:off x="180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Gerader Verbinder 68"/>
          <p:cNvCxnSpPr/>
          <p:nvPr/>
        </p:nvCxnSpPr>
        <p:spPr>
          <a:xfrm>
            <a:off x="180000" y="2925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Gerader Verbinder 69"/>
          <p:cNvCxnSpPr/>
          <p:nvPr/>
        </p:nvCxnSpPr>
        <p:spPr>
          <a:xfrm>
            <a:off x="180000" y="170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Rechteck 81"/>
          <p:cNvSpPr/>
          <p:nvPr/>
        </p:nvSpPr>
        <p:spPr>
          <a:xfrm>
            <a:off x="2555940" y="1701270"/>
            <a:ext cx="43206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3" name="Rechteck 82"/>
          <p:cNvSpPr/>
          <p:nvPr/>
        </p:nvSpPr>
        <p:spPr>
          <a:xfrm>
            <a:off x="1908000" y="170127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86" name="Gerader Verbinder 85"/>
          <p:cNvCxnSpPr/>
          <p:nvPr/>
        </p:nvCxnSpPr>
        <p:spPr>
          <a:xfrm>
            <a:off x="324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Gerader Verbinder 86"/>
          <p:cNvCxnSpPr/>
          <p:nvPr/>
        </p:nvCxnSpPr>
        <p:spPr>
          <a:xfrm>
            <a:off x="2124000" y="249327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Gerader Verbinder 87"/>
          <p:cNvCxnSpPr/>
          <p:nvPr/>
        </p:nvCxnSpPr>
        <p:spPr>
          <a:xfrm>
            <a:off x="2124000" y="177327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Gerade Verbindung mit Pfeil 101"/>
          <p:cNvCxnSpPr>
            <a:endCxn id="216" idx="1"/>
          </p:cNvCxnSpPr>
          <p:nvPr/>
        </p:nvCxnSpPr>
        <p:spPr>
          <a:xfrm>
            <a:off x="756000" y="1845000"/>
            <a:ext cx="1152170" cy="21608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Gerade Verbindung mit Pfeil 107"/>
          <p:cNvCxnSpPr/>
          <p:nvPr/>
        </p:nvCxnSpPr>
        <p:spPr>
          <a:xfrm>
            <a:off x="468000" y="1845000"/>
            <a:ext cx="1657980" cy="15906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3" name="Rechteck 102"/>
          <p:cNvSpPr/>
          <p:nvPr/>
        </p:nvSpPr>
        <p:spPr>
          <a:xfrm>
            <a:off x="2988000" y="1701000"/>
            <a:ext cx="144000" cy="7200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4" name="Rechteck 103"/>
          <p:cNvSpPr/>
          <p:nvPr/>
        </p:nvSpPr>
        <p:spPr>
          <a:xfrm>
            <a:off x="2988000" y="2133000"/>
            <a:ext cx="144000" cy="7200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5" name="Rechteck 104"/>
          <p:cNvSpPr/>
          <p:nvPr/>
        </p:nvSpPr>
        <p:spPr>
          <a:xfrm flipV="1">
            <a:off x="2988000" y="2277000"/>
            <a:ext cx="144000" cy="14400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6" name="Rechteck 105"/>
          <p:cNvSpPr/>
          <p:nvPr/>
        </p:nvSpPr>
        <p:spPr>
          <a:xfrm>
            <a:off x="2988000" y="2493000"/>
            <a:ext cx="144000" cy="7200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7" name="Rechteck 106"/>
          <p:cNvSpPr/>
          <p:nvPr/>
        </p:nvSpPr>
        <p:spPr>
          <a:xfrm>
            <a:off x="2988000" y="2061000"/>
            <a:ext cx="144000" cy="72000"/>
          </a:xfrm>
          <a:prstGeom prst="rect">
            <a:avLst/>
          </a:prstGeom>
          <a:solidFill>
            <a:srgbClr val="66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7" name="Rechteck 116">
            <a:extLst>
              <a:ext uri="{FF2B5EF4-FFF2-40B4-BE49-F238E27FC236}">
                <a16:creationId xmlns:a16="http://schemas.microsoft.com/office/drawing/2014/main" id="{EB0460A9-0766-4F00-8A4E-C5002FB66D4E}"/>
              </a:ext>
            </a:extLst>
          </p:cNvPr>
          <p:cNvSpPr/>
          <p:nvPr/>
        </p:nvSpPr>
        <p:spPr>
          <a:xfrm>
            <a:off x="1475656" y="3933000"/>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9" name="Rechteck 118">
            <a:extLst>
              <a:ext uri="{FF2B5EF4-FFF2-40B4-BE49-F238E27FC236}">
                <a16:creationId xmlns:a16="http://schemas.microsoft.com/office/drawing/2014/main" id="{6D731157-23C6-4160-A84F-2EA9D946BA99}"/>
              </a:ext>
            </a:extLst>
          </p:cNvPr>
          <p:cNvSpPr/>
          <p:nvPr/>
        </p:nvSpPr>
        <p:spPr>
          <a:xfrm>
            <a:off x="1475656" y="4509000"/>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1" name="Rechteck 120">
            <a:extLst>
              <a:ext uri="{FF2B5EF4-FFF2-40B4-BE49-F238E27FC236}">
                <a16:creationId xmlns:a16="http://schemas.microsoft.com/office/drawing/2014/main" id="{F449F353-105C-47C5-A572-E93143E74FA8}"/>
              </a:ext>
            </a:extLst>
          </p:cNvPr>
          <p:cNvSpPr/>
          <p:nvPr/>
        </p:nvSpPr>
        <p:spPr>
          <a:xfrm>
            <a:off x="1619656" y="450893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identify groups</a:t>
            </a:r>
          </a:p>
          <a:p>
            <a:r>
              <a:rPr lang="en-US" sz="1000" dirty="0">
                <a:solidFill>
                  <a:schemeClr val="tx1"/>
                </a:solidFill>
              </a:rPr>
              <a:t>in target table</a:t>
            </a:r>
          </a:p>
        </p:txBody>
      </p:sp>
      <p:sp>
        <p:nvSpPr>
          <p:cNvPr id="129" name="Rechteck 128">
            <a:extLst>
              <a:ext uri="{FF2B5EF4-FFF2-40B4-BE49-F238E27FC236}">
                <a16:creationId xmlns:a16="http://schemas.microsoft.com/office/drawing/2014/main" id="{D5C8F4B7-6647-4D95-8C4E-C6606F0176C6}"/>
              </a:ext>
            </a:extLst>
          </p:cNvPr>
          <p:cNvSpPr/>
          <p:nvPr/>
        </p:nvSpPr>
        <p:spPr>
          <a:xfrm>
            <a:off x="2915836" y="3933000"/>
            <a:ext cx="144020" cy="5040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0" name="Rechteck 129">
            <a:extLst>
              <a:ext uri="{FF2B5EF4-FFF2-40B4-BE49-F238E27FC236}">
                <a16:creationId xmlns:a16="http://schemas.microsoft.com/office/drawing/2014/main" id="{6A3594B0-699A-4C09-833F-47FD2DA820AD}"/>
              </a:ext>
            </a:extLst>
          </p:cNvPr>
          <p:cNvSpPr/>
          <p:nvPr/>
        </p:nvSpPr>
        <p:spPr>
          <a:xfrm>
            <a:off x="305985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Comparison</a:t>
            </a:r>
          </a:p>
          <a:p>
            <a:r>
              <a:rPr lang="en-US" sz="1000" dirty="0">
                <a:solidFill>
                  <a:schemeClr val="tx1"/>
                </a:solidFill>
              </a:rPr>
              <a:t>Report</a:t>
            </a:r>
          </a:p>
          <a:p>
            <a:r>
              <a:rPr lang="en-US" sz="1000" dirty="0">
                <a:solidFill>
                  <a:schemeClr val="tx1"/>
                </a:solidFill>
              </a:rPr>
              <a:t>(4 new columns)</a:t>
            </a:r>
          </a:p>
        </p:txBody>
      </p:sp>
      <p:sp>
        <p:nvSpPr>
          <p:cNvPr id="131" name="Rechteck 130">
            <a:extLst>
              <a:ext uri="{FF2B5EF4-FFF2-40B4-BE49-F238E27FC236}">
                <a16:creationId xmlns:a16="http://schemas.microsoft.com/office/drawing/2014/main" id="{936ED057-0759-4FD3-83F1-FA81762821C0}"/>
              </a:ext>
            </a:extLst>
          </p:cNvPr>
          <p:cNvSpPr/>
          <p:nvPr/>
        </p:nvSpPr>
        <p:spPr>
          <a:xfrm>
            <a:off x="2915816" y="4509070"/>
            <a:ext cx="144020" cy="50407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2" name="Rechteck 131">
            <a:extLst>
              <a:ext uri="{FF2B5EF4-FFF2-40B4-BE49-F238E27FC236}">
                <a16:creationId xmlns:a16="http://schemas.microsoft.com/office/drawing/2014/main" id="{AF626075-54DE-438E-A01E-C80E63F28601}"/>
              </a:ext>
            </a:extLst>
          </p:cNvPr>
          <p:cNvSpPr/>
          <p:nvPr/>
        </p:nvSpPr>
        <p:spPr>
          <a:xfrm>
            <a:off x="3059836" y="4509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match groups</a:t>
            </a:r>
          </a:p>
        </p:txBody>
      </p:sp>
      <p:cxnSp>
        <p:nvCxnSpPr>
          <p:cNvPr id="133" name="Gerade Verbindung mit Pfeil 132">
            <a:extLst>
              <a:ext uri="{FF2B5EF4-FFF2-40B4-BE49-F238E27FC236}">
                <a16:creationId xmlns:a16="http://schemas.microsoft.com/office/drawing/2014/main" id="{EA2C0B76-2329-4CEA-8CF0-35FF839E28B7}"/>
              </a:ext>
            </a:extLst>
          </p:cNvPr>
          <p:cNvCxnSpPr/>
          <p:nvPr/>
        </p:nvCxnSpPr>
        <p:spPr>
          <a:xfrm>
            <a:off x="4211836" y="3789000"/>
            <a:ext cx="432000" cy="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 name="Rechteck 133">
            <a:extLst>
              <a:ext uri="{FF2B5EF4-FFF2-40B4-BE49-F238E27FC236}">
                <a16:creationId xmlns:a16="http://schemas.microsoft.com/office/drawing/2014/main" id="{E8880695-3CF5-4B12-B633-D5094967FD0B}"/>
              </a:ext>
            </a:extLst>
          </p:cNvPr>
          <p:cNvSpPr/>
          <p:nvPr/>
        </p:nvSpPr>
        <p:spPr>
          <a:xfrm>
            <a:off x="4715676" y="3717000"/>
            <a:ext cx="129616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Relationship of</a:t>
            </a:r>
          </a:p>
          <a:p>
            <a:r>
              <a:rPr lang="en-US" sz="1000" dirty="0">
                <a:solidFill>
                  <a:schemeClr val="tx1"/>
                </a:solidFill>
              </a:rPr>
              <a:t>columns being checked</a:t>
            </a:r>
          </a:p>
        </p:txBody>
      </p:sp>
      <p:cxnSp>
        <p:nvCxnSpPr>
          <p:cNvPr id="135" name="Gerade Verbindung mit Pfeil 134">
            <a:extLst>
              <a:ext uri="{FF2B5EF4-FFF2-40B4-BE49-F238E27FC236}">
                <a16:creationId xmlns:a16="http://schemas.microsoft.com/office/drawing/2014/main" id="{FE880855-7347-4B4D-8764-74E4855A6370}"/>
              </a:ext>
            </a:extLst>
          </p:cNvPr>
          <p:cNvCxnSpPr/>
          <p:nvPr/>
        </p:nvCxnSpPr>
        <p:spPr>
          <a:xfrm>
            <a:off x="4211836" y="4149000"/>
            <a:ext cx="432000" cy="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6" name="Rechteck 135">
            <a:extLst>
              <a:ext uri="{FF2B5EF4-FFF2-40B4-BE49-F238E27FC236}">
                <a16:creationId xmlns:a16="http://schemas.microsoft.com/office/drawing/2014/main" id="{8E88186F-02AB-48D8-A565-BF9D824A133E}"/>
              </a:ext>
            </a:extLst>
          </p:cNvPr>
          <p:cNvSpPr/>
          <p:nvPr/>
        </p:nvSpPr>
        <p:spPr>
          <a:xfrm>
            <a:off x="4715676" y="4077000"/>
            <a:ext cx="129616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All corresponding</a:t>
            </a:r>
          </a:p>
          <a:p>
            <a:r>
              <a:rPr lang="en-US" sz="1000" dirty="0">
                <a:solidFill>
                  <a:schemeClr val="tx1"/>
                </a:solidFill>
              </a:rPr>
              <a:t>columns must match</a:t>
            </a:r>
          </a:p>
        </p:txBody>
      </p:sp>
      <p:sp>
        <p:nvSpPr>
          <p:cNvPr id="137" name="Rechteck 136">
            <a:extLst>
              <a:ext uri="{FF2B5EF4-FFF2-40B4-BE49-F238E27FC236}">
                <a16:creationId xmlns:a16="http://schemas.microsoft.com/office/drawing/2014/main" id="{4E962F57-2355-420A-A8F3-A677A51B4C28}"/>
              </a:ext>
            </a:extLst>
          </p:cNvPr>
          <p:cNvSpPr/>
          <p:nvPr/>
        </p:nvSpPr>
        <p:spPr>
          <a:xfrm>
            <a:off x="4211836" y="4509070"/>
            <a:ext cx="144020" cy="50407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8" name="Rechteck 137">
            <a:extLst>
              <a:ext uri="{FF2B5EF4-FFF2-40B4-BE49-F238E27FC236}">
                <a16:creationId xmlns:a16="http://schemas.microsoft.com/office/drawing/2014/main" id="{0991E13B-DD33-42A8-82D7-B3337D0B6E45}"/>
              </a:ext>
            </a:extLst>
          </p:cNvPr>
          <p:cNvSpPr/>
          <p:nvPr/>
        </p:nvSpPr>
        <p:spPr>
          <a:xfrm>
            <a:off x="4355856" y="4509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Additional Check</a:t>
            </a:r>
          </a:p>
          <a:p>
            <a:r>
              <a:rPr lang="en-US" sz="1000" dirty="0">
                <a:solidFill>
                  <a:schemeClr val="tx1"/>
                </a:solidFill>
              </a:rPr>
              <a:t>Column</a:t>
            </a:r>
          </a:p>
        </p:txBody>
      </p:sp>
      <p:sp>
        <p:nvSpPr>
          <p:cNvPr id="109" name="Rechteck 108">
            <a:extLst>
              <a:ext uri="{FF2B5EF4-FFF2-40B4-BE49-F238E27FC236}">
                <a16:creationId xmlns:a16="http://schemas.microsoft.com/office/drawing/2014/main" id="{F0A86231-682E-4B6C-9DB1-E16574540C3D}"/>
              </a:ext>
            </a:extLst>
          </p:cNvPr>
          <p:cNvSpPr/>
          <p:nvPr/>
        </p:nvSpPr>
        <p:spPr>
          <a:xfrm>
            <a:off x="323410"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br>
              <a:rPr lang="en-US" sz="1000" dirty="0">
                <a:solidFill>
                  <a:schemeClr val="tx1"/>
                </a:solidFill>
              </a:rPr>
            </a:br>
            <a:r>
              <a:rPr lang="en-US" sz="1000" dirty="0">
                <a:solidFill>
                  <a:schemeClr val="tx1"/>
                </a:solidFill>
              </a:rPr>
              <a:t>to validate</a:t>
            </a:r>
          </a:p>
          <a:p>
            <a:r>
              <a:rPr lang="en-US" sz="1000" dirty="0">
                <a:solidFill>
                  <a:schemeClr val="tx1"/>
                </a:solidFill>
              </a:rPr>
              <a:t>Actual Data</a:t>
            </a:r>
          </a:p>
        </p:txBody>
      </p:sp>
      <p:sp>
        <p:nvSpPr>
          <p:cNvPr id="110" name="Rechteck 109">
            <a:extLst>
              <a:ext uri="{FF2B5EF4-FFF2-40B4-BE49-F238E27FC236}">
                <a16:creationId xmlns:a16="http://schemas.microsoft.com/office/drawing/2014/main" id="{55A526ED-C9DC-434C-8712-6D58CB6AE346}"/>
              </a:ext>
            </a:extLst>
          </p:cNvPr>
          <p:cNvSpPr/>
          <p:nvPr/>
        </p:nvSpPr>
        <p:spPr>
          <a:xfrm>
            <a:off x="161967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validate</a:t>
            </a:r>
          </a:p>
          <a:p>
            <a:r>
              <a:rPr lang="en-US" sz="1000" dirty="0">
                <a:solidFill>
                  <a:schemeClr val="tx1"/>
                </a:solidFill>
              </a:rPr>
              <a:t>Rules</a:t>
            </a:r>
          </a:p>
        </p:txBody>
      </p:sp>
    </p:spTree>
    <p:extLst>
      <p:ext uri="{BB962C8B-B14F-4D97-AF65-F5344CB8AC3E}">
        <p14:creationId xmlns:p14="http://schemas.microsoft.com/office/powerpoint/2010/main" val="35253542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Rechteck 114"/>
          <p:cNvSpPr/>
          <p:nvPr/>
        </p:nvSpPr>
        <p:spPr>
          <a:xfrm>
            <a:off x="3132000" y="1701000"/>
            <a:ext cx="144000" cy="72000"/>
          </a:xfrm>
          <a:prstGeom prst="rect">
            <a:avLst/>
          </a:prstGeom>
          <a:solidFill>
            <a:srgbClr val="E8D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6" name="Rechteck 115"/>
          <p:cNvSpPr/>
          <p:nvPr/>
        </p:nvSpPr>
        <p:spPr>
          <a:xfrm>
            <a:off x="3132000" y="2133000"/>
            <a:ext cx="144000" cy="72000"/>
          </a:xfrm>
          <a:prstGeom prst="rect">
            <a:avLst/>
          </a:prstGeom>
          <a:solidFill>
            <a:srgbClr val="E8D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7" name="Rechteck 116"/>
          <p:cNvSpPr/>
          <p:nvPr/>
        </p:nvSpPr>
        <p:spPr>
          <a:xfrm flipV="1">
            <a:off x="3132000" y="2277000"/>
            <a:ext cx="144000" cy="144000"/>
          </a:xfrm>
          <a:prstGeom prst="rect">
            <a:avLst/>
          </a:prstGeom>
          <a:solidFill>
            <a:srgbClr val="E8D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8" name="Rechteck 117"/>
          <p:cNvSpPr/>
          <p:nvPr/>
        </p:nvSpPr>
        <p:spPr>
          <a:xfrm>
            <a:off x="3132000" y="2493000"/>
            <a:ext cx="144000" cy="72000"/>
          </a:xfrm>
          <a:prstGeom prst="rect">
            <a:avLst/>
          </a:prstGeom>
          <a:solidFill>
            <a:srgbClr val="E8D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9" name="Rechteck 118"/>
          <p:cNvSpPr/>
          <p:nvPr/>
        </p:nvSpPr>
        <p:spPr>
          <a:xfrm>
            <a:off x="3132000" y="2061000"/>
            <a:ext cx="144000" cy="72000"/>
          </a:xfrm>
          <a:prstGeom prst="rect">
            <a:avLst/>
          </a:prstGeom>
          <a:solidFill>
            <a:srgbClr val="66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3" name="Rechteck 92"/>
          <p:cNvSpPr/>
          <p:nvPr/>
        </p:nvSpPr>
        <p:spPr>
          <a:xfrm>
            <a:off x="4068000" y="1557000"/>
            <a:ext cx="144000" cy="151200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4" name="Rechteck 93"/>
          <p:cNvSpPr/>
          <p:nvPr/>
        </p:nvSpPr>
        <p:spPr>
          <a:xfrm>
            <a:off x="4068000" y="1845000"/>
            <a:ext cx="144000" cy="360000"/>
          </a:xfrm>
          <a:prstGeom prst="rect">
            <a:avLst/>
          </a:prstGeom>
          <a:solidFill>
            <a:srgbClr val="FF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5" name="Rechteck 94"/>
          <p:cNvSpPr/>
          <p:nvPr/>
        </p:nvSpPr>
        <p:spPr>
          <a:xfrm>
            <a:off x="3924000" y="1557000"/>
            <a:ext cx="144000" cy="151200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6" name="Rechteck 95"/>
          <p:cNvSpPr/>
          <p:nvPr/>
        </p:nvSpPr>
        <p:spPr>
          <a:xfrm>
            <a:off x="3924000" y="1845000"/>
            <a:ext cx="144000" cy="36000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97" name="Gerader Verbinder 96"/>
          <p:cNvCxnSpPr/>
          <p:nvPr/>
        </p:nvCxnSpPr>
        <p:spPr>
          <a:xfrm>
            <a:off x="3924000" y="242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Gerader Verbinder 97"/>
          <p:cNvCxnSpPr/>
          <p:nvPr/>
        </p:nvCxnSpPr>
        <p:spPr>
          <a:xfrm>
            <a:off x="3924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Gerader Verbinder 98"/>
          <p:cNvCxnSpPr/>
          <p:nvPr/>
        </p:nvCxnSpPr>
        <p:spPr>
          <a:xfrm>
            <a:off x="3924000" y="2925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Gerader Verbinder 99"/>
          <p:cNvCxnSpPr/>
          <p:nvPr/>
        </p:nvCxnSpPr>
        <p:spPr>
          <a:xfrm>
            <a:off x="3924000" y="170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Gerader Verbinder 100"/>
          <p:cNvCxnSpPr/>
          <p:nvPr/>
        </p:nvCxnSpPr>
        <p:spPr>
          <a:xfrm>
            <a:off x="4068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Rechteck 83"/>
          <p:cNvSpPr/>
          <p:nvPr/>
        </p:nvSpPr>
        <p:spPr>
          <a:xfrm>
            <a:off x="2124000" y="1557270"/>
            <a:ext cx="144000" cy="108000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5" name="Rechteck 84"/>
          <p:cNvSpPr/>
          <p:nvPr/>
        </p:nvSpPr>
        <p:spPr>
          <a:xfrm>
            <a:off x="2124000" y="1989270"/>
            <a:ext cx="144000" cy="288000"/>
          </a:xfrm>
          <a:prstGeom prst="rect">
            <a:avLst/>
          </a:prstGeom>
          <a:solidFill>
            <a:srgbClr val="FF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0" name="Rechteck 79"/>
          <p:cNvSpPr/>
          <p:nvPr/>
        </p:nvSpPr>
        <p:spPr>
          <a:xfrm>
            <a:off x="2555940" y="2277280"/>
            <a:ext cx="43206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1" name="Rechteck 80"/>
          <p:cNvSpPr/>
          <p:nvPr/>
        </p:nvSpPr>
        <p:spPr>
          <a:xfrm>
            <a:off x="2555940" y="2493280"/>
            <a:ext cx="43206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6" name="Rechteck 65"/>
          <p:cNvSpPr/>
          <p:nvPr/>
        </p:nvSpPr>
        <p:spPr>
          <a:xfrm>
            <a:off x="1908000" y="1557270"/>
            <a:ext cx="144000" cy="108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7" name="Rechteck 76"/>
          <p:cNvSpPr/>
          <p:nvPr/>
        </p:nvSpPr>
        <p:spPr>
          <a:xfrm>
            <a:off x="1908000" y="227728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9" name="Rechteck 78"/>
          <p:cNvSpPr/>
          <p:nvPr/>
        </p:nvSpPr>
        <p:spPr>
          <a:xfrm>
            <a:off x="1908000" y="249328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5" name="Rechteck 74"/>
          <p:cNvSpPr/>
          <p:nvPr/>
        </p:nvSpPr>
        <p:spPr>
          <a:xfrm>
            <a:off x="324000" y="1557000"/>
            <a:ext cx="144000" cy="151200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6" name="Rechteck 75"/>
          <p:cNvSpPr/>
          <p:nvPr/>
        </p:nvSpPr>
        <p:spPr>
          <a:xfrm>
            <a:off x="324000" y="1845000"/>
            <a:ext cx="144000" cy="360000"/>
          </a:xfrm>
          <a:prstGeom prst="rect">
            <a:avLst/>
          </a:prstGeom>
          <a:solidFill>
            <a:srgbClr val="FFFF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7" name="Rechteck 56"/>
          <p:cNvSpPr/>
          <p:nvPr/>
        </p:nvSpPr>
        <p:spPr>
          <a:xfrm>
            <a:off x="180000" y="1557000"/>
            <a:ext cx="144000" cy="151200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8" name="Rechteck 57"/>
          <p:cNvSpPr/>
          <p:nvPr/>
        </p:nvSpPr>
        <p:spPr>
          <a:xfrm>
            <a:off x="180000" y="1845000"/>
            <a:ext cx="144000" cy="36000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2" name="Rechteck 71"/>
          <p:cNvSpPr/>
          <p:nvPr/>
        </p:nvSpPr>
        <p:spPr>
          <a:xfrm>
            <a:off x="4356000" y="1557000"/>
            <a:ext cx="144000" cy="1512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3" name="Rechteck 72"/>
          <p:cNvSpPr/>
          <p:nvPr/>
        </p:nvSpPr>
        <p:spPr>
          <a:xfrm>
            <a:off x="4356000" y="184500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5" name="Rechteck 64"/>
          <p:cNvSpPr/>
          <p:nvPr/>
        </p:nvSpPr>
        <p:spPr>
          <a:xfrm>
            <a:off x="612000" y="1557000"/>
            <a:ext cx="144000" cy="1512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1" name="Rechteck 70"/>
          <p:cNvSpPr/>
          <p:nvPr/>
        </p:nvSpPr>
        <p:spPr>
          <a:xfrm>
            <a:off x="612000" y="184500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7" name="Rechteck 66"/>
          <p:cNvSpPr/>
          <p:nvPr/>
        </p:nvSpPr>
        <p:spPr>
          <a:xfrm>
            <a:off x="1908000" y="206128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5" name="Rechteck 324"/>
          <p:cNvSpPr/>
          <p:nvPr/>
        </p:nvSpPr>
        <p:spPr>
          <a:xfrm>
            <a:off x="2555940" y="2061280"/>
            <a:ext cx="43206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2555940" y="2061280"/>
            <a:ext cx="432060" cy="72000"/>
          </a:xfrm>
          <a:prstGeom prst="rect">
            <a:avLst/>
          </a:prstGeom>
          <a:solidFill>
            <a:srgbClr val="92D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5148000" y="1557000"/>
            <a:ext cx="432000" cy="1512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1908170" y="1485000"/>
            <a:ext cx="1367830" cy="1152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p:cNvSpPr/>
          <p:nvPr/>
        </p:nvSpPr>
        <p:spPr>
          <a:xfrm>
            <a:off x="1908170" y="1557010"/>
            <a:ext cx="1367830" cy="1080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Validation – Output Models</a:t>
            </a:r>
          </a:p>
        </p:txBody>
      </p:sp>
      <p:sp>
        <p:nvSpPr>
          <p:cNvPr id="4" name="Textplatzhalter 3"/>
          <p:cNvSpPr>
            <a:spLocks noGrp="1"/>
          </p:cNvSpPr>
          <p:nvPr>
            <p:ph type="body" sz="quarter" idx="16"/>
          </p:nvPr>
        </p:nvSpPr>
        <p:spPr/>
        <p:txBody>
          <a:bodyPr/>
          <a:lstStyle/>
          <a:p>
            <a:endParaRPr lang="en-US" dirty="0"/>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a:t>
            </a:r>
          </a:p>
        </p:txBody>
      </p:sp>
      <p:sp>
        <p:nvSpPr>
          <p:cNvPr id="298" name="Rechteck 297"/>
          <p:cNvSpPr/>
          <p:nvPr/>
        </p:nvSpPr>
        <p:spPr>
          <a:xfrm>
            <a:off x="190817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Reference Table</a:t>
            </a:r>
          </a:p>
        </p:txBody>
      </p:sp>
      <p:sp>
        <p:nvSpPr>
          <p:cNvPr id="372" name="Rechteck 371"/>
          <p:cNvSpPr/>
          <p:nvPr/>
        </p:nvSpPr>
        <p:spPr>
          <a:xfrm>
            <a:off x="179390" y="1484730"/>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179390" y="155674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9" name="Rechteck 388"/>
          <p:cNvSpPr/>
          <p:nvPr/>
        </p:nvSpPr>
        <p:spPr>
          <a:xfrm>
            <a:off x="180000" y="981000"/>
            <a:ext cx="720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validate (Target Table, Reference Table, {</a:t>
            </a:r>
            <a:r>
              <a:rPr lang="en-US" sz="1100" b="1" dirty="0">
                <a:solidFill>
                  <a:srgbClr val="00CC99"/>
                </a:solidFill>
              </a:rPr>
              <a:t>Data Columns</a:t>
            </a:r>
            <a:r>
              <a:rPr lang="en-US" sz="1100" b="1" dirty="0">
                <a:solidFill>
                  <a:schemeClr val="tx1"/>
                </a:solidFill>
              </a:rPr>
              <a:t>}, {</a:t>
            </a:r>
            <a:r>
              <a:rPr lang="en-US" sz="1100" b="1" dirty="0">
                <a:solidFill>
                  <a:srgbClr val="C00000"/>
                </a:solidFill>
              </a:rPr>
              <a:t>Row Match Identifiers</a:t>
            </a:r>
            <a:r>
              <a:rPr lang="en-US" sz="1100" b="1" dirty="0">
                <a:solidFill>
                  <a:schemeClr val="tx1"/>
                </a:solidFill>
              </a:rPr>
              <a:t>}, {</a:t>
            </a:r>
            <a:r>
              <a:rPr lang="en-US" sz="1100" b="1" dirty="0">
                <a:solidFill>
                  <a:schemeClr val="accent4"/>
                </a:solidFill>
              </a:rPr>
              <a:t>Group Identifier</a:t>
            </a:r>
            <a:br>
              <a:rPr lang="en-US" sz="1100" b="1" dirty="0">
                <a:solidFill>
                  <a:schemeClr val="accent4"/>
                </a:solidFill>
              </a:rPr>
            </a:br>
            <a:r>
              <a:rPr lang="en-US" sz="1100" b="1" dirty="0">
                <a:solidFill>
                  <a:schemeClr val="accent4"/>
                </a:solidFill>
              </a:rPr>
              <a:t>Columns</a:t>
            </a:r>
            <a:r>
              <a:rPr lang="en-US" sz="1100" b="1" dirty="0">
                <a:solidFill>
                  <a:schemeClr val="tx1"/>
                </a:solidFill>
              </a:rPr>
              <a:t>}, {</a:t>
            </a:r>
            <a:r>
              <a:rPr lang="en-US" sz="1100" b="1" dirty="0">
                <a:solidFill>
                  <a:srgbClr val="C0C000"/>
                </a:solidFill>
              </a:rPr>
              <a:t>Group Match Columns</a:t>
            </a:r>
            <a:r>
              <a:rPr lang="en-US" sz="1100" b="1" dirty="0">
                <a:solidFill>
                  <a:schemeClr val="tx1"/>
                </a:solidFill>
              </a:rPr>
              <a:t>}, </a:t>
            </a:r>
            <a:r>
              <a:rPr lang="en-US" sz="1100" b="1" dirty="0">
                <a:solidFill>
                  <a:srgbClr val="0000FF"/>
                </a:solidFill>
              </a:rPr>
              <a:t>Additional Check Column</a:t>
            </a:r>
            <a:r>
              <a:rPr lang="en-US" sz="1100" b="1" dirty="0">
                <a:solidFill>
                  <a:schemeClr val="tx1"/>
                </a:solidFill>
              </a:rPr>
              <a:t>, </a:t>
            </a:r>
            <a:r>
              <a:rPr lang="en-US" sz="1100" b="1" dirty="0">
                <a:solidFill>
                  <a:srgbClr val="CC66FF"/>
                </a:solidFill>
              </a:rPr>
              <a:t>Comparison Directions</a:t>
            </a:r>
            <a:r>
              <a:rPr lang="en-US" sz="1100" b="1" dirty="0">
                <a:solidFill>
                  <a:schemeClr val="tx1"/>
                </a:solidFill>
              </a:rPr>
              <a:t> );</a:t>
            </a:r>
          </a:p>
        </p:txBody>
      </p:sp>
      <p:sp>
        <p:nvSpPr>
          <p:cNvPr id="397" name="Rechteck 396"/>
          <p:cNvSpPr/>
          <p:nvPr/>
        </p:nvSpPr>
        <p:spPr>
          <a:xfrm>
            <a:off x="180000" y="3141000"/>
            <a:ext cx="532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For every group, and then for every row in the Target Table:</a:t>
            </a:r>
            <a:br>
              <a:rPr lang="en-US" sz="1000" dirty="0">
                <a:solidFill>
                  <a:schemeClr val="tx1"/>
                </a:solidFill>
              </a:rPr>
            </a:br>
            <a:r>
              <a:rPr lang="en-US" sz="1000" dirty="0">
                <a:solidFill>
                  <a:schemeClr val="tx1"/>
                </a:solidFill>
              </a:rPr>
              <a:t>All rows in the Reference Table which share the same contents in the Row Match Identifier</a:t>
            </a:r>
          </a:p>
          <a:p>
            <a:r>
              <a:rPr lang="en-US" sz="1000" dirty="0">
                <a:solidFill>
                  <a:schemeClr val="tx1"/>
                </a:solidFill>
              </a:rPr>
              <a:t>Columns as in the Target Table will be checked from top to the end until a first successful match is made.</a:t>
            </a:r>
          </a:p>
          <a:p>
            <a:r>
              <a:rPr lang="en-US" sz="1000" dirty="0">
                <a:solidFill>
                  <a:schemeClr val="tx1"/>
                </a:solidFill>
              </a:rPr>
              <a:t>The result will be written into the Comparison Report columns.</a:t>
            </a:r>
          </a:p>
        </p:txBody>
      </p:sp>
      <p:sp>
        <p:nvSpPr>
          <p:cNvPr id="296" name="Rechteck 295"/>
          <p:cNvSpPr/>
          <p:nvPr/>
        </p:nvSpPr>
        <p:spPr>
          <a:xfrm>
            <a:off x="827480" y="155674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0" name="Rechteck 359"/>
          <p:cNvSpPr/>
          <p:nvPr/>
        </p:nvSpPr>
        <p:spPr>
          <a:xfrm>
            <a:off x="179390" y="3933000"/>
            <a:ext cx="144020" cy="50407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75" name="Gerade Verbindung 374"/>
          <p:cNvCxnSpPr/>
          <p:nvPr/>
        </p:nvCxnSpPr>
        <p:spPr>
          <a:xfrm>
            <a:off x="17939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60" name="Rechteck 259"/>
          <p:cNvSpPr/>
          <p:nvPr/>
        </p:nvSpPr>
        <p:spPr>
          <a:xfrm>
            <a:off x="179390" y="184478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1" name="Rechteck 60"/>
          <p:cNvSpPr/>
          <p:nvPr/>
        </p:nvSpPr>
        <p:spPr>
          <a:xfrm>
            <a:off x="827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2" name="Rechteck 61"/>
          <p:cNvSpPr/>
          <p:nvPr/>
        </p:nvSpPr>
        <p:spPr>
          <a:xfrm>
            <a:off x="97148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3" name="Rechteck 62"/>
          <p:cNvSpPr/>
          <p:nvPr/>
        </p:nvSpPr>
        <p:spPr>
          <a:xfrm>
            <a:off x="1115520" y="184478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78" name="Gerade Verbindung 77"/>
          <p:cNvCxnSpPr/>
          <p:nvPr/>
        </p:nvCxnSpPr>
        <p:spPr>
          <a:xfrm flipV="1">
            <a:off x="1908170" y="1557000"/>
            <a:ext cx="1367830" cy="10"/>
          </a:xfrm>
          <a:prstGeom prst="line">
            <a:avLst/>
          </a:prstGeom>
        </p:spPr>
        <p:style>
          <a:lnRef idx="1">
            <a:schemeClr val="accent1"/>
          </a:lnRef>
          <a:fillRef idx="0">
            <a:schemeClr val="accent1"/>
          </a:fillRef>
          <a:effectRef idx="0">
            <a:schemeClr val="accent1"/>
          </a:effectRef>
          <a:fontRef idx="minor">
            <a:schemeClr val="tx1"/>
          </a:fontRef>
        </p:style>
      </p:cxnSp>
      <p:sp>
        <p:nvSpPr>
          <p:cNvPr id="170" name="Rechteck 169"/>
          <p:cNvSpPr/>
          <p:nvPr/>
        </p:nvSpPr>
        <p:spPr>
          <a:xfrm>
            <a:off x="1908260" y="206127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4" name="Rechteck 173"/>
          <p:cNvSpPr/>
          <p:nvPr/>
        </p:nvSpPr>
        <p:spPr>
          <a:xfrm>
            <a:off x="1908260" y="213327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2" name="Rechteck 181"/>
          <p:cNvSpPr/>
          <p:nvPr/>
        </p:nvSpPr>
        <p:spPr>
          <a:xfrm>
            <a:off x="3923910" y="134097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 (after function call)</a:t>
            </a:r>
          </a:p>
        </p:txBody>
      </p:sp>
      <p:sp>
        <p:nvSpPr>
          <p:cNvPr id="183" name="Rechteck 182"/>
          <p:cNvSpPr/>
          <p:nvPr/>
        </p:nvSpPr>
        <p:spPr>
          <a:xfrm>
            <a:off x="3923910" y="1484990"/>
            <a:ext cx="165609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4" name="Rechteck 183"/>
          <p:cNvSpPr/>
          <p:nvPr/>
        </p:nvSpPr>
        <p:spPr>
          <a:xfrm>
            <a:off x="3923910" y="155700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5" name="Rechteck 184"/>
          <p:cNvSpPr/>
          <p:nvPr/>
        </p:nvSpPr>
        <p:spPr>
          <a:xfrm>
            <a:off x="4572000" y="1557000"/>
            <a:ext cx="432060" cy="151221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p:cNvSpPr/>
          <p:nvPr/>
        </p:nvSpPr>
        <p:spPr>
          <a:xfrm>
            <a:off x="3923910" y="1845040"/>
            <a:ext cx="165609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8" name="Rechteck 187"/>
          <p:cNvSpPr/>
          <p:nvPr/>
        </p:nvSpPr>
        <p:spPr>
          <a:xfrm>
            <a:off x="4572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471600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4860040" y="1845040"/>
            <a:ext cx="144000" cy="72010"/>
          </a:xfrm>
          <a:prstGeom prst="rect">
            <a:avLst/>
          </a:prstGeom>
          <a:solidFill>
            <a:srgbClr val="33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91" name="Gerade Verbindung mit Pfeil 190"/>
          <p:cNvCxnSpPr/>
          <p:nvPr/>
        </p:nvCxnSpPr>
        <p:spPr>
          <a:xfrm>
            <a:off x="1260000" y="1845000"/>
            <a:ext cx="1292700" cy="21240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Gerader Verbinder 8"/>
          <p:cNvCxnSpPr/>
          <p:nvPr/>
        </p:nvCxnSpPr>
        <p:spPr>
          <a:xfrm>
            <a:off x="2699940" y="2061280"/>
            <a:ext cx="0" cy="14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Gerader Verbinder 191"/>
          <p:cNvCxnSpPr/>
          <p:nvPr/>
        </p:nvCxnSpPr>
        <p:spPr>
          <a:xfrm>
            <a:off x="2843940" y="2061270"/>
            <a:ext cx="0" cy="144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Gerade Verbindung mit Pfeil 192"/>
          <p:cNvCxnSpPr/>
          <p:nvPr/>
        </p:nvCxnSpPr>
        <p:spPr>
          <a:xfrm>
            <a:off x="2484000" y="2089848"/>
            <a:ext cx="0" cy="144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6" name="Gerade Verbindung 374"/>
          <p:cNvCxnSpPr/>
          <p:nvPr/>
        </p:nvCxnSpPr>
        <p:spPr>
          <a:xfrm>
            <a:off x="3923910" y="1557000"/>
            <a:ext cx="165609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Pfeil nach rechts 14"/>
          <p:cNvSpPr/>
          <p:nvPr/>
        </p:nvSpPr>
        <p:spPr>
          <a:xfrm>
            <a:off x="3420000" y="1989000"/>
            <a:ext cx="432000" cy="360000"/>
          </a:xfrm>
          <a:prstGeom prst="rightArrow">
            <a:avLst/>
          </a:prstGeom>
          <a:solidFill>
            <a:schemeClr val="accent1">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99" name="Rechteck 198"/>
          <p:cNvSpPr/>
          <p:nvPr/>
        </p:nvSpPr>
        <p:spPr>
          <a:xfrm>
            <a:off x="5148000" y="1845000"/>
            <a:ext cx="432000" cy="72000"/>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00" name="Gerade Verbindung mit Pfeil 199"/>
          <p:cNvCxnSpPr/>
          <p:nvPr/>
        </p:nvCxnSpPr>
        <p:spPr>
          <a:xfrm flipH="1">
            <a:off x="900000" y="1629000"/>
            <a:ext cx="490" cy="136795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Rechteck 58"/>
          <p:cNvSpPr/>
          <p:nvPr/>
        </p:nvSpPr>
        <p:spPr>
          <a:xfrm>
            <a:off x="180000" y="450893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 name="Rechteck 63"/>
          <p:cNvSpPr/>
          <p:nvPr/>
        </p:nvSpPr>
        <p:spPr>
          <a:xfrm>
            <a:off x="324020" y="450893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Row Match</a:t>
            </a:r>
            <a:br>
              <a:rPr lang="en-US" sz="1000" dirty="0">
                <a:solidFill>
                  <a:schemeClr val="tx1"/>
                </a:solidFill>
              </a:rPr>
            </a:br>
            <a:r>
              <a:rPr lang="en-US" sz="1000" dirty="0">
                <a:solidFill>
                  <a:schemeClr val="tx1"/>
                </a:solidFill>
              </a:rPr>
              <a:t>Identifier</a:t>
            </a:r>
            <a:br>
              <a:rPr lang="en-US" sz="1000" dirty="0">
                <a:solidFill>
                  <a:schemeClr val="tx1"/>
                </a:solidFill>
              </a:rPr>
            </a:br>
            <a:r>
              <a:rPr lang="en-US" sz="1000" dirty="0">
                <a:solidFill>
                  <a:schemeClr val="tx1"/>
                </a:solidFill>
              </a:rPr>
              <a:t>columns</a:t>
            </a:r>
          </a:p>
        </p:txBody>
      </p:sp>
      <p:cxnSp>
        <p:nvCxnSpPr>
          <p:cNvPr id="5" name="Gerader Verbinder 4"/>
          <p:cNvCxnSpPr/>
          <p:nvPr/>
        </p:nvCxnSpPr>
        <p:spPr>
          <a:xfrm>
            <a:off x="180000" y="242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p:cNvCxnSpPr/>
          <p:nvPr/>
        </p:nvCxnSpPr>
        <p:spPr>
          <a:xfrm>
            <a:off x="180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Gerader Verbinder 68"/>
          <p:cNvCxnSpPr/>
          <p:nvPr/>
        </p:nvCxnSpPr>
        <p:spPr>
          <a:xfrm>
            <a:off x="180000" y="2925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Gerader Verbinder 69"/>
          <p:cNvCxnSpPr/>
          <p:nvPr/>
        </p:nvCxnSpPr>
        <p:spPr>
          <a:xfrm>
            <a:off x="180000" y="1701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Rechteck 81"/>
          <p:cNvSpPr/>
          <p:nvPr/>
        </p:nvSpPr>
        <p:spPr>
          <a:xfrm>
            <a:off x="2555940" y="1701270"/>
            <a:ext cx="43206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3" name="Rechteck 82"/>
          <p:cNvSpPr/>
          <p:nvPr/>
        </p:nvSpPr>
        <p:spPr>
          <a:xfrm>
            <a:off x="1908000" y="1701270"/>
            <a:ext cx="144000" cy="72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86" name="Gerader Verbinder 85"/>
          <p:cNvCxnSpPr/>
          <p:nvPr/>
        </p:nvCxnSpPr>
        <p:spPr>
          <a:xfrm>
            <a:off x="324000" y="270900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Gerader Verbinder 86"/>
          <p:cNvCxnSpPr/>
          <p:nvPr/>
        </p:nvCxnSpPr>
        <p:spPr>
          <a:xfrm>
            <a:off x="2124000" y="249327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Gerader Verbinder 87"/>
          <p:cNvCxnSpPr/>
          <p:nvPr/>
        </p:nvCxnSpPr>
        <p:spPr>
          <a:xfrm>
            <a:off x="2124000" y="1773270"/>
            <a:ext cx="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Gerade Verbindung mit Pfeil 101"/>
          <p:cNvCxnSpPr>
            <a:endCxn id="216" idx="1"/>
          </p:cNvCxnSpPr>
          <p:nvPr/>
        </p:nvCxnSpPr>
        <p:spPr>
          <a:xfrm>
            <a:off x="756000" y="1845000"/>
            <a:ext cx="1152170" cy="21608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Gerade Verbindung mit Pfeil 107"/>
          <p:cNvCxnSpPr/>
          <p:nvPr/>
        </p:nvCxnSpPr>
        <p:spPr>
          <a:xfrm>
            <a:off x="468000" y="1845000"/>
            <a:ext cx="1657980" cy="15906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3" name="Rechteck 102"/>
          <p:cNvSpPr/>
          <p:nvPr/>
        </p:nvSpPr>
        <p:spPr>
          <a:xfrm>
            <a:off x="2988000" y="1701000"/>
            <a:ext cx="144000" cy="7200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4" name="Rechteck 103"/>
          <p:cNvSpPr/>
          <p:nvPr/>
        </p:nvSpPr>
        <p:spPr>
          <a:xfrm>
            <a:off x="2988000" y="2133000"/>
            <a:ext cx="144000" cy="7200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5" name="Rechteck 104"/>
          <p:cNvSpPr/>
          <p:nvPr/>
        </p:nvSpPr>
        <p:spPr>
          <a:xfrm flipV="1">
            <a:off x="2988000" y="2277000"/>
            <a:ext cx="144000" cy="14400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6" name="Rechteck 105"/>
          <p:cNvSpPr/>
          <p:nvPr/>
        </p:nvSpPr>
        <p:spPr>
          <a:xfrm>
            <a:off x="2988000" y="2493000"/>
            <a:ext cx="144000" cy="7200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7" name="Rechteck 106"/>
          <p:cNvSpPr/>
          <p:nvPr/>
        </p:nvSpPr>
        <p:spPr>
          <a:xfrm>
            <a:off x="2988000" y="2061000"/>
            <a:ext cx="144000" cy="72000"/>
          </a:xfrm>
          <a:prstGeom prst="rect">
            <a:avLst/>
          </a:prstGeom>
          <a:solidFill>
            <a:srgbClr val="66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4" name="Rechteck 123">
            <a:extLst>
              <a:ext uri="{FF2B5EF4-FFF2-40B4-BE49-F238E27FC236}">
                <a16:creationId xmlns:a16="http://schemas.microsoft.com/office/drawing/2014/main" id="{74F77769-DA19-4ECA-A035-F2BA58E9D123}"/>
              </a:ext>
            </a:extLst>
          </p:cNvPr>
          <p:cNvSpPr/>
          <p:nvPr/>
        </p:nvSpPr>
        <p:spPr>
          <a:xfrm>
            <a:off x="1475656" y="3933000"/>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6" name="Rechteck 125">
            <a:extLst>
              <a:ext uri="{FF2B5EF4-FFF2-40B4-BE49-F238E27FC236}">
                <a16:creationId xmlns:a16="http://schemas.microsoft.com/office/drawing/2014/main" id="{58E4897D-F100-4EE1-B583-05678866534F}"/>
              </a:ext>
            </a:extLst>
          </p:cNvPr>
          <p:cNvSpPr/>
          <p:nvPr/>
        </p:nvSpPr>
        <p:spPr>
          <a:xfrm>
            <a:off x="1475656" y="4509000"/>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8" name="Rechteck 127">
            <a:extLst>
              <a:ext uri="{FF2B5EF4-FFF2-40B4-BE49-F238E27FC236}">
                <a16:creationId xmlns:a16="http://schemas.microsoft.com/office/drawing/2014/main" id="{028890D5-B1D6-4D5E-BE26-6E57818D4A35}"/>
              </a:ext>
            </a:extLst>
          </p:cNvPr>
          <p:cNvSpPr/>
          <p:nvPr/>
        </p:nvSpPr>
        <p:spPr>
          <a:xfrm>
            <a:off x="1619656" y="450893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identify groups</a:t>
            </a:r>
          </a:p>
          <a:p>
            <a:r>
              <a:rPr lang="en-US" sz="1000" dirty="0">
                <a:solidFill>
                  <a:schemeClr val="tx1"/>
                </a:solidFill>
              </a:rPr>
              <a:t>in target table</a:t>
            </a:r>
          </a:p>
        </p:txBody>
      </p:sp>
      <p:sp>
        <p:nvSpPr>
          <p:cNvPr id="138" name="Rechteck 137">
            <a:extLst>
              <a:ext uri="{FF2B5EF4-FFF2-40B4-BE49-F238E27FC236}">
                <a16:creationId xmlns:a16="http://schemas.microsoft.com/office/drawing/2014/main" id="{7DB81F24-810B-4865-9D8C-0C8CA9F406BD}"/>
              </a:ext>
            </a:extLst>
          </p:cNvPr>
          <p:cNvSpPr/>
          <p:nvPr/>
        </p:nvSpPr>
        <p:spPr>
          <a:xfrm>
            <a:off x="2915836" y="3933000"/>
            <a:ext cx="144020" cy="5040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9" name="Rechteck 138">
            <a:extLst>
              <a:ext uri="{FF2B5EF4-FFF2-40B4-BE49-F238E27FC236}">
                <a16:creationId xmlns:a16="http://schemas.microsoft.com/office/drawing/2014/main" id="{C95F107C-0815-4C52-8A24-E47D01C0F89B}"/>
              </a:ext>
            </a:extLst>
          </p:cNvPr>
          <p:cNvSpPr/>
          <p:nvPr/>
        </p:nvSpPr>
        <p:spPr>
          <a:xfrm>
            <a:off x="305985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Comparison</a:t>
            </a:r>
          </a:p>
          <a:p>
            <a:r>
              <a:rPr lang="en-US" sz="1000" dirty="0">
                <a:solidFill>
                  <a:schemeClr val="tx1"/>
                </a:solidFill>
              </a:rPr>
              <a:t>Report</a:t>
            </a:r>
          </a:p>
          <a:p>
            <a:r>
              <a:rPr lang="en-US" sz="1000" dirty="0">
                <a:solidFill>
                  <a:schemeClr val="tx1"/>
                </a:solidFill>
              </a:rPr>
              <a:t>(4 new columns)</a:t>
            </a:r>
          </a:p>
        </p:txBody>
      </p:sp>
      <p:sp>
        <p:nvSpPr>
          <p:cNvPr id="140" name="Rechteck 139">
            <a:extLst>
              <a:ext uri="{FF2B5EF4-FFF2-40B4-BE49-F238E27FC236}">
                <a16:creationId xmlns:a16="http://schemas.microsoft.com/office/drawing/2014/main" id="{1B674BFA-CB3E-4820-B750-077843A13373}"/>
              </a:ext>
            </a:extLst>
          </p:cNvPr>
          <p:cNvSpPr/>
          <p:nvPr/>
        </p:nvSpPr>
        <p:spPr>
          <a:xfrm>
            <a:off x="2915816" y="4509070"/>
            <a:ext cx="144020" cy="504070"/>
          </a:xfrm>
          <a:prstGeom prst="rect">
            <a:avLst/>
          </a:prstGeom>
          <a:solidFill>
            <a:srgbClr val="FF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1" name="Rechteck 140">
            <a:extLst>
              <a:ext uri="{FF2B5EF4-FFF2-40B4-BE49-F238E27FC236}">
                <a16:creationId xmlns:a16="http://schemas.microsoft.com/office/drawing/2014/main" id="{8C96FBC4-0507-4D80-B809-7EA884017BDD}"/>
              </a:ext>
            </a:extLst>
          </p:cNvPr>
          <p:cNvSpPr/>
          <p:nvPr/>
        </p:nvSpPr>
        <p:spPr>
          <a:xfrm>
            <a:off x="3059836" y="4509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match groups</a:t>
            </a:r>
          </a:p>
        </p:txBody>
      </p:sp>
      <p:cxnSp>
        <p:nvCxnSpPr>
          <p:cNvPr id="142" name="Gerade Verbindung mit Pfeil 141">
            <a:extLst>
              <a:ext uri="{FF2B5EF4-FFF2-40B4-BE49-F238E27FC236}">
                <a16:creationId xmlns:a16="http://schemas.microsoft.com/office/drawing/2014/main" id="{4E38C09F-67E0-429B-BDE9-096554C49EF9}"/>
              </a:ext>
            </a:extLst>
          </p:cNvPr>
          <p:cNvCxnSpPr/>
          <p:nvPr/>
        </p:nvCxnSpPr>
        <p:spPr>
          <a:xfrm>
            <a:off x="4211836" y="3789000"/>
            <a:ext cx="432000" cy="0"/>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3" name="Rechteck 142">
            <a:extLst>
              <a:ext uri="{FF2B5EF4-FFF2-40B4-BE49-F238E27FC236}">
                <a16:creationId xmlns:a16="http://schemas.microsoft.com/office/drawing/2014/main" id="{BBA91BA1-DBFA-477B-8CE3-4D58E232C6EA}"/>
              </a:ext>
            </a:extLst>
          </p:cNvPr>
          <p:cNvSpPr/>
          <p:nvPr/>
        </p:nvSpPr>
        <p:spPr>
          <a:xfrm>
            <a:off x="4715676" y="3717000"/>
            <a:ext cx="129616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Relationship of</a:t>
            </a:r>
          </a:p>
          <a:p>
            <a:r>
              <a:rPr lang="en-US" sz="1000" dirty="0">
                <a:solidFill>
                  <a:schemeClr val="tx1"/>
                </a:solidFill>
              </a:rPr>
              <a:t>columns being checked</a:t>
            </a:r>
          </a:p>
        </p:txBody>
      </p:sp>
      <p:cxnSp>
        <p:nvCxnSpPr>
          <p:cNvPr id="144" name="Gerade Verbindung mit Pfeil 143">
            <a:extLst>
              <a:ext uri="{FF2B5EF4-FFF2-40B4-BE49-F238E27FC236}">
                <a16:creationId xmlns:a16="http://schemas.microsoft.com/office/drawing/2014/main" id="{28D1DC98-E429-4A27-AFA5-0F6E2775EAF0}"/>
              </a:ext>
            </a:extLst>
          </p:cNvPr>
          <p:cNvCxnSpPr/>
          <p:nvPr/>
        </p:nvCxnSpPr>
        <p:spPr>
          <a:xfrm>
            <a:off x="4211836" y="4149000"/>
            <a:ext cx="432000" cy="0"/>
          </a:xfrm>
          <a:prstGeom prst="straightConnector1">
            <a:avLst/>
          </a:prstGeom>
          <a:ln>
            <a:solidFill>
              <a:srgbClr val="FF5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5" name="Rechteck 144">
            <a:extLst>
              <a:ext uri="{FF2B5EF4-FFF2-40B4-BE49-F238E27FC236}">
                <a16:creationId xmlns:a16="http://schemas.microsoft.com/office/drawing/2014/main" id="{439A3BCD-75E9-46D6-AB3D-ACAE6919FDD5}"/>
              </a:ext>
            </a:extLst>
          </p:cNvPr>
          <p:cNvSpPr/>
          <p:nvPr/>
        </p:nvSpPr>
        <p:spPr>
          <a:xfrm>
            <a:off x="4715676" y="4077000"/>
            <a:ext cx="129616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All corresponding</a:t>
            </a:r>
          </a:p>
          <a:p>
            <a:r>
              <a:rPr lang="en-US" sz="1000" dirty="0">
                <a:solidFill>
                  <a:schemeClr val="tx1"/>
                </a:solidFill>
              </a:rPr>
              <a:t>columns must match</a:t>
            </a:r>
          </a:p>
        </p:txBody>
      </p:sp>
      <p:sp>
        <p:nvSpPr>
          <p:cNvPr id="146" name="Rechteck 145">
            <a:extLst>
              <a:ext uri="{FF2B5EF4-FFF2-40B4-BE49-F238E27FC236}">
                <a16:creationId xmlns:a16="http://schemas.microsoft.com/office/drawing/2014/main" id="{17ADF8E6-82DC-43E4-95D4-A6C49B677D4C}"/>
              </a:ext>
            </a:extLst>
          </p:cNvPr>
          <p:cNvSpPr/>
          <p:nvPr/>
        </p:nvSpPr>
        <p:spPr>
          <a:xfrm>
            <a:off x="4211836" y="4509070"/>
            <a:ext cx="144020" cy="504070"/>
          </a:xfrm>
          <a:prstGeom prst="rect">
            <a:avLst/>
          </a:prstGeom>
          <a:solidFill>
            <a:srgbClr val="CCE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7" name="Rechteck 146">
            <a:extLst>
              <a:ext uri="{FF2B5EF4-FFF2-40B4-BE49-F238E27FC236}">
                <a16:creationId xmlns:a16="http://schemas.microsoft.com/office/drawing/2014/main" id="{87810CE6-6232-4400-A167-15F6F3CF5D80}"/>
              </a:ext>
            </a:extLst>
          </p:cNvPr>
          <p:cNvSpPr/>
          <p:nvPr/>
        </p:nvSpPr>
        <p:spPr>
          <a:xfrm>
            <a:off x="4355856" y="4509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Additional Check</a:t>
            </a:r>
          </a:p>
          <a:p>
            <a:r>
              <a:rPr lang="en-US" sz="1000" dirty="0">
                <a:solidFill>
                  <a:schemeClr val="tx1"/>
                </a:solidFill>
              </a:rPr>
              <a:t>Column</a:t>
            </a:r>
          </a:p>
        </p:txBody>
      </p:sp>
      <p:sp>
        <p:nvSpPr>
          <p:cNvPr id="148" name="Rechteck 147">
            <a:extLst>
              <a:ext uri="{FF2B5EF4-FFF2-40B4-BE49-F238E27FC236}">
                <a16:creationId xmlns:a16="http://schemas.microsoft.com/office/drawing/2014/main" id="{734A87CA-2463-40AA-90FD-BDF52D638C4A}"/>
              </a:ext>
            </a:extLst>
          </p:cNvPr>
          <p:cNvSpPr/>
          <p:nvPr/>
        </p:nvSpPr>
        <p:spPr>
          <a:xfrm>
            <a:off x="5435836" y="4509000"/>
            <a:ext cx="144020" cy="504070"/>
          </a:xfrm>
          <a:prstGeom prst="rect">
            <a:avLst/>
          </a:prstGeom>
          <a:solidFill>
            <a:srgbClr val="E8D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9" name="Rechteck 148">
            <a:extLst>
              <a:ext uri="{FF2B5EF4-FFF2-40B4-BE49-F238E27FC236}">
                <a16:creationId xmlns:a16="http://schemas.microsoft.com/office/drawing/2014/main" id="{4688F7C1-B064-46E6-BB79-5D062FB8F31F}"/>
              </a:ext>
            </a:extLst>
          </p:cNvPr>
          <p:cNvSpPr/>
          <p:nvPr/>
        </p:nvSpPr>
        <p:spPr>
          <a:xfrm>
            <a:off x="5579856" y="450893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Comparison</a:t>
            </a:r>
          </a:p>
          <a:p>
            <a:r>
              <a:rPr lang="en-US" sz="1000" dirty="0">
                <a:solidFill>
                  <a:schemeClr val="tx1"/>
                </a:solidFill>
              </a:rPr>
              <a:t>Directions Column</a:t>
            </a:r>
          </a:p>
        </p:txBody>
      </p:sp>
      <p:sp>
        <p:nvSpPr>
          <p:cNvPr id="109" name="Rechteck 108">
            <a:extLst>
              <a:ext uri="{FF2B5EF4-FFF2-40B4-BE49-F238E27FC236}">
                <a16:creationId xmlns:a16="http://schemas.microsoft.com/office/drawing/2014/main" id="{5628C535-3CCD-4B86-B65B-DFE3E64A35F7}"/>
              </a:ext>
            </a:extLst>
          </p:cNvPr>
          <p:cNvSpPr/>
          <p:nvPr/>
        </p:nvSpPr>
        <p:spPr>
          <a:xfrm>
            <a:off x="323410"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br>
              <a:rPr lang="en-US" sz="1000" dirty="0">
                <a:solidFill>
                  <a:schemeClr val="tx1"/>
                </a:solidFill>
              </a:rPr>
            </a:br>
            <a:r>
              <a:rPr lang="en-US" sz="1000" dirty="0">
                <a:solidFill>
                  <a:schemeClr val="tx1"/>
                </a:solidFill>
              </a:rPr>
              <a:t>to validate</a:t>
            </a:r>
          </a:p>
          <a:p>
            <a:r>
              <a:rPr lang="en-US" sz="1000" dirty="0">
                <a:solidFill>
                  <a:schemeClr val="tx1"/>
                </a:solidFill>
              </a:rPr>
              <a:t>Actual Data</a:t>
            </a:r>
          </a:p>
        </p:txBody>
      </p:sp>
      <p:sp>
        <p:nvSpPr>
          <p:cNvPr id="110" name="Rechteck 109">
            <a:extLst>
              <a:ext uri="{FF2B5EF4-FFF2-40B4-BE49-F238E27FC236}">
                <a16:creationId xmlns:a16="http://schemas.microsoft.com/office/drawing/2014/main" id="{76C69CEE-1F32-47EB-A52C-4A1C3F254A7C}"/>
              </a:ext>
            </a:extLst>
          </p:cNvPr>
          <p:cNvSpPr/>
          <p:nvPr/>
        </p:nvSpPr>
        <p:spPr>
          <a:xfrm>
            <a:off x="1619676" y="3933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columns</a:t>
            </a:r>
          </a:p>
          <a:p>
            <a:r>
              <a:rPr lang="en-US" sz="1000" dirty="0">
                <a:solidFill>
                  <a:schemeClr val="tx1"/>
                </a:solidFill>
              </a:rPr>
              <a:t>to validate</a:t>
            </a:r>
          </a:p>
          <a:p>
            <a:r>
              <a:rPr lang="en-US" sz="1000" dirty="0">
                <a:solidFill>
                  <a:schemeClr val="tx1"/>
                </a:solidFill>
              </a:rPr>
              <a:t>Rules</a:t>
            </a:r>
          </a:p>
        </p:txBody>
      </p:sp>
    </p:spTree>
    <p:extLst>
      <p:ext uri="{BB962C8B-B14F-4D97-AF65-F5344CB8AC3E}">
        <p14:creationId xmlns:p14="http://schemas.microsoft.com/office/powerpoint/2010/main" val="21657998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Rechteck 626"/>
          <p:cNvSpPr/>
          <p:nvPr/>
        </p:nvSpPr>
        <p:spPr>
          <a:xfrm>
            <a:off x="3347010" y="1484940"/>
            <a:ext cx="864000" cy="7206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28" name="Rechteck 627"/>
          <p:cNvSpPr/>
          <p:nvPr/>
        </p:nvSpPr>
        <p:spPr>
          <a:xfrm>
            <a:off x="3347640" y="1341000"/>
            <a:ext cx="86337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16" name="Rechteck 615"/>
          <p:cNvSpPr/>
          <p:nvPr/>
        </p:nvSpPr>
        <p:spPr>
          <a:xfrm>
            <a:off x="1475640" y="1484784"/>
            <a:ext cx="864000" cy="288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2" name="Rechteck 121"/>
          <p:cNvSpPr/>
          <p:nvPr/>
        </p:nvSpPr>
        <p:spPr>
          <a:xfrm>
            <a:off x="1476270" y="1341060"/>
            <a:ext cx="86337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16" name="Rechteck 215"/>
          <p:cNvSpPr/>
          <p:nvPr/>
        </p:nvSpPr>
        <p:spPr>
          <a:xfrm>
            <a:off x="1331640" y="1341000"/>
            <a:ext cx="1008750" cy="216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Consolidate</a:t>
            </a:r>
          </a:p>
        </p:txBody>
      </p:sp>
      <p:sp>
        <p:nvSpPr>
          <p:cNvPr id="365" name="Rechteck 364"/>
          <p:cNvSpPr/>
          <p:nvPr/>
        </p:nvSpPr>
        <p:spPr>
          <a:xfrm>
            <a:off x="1331640" y="1485000"/>
            <a:ext cx="144020" cy="288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4" name="Rechteck 73"/>
          <p:cNvSpPr/>
          <p:nvPr/>
        </p:nvSpPr>
        <p:spPr>
          <a:xfrm>
            <a:off x="1331640" y="1485000"/>
            <a:ext cx="1008140" cy="2016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2" name="Gerade Verbindung 211"/>
          <p:cNvCxnSpPr/>
          <p:nvPr/>
        </p:nvCxnSpPr>
        <p:spPr>
          <a:xfrm>
            <a:off x="1331640" y="1485000"/>
            <a:ext cx="1008140" cy="0"/>
          </a:xfrm>
          <a:prstGeom prst="line">
            <a:avLst/>
          </a:prstGeom>
        </p:spPr>
        <p:style>
          <a:lnRef idx="1">
            <a:schemeClr val="accent1"/>
          </a:lnRef>
          <a:fillRef idx="0">
            <a:schemeClr val="accent1"/>
          </a:fillRef>
          <a:effectRef idx="0">
            <a:schemeClr val="accent1"/>
          </a:effectRef>
          <a:fontRef idx="minor">
            <a:schemeClr val="tx1"/>
          </a:fontRef>
        </p:style>
      </p:cxnSp>
      <p:sp>
        <p:nvSpPr>
          <p:cNvPr id="200" name="Rechteck 199"/>
          <p:cNvSpPr/>
          <p:nvPr/>
        </p:nvSpPr>
        <p:spPr>
          <a:xfrm>
            <a:off x="108610" y="12693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Original table:</a:t>
            </a:r>
          </a:p>
          <a:p>
            <a:endParaRPr lang="en-US" sz="1000" dirty="0">
              <a:solidFill>
                <a:schemeClr val="tx1"/>
              </a:solidFill>
            </a:endParaRPr>
          </a:p>
          <a:p>
            <a:r>
              <a:rPr lang="en-US" sz="1000" dirty="0">
                <a:solidFill>
                  <a:schemeClr val="tx1"/>
                </a:solidFill>
              </a:rPr>
              <a:t>Each color refers</a:t>
            </a:r>
          </a:p>
          <a:p>
            <a:r>
              <a:rPr lang="en-US" sz="1000" dirty="0">
                <a:solidFill>
                  <a:schemeClr val="tx1"/>
                </a:solidFill>
              </a:rPr>
              <a:t>to data with</a:t>
            </a:r>
          </a:p>
          <a:p>
            <a:r>
              <a:rPr lang="en-US" sz="1000" dirty="0">
                <a:solidFill>
                  <a:schemeClr val="tx1"/>
                </a:solidFill>
              </a:rPr>
              <a:t>same contents</a:t>
            </a:r>
          </a:p>
          <a:p>
            <a:r>
              <a:rPr lang="en-US" sz="1000" dirty="0">
                <a:solidFill>
                  <a:schemeClr val="tx1"/>
                </a:solidFill>
              </a:rPr>
              <a:t>in the</a:t>
            </a:r>
          </a:p>
          <a:p>
            <a:r>
              <a:rPr lang="en-US" sz="1000" b="1" dirty="0">
                <a:solidFill>
                  <a:schemeClr val="tx1"/>
                </a:solidFill>
              </a:rPr>
              <a:t>Identifier columns</a:t>
            </a:r>
          </a:p>
        </p:txBody>
      </p:sp>
      <p:sp>
        <p:nvSpPr>
          <p:cNvPr id="255" name="Rechteck 254"/>
          <p:cNvSpPr/>
          <p:nvPr/>
        </p:nvSpPr>
        <p:spPr>
          <a:xfrm>
            <a:off x="133225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Original Table</a:t>
            </a:r>
          </a:p>
        </p:txBody>
      </p:sp>
      <p:sp>
        <p:nvSpPr>
          <p:cNvPr id="345" name="Rechteck 344"/>
          <p:cNvSpPr/>
          <p:nvPr/>
        </p:nvSpPr>
        <p:spPr>
          <a:xfrm>
            <a:off x="3059970" y="7389080"/>
            <a:ext cx="43203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6" name="Rechteck 345"/>
          <p:cNvSpPr/>
          <p:nvPr/>
        </p:nvSpPr>
        <p:spPr>
          <a:xfrm>
            <a:off x="3059970" y="753310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2" name="Rechteck 361"/>
          <p:cNvSpPr/>
          <p:nvPr/>
        </p:nvSpPr>
        <p:spPr>
          <a:xfrm>
            <a:off x="3059970" y="7821140"/>
            <a:ext cx="144020" cy="14402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3" name="Rechteck 362"/>
          <p:cNvSpPr/>
          <p:nvPr/>
        </p:nvSpPr>
        <p:spPr>
          <a:xfrm>
            <a:off x="3059970" y="803717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8" name="Rechteck 397"/>
          <p:cNvSpPr/>
          <p:nvPr/>
        </p:nvSpPr>
        <p:spPr>
          <a:xfrm>
            <a:off x="3059970" y="7533100"/>
            <a:ext cx="432030" cy="1583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2" name="Rechteck 401"/>
          <p:cNvSpPr/>
          <p:nvPr/>
        </p:nvSpPr>
        <p:spPr>
          <a:xfrm>
            <a:off x="3059410" y="8757270"/>
            <a:ext cx="14458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5" name="Rechteck 404"/>
          <p:cNvSpPr/>
          <p:nvPr/>
        </p:nvSpPr>
        <p:spPr>
          <a:xfrm>
            <a:off x="3203960" y="803717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6" name="Rechteck 405"/>
          <p:cNvSpPr/>
          <p:nvPr/>
        </p:nvSpPr>
        <p:spPr>
          <a:xfrm>
            <a:off x="3347980" y="803717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9" name="Rechteck 408"/>
          <p:cNvSpPr/>
          <p:nvPr/>
        </p:nvSpPr>
        <p:spPr>
          <a:xfrm>
            <a:off x="3203960" y="782114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0" name="Rechteck 409"/>
          <p:cNvSpPr/>
          <p:nvPr/>
        </p:nvSpPr>
        <p:spPr>
          <a:xfrm>
            <a:off x="3347980" y="782114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1" name="Rechteck 410"/>
          <p:cNvSpPr/>
          <p:nvPr/>
        </p:nvSpPr>
        <p:spPr>
          <a:xfrm>
            <a:off x="3203400" y="8757270"/>
            <a:ext cx="14458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2" name="Rechteck 411"/>
          <p:cNvSpPr/>
          <p:nvPr/>
        </p:nvSpPr>
        <p:spPr>
          <a:xfrm>
            <a:off x="3347420" y="8757270"/>
            <a:ext cx="144580" cy="360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6" name="Rechteck 415"/>
          <p:cNvSpPr/>
          <p:nvPr/>
        </p:nvSpPr>
        <p:spPr>
          <a:xfrm>
            <a:off x="6876000" y="789305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he columns which exist</a:t>
            </a:r>
          </a:p>
          <a:p>
            <a:r>
              <a:rPr lang="en-US" sz="1000" dirty="0">
                <a:solidFill>
                  <a:schemeClr val="tx1"/>
                </a:solidFill>
              </a:rPr>
              <a:t>in the destination table</a:t>
            </a:r>
          </a:p>
          <a:p>
            <a:r>
              <a:rPr lang="en-US" sz="1000" dirty="0">
                <a:solidFill>
                  <a:schemeClr val="tx1"/>
                </a:solidFill>
              </a:rPr>
              <a:t>only (+ identifier columns)</a:t>
            </a:r>
          </a:p>
          <a:p>
            <a:r>
              <a:rPr lang="en-US" sz="1000" dirty="0">
                <a:solidFill>
                  <a:schemeClr val="tx1"/>
                </a:solidFill>
              </a:rPr>
              <a:t>will be kept.</a:t>
            </a:r>
          </a:p>
        </p:txBody>
      </p:sp>
      <p:sp>
        <p:nvSpPr>
          <p:cNvPr id="431" name="Rechteck 430"/>
          <p:cNvSpPr/>
          <p:nvPr/>
        </p:nvSpPr>
        <p:spPr>
          <a:xfrm>
            <a:off x="5220000" y="7389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Combining rows:</a:t>
            </a:r>
            <a:br>
              <a:rPr lang="en-US" sz="1000" dirty="0">
                <a:solidFill>
                  <a:schemeClr val="tx1"/>
                </a:solidFill>
              </a:rPr>
            </a:br>
            <a:r>
              <a:rPr lang="en-US" sz="1000" dirty="0">
                <a:solidFill>
                  <a:schemeClr val="tx1"/>
                </a:solidFill>
              </a:rPr>
              <a:t>See above.</a:t>
            </a:r>
          </a:p>
        </p:txBody>
      </p:sp>
      <p:sp>
        <p:nvSpPr>
          <p:cNvPr id="357" name="Rechteck 356"/>
          <p:cNvSpPr/>
          <p:nvPr/>
        </p:nvSpPr>
        <p:spPr>
          <a:xfrm>
            <a:off x="1331640" y="1773000"/>
            <a:ext cx="144020" cy="288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5" name="Rechteck 374"/>
          <p:cNvSpPr/>
          <p:nvPr/>
        </p:nvSpPr>
        <p:spPr>
          <a:xfrm>
            <a:off x="1331640" y="2061000"/>
            <a:ext cx="144020" cy="21600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9" name="Rechteck 388"/>
          <p:cNvSpPr/>
          <p:nvPr/>
        </p:nvSpPr>
        <p:spPr>
          <a:xfrm>
            <a:off x="1331640" y="2277000"/>
            <a:ext cx="144020" cy="21600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0" name="Rechteck 419"/>
          <p:cNvSpPr/>
          <p:nvPr/>
        </p:nvSpPr>
        <p:spPr>
          <a:xfrm>
            <a:off x="1331640" y="2493000"/>
            <a:ext cx="144020" cy="21600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5" name="Rechteck 434"/>
          <p:cNvSpPr/>
          <p:nvPr/>
        </p:nvSpPr>
        <p:spPr>
          <a:xfrm>
            <a:off x="1331640" y="3213000"/>
            <a:ext cx="144020" cy="14400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3" name="Rechteck 442"/>
          <p:cNvSpPr/>
          <p:nvPr/>
        </p:nvSpPr>
        <p:spPr>
          <a:xfrm>
            <a:off x="1331640" y="2709000"/>
            <a:ext cx="144020" cy="28800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1" name="Rechteck 450"/>
          <p:cNvSpPr/>
          <p:nvPr/>
        </p:nvSpPr>
        <p:spPr>
          <a:xfrm>
            <a:off x="1331640" y="3069000"/>
            <a:ext cx="144020" cy="144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9" name="Rechteck 458"/>
          <p:cNvSpPr/>
          <p:nvPr/>
        </p:nvSpPr>
        <p:spPr>
          <a:xfrm>
            <a:off x="1331640" y="2997000"/>
            <a:ext cx="144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7" name="Rechteck 466"/>
          <p:cNvSpPr/>
          <p:nvPr/>
        </p:nvSpPr>
        <p:spPr>
          <a:xfrm>
            <a:off x="1331640" y="3357000"/>
            <a:ext cx="144020" cy="144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57" name="Geschweifte Klammer rechts 556"/>
          <p:cNvSpPr/>
          <p:nvPr/>
        </p:nvSpPr>
        <p:spPr>
          <a:xfrm>
            <a:off x="2556250" y="1341320"/>
            <a:ext cx="432000" cy="2159680"/>
          </a:xfrm>
          <a:prstGeom prst="rightBrace">
            <a:avLst>
              <a:gd name="adj1" fmla="val 8333"/>
              <a:gd name="adj2" fmla="val 1756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558" name="Rechteck 557"/>
          <p:cNvSpPr/>
          <p:nvPr/>
        </p:nvSpPr>
        <p:spPr>
          <a:xfrm>
            <a:off x="3203640" y="1341000"/>
            <a:ext cx="1008750" cy="576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66" name="Rechteck 565"/>
          <p:cNvSpPr/>
          <p:nvPr/>
        </p:nvSpPr>
        <p:spPr>
          <a:xfrm>
            <a:off x="3203640" y="1485000"/>
            <a:ext cx="144020" cy="72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73" name="Rechteck 572"/>
          <p:cNvSpPr/>
          <p:nvPr/>
        </p:nvSpPr>
        <p:spPr>
          <a:xfrm>
            <a:off x="3203640" y="1485000"/>
            <a:ext cx="1008140" cy="432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74" name="Gerade Verbindung 211"/>
          <p:cNvCxnSpPr/>
          <p:nvPr/>
        </p:nvCxnSpPr>
        <p:spPr>
          <a:xfrm>
            <a:off x="3203640" y="1485000"/>
            <a:ext cx="1008140" cy="0"/>
          </a:xfrm>
          <a:prstGeom prst="line">
            <a:avLst/>
          </a:prstGeom>
        </p:spPr>
        <p:style>
          <a:lnRef idx="1">
            <a:schemeClr val="accent1"/>
          </a:lnRef>
          <a:fillRef idx="0">
            <a:schemeClr val="accent1"/>
          </a:fillRef>
          <a:effectRef idx="0">
            <a:schemeClr val="accent1"/>
          </a:effectRef>
          <a:fontRef idx="minor">
            <a:schemeClr val="tx1"/>
          </a:fontRef>
        </p:style>
      </p:cxnSp>
      <p:sp>
        <p:nvSpPr>
          <p:cNvPr id="582" name="Rechteck 581"/>
          <p:cNvSpPr/>
          <p:nvPr/>
        </p:nvSpPr>
        <p:spPr>
          <a:xfrm>
            <a:off x="3203640" y="1557000"/>
            <a:ext cx="144020" cy="72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90" name="Rechteck 589"/>
          <p:cNvSpPr/>
          <p:nvPr/>
        </p:nvSpPr>
        <p:spPr>
          <a:xfrm>
            <a:off x="3203640" y="1629000"/>
            <a:ext cx="144020" cy="7200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98" name="Rechteck 597"/>
          <p:cNvSpPr/>
          <p:nvPr/>
        </p:nvSpPr>
        <p:spPr>
          <a:xfrm>
            <a:off x="3203640" y="1701000"/>
            <a:ext cx="144020" cy="7200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06" name="Rechteck 605"/>
          <p:cNvSpPr/>
          <p:nvPr/>
        </p:nvSpPr>
        <p:spPr>
          <a:xfrm>
            <a:off x="3203640" y="1773000"/>
            <a:ext cx="144020" cy="72000"/>
          </a:xfrm>
          <a:prstGeom prst="rect">
            <a:avLst/>
          </a:prstGeom>
          <a:solidFill>
            <a:srgbClr val="CCFF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14" name="Rechteck 613"/>
          <p:cNvSpPr/>
          <p:nvPr/>
        </p:nvSpPr>
        <p:spPr>
          <a:xfrm>
            <a:off x="3203640" y="1845000"/>
            <a:ext cx="144020" cy="72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15" name="Rechteck 614"/>
          <p:cNvSpPr/>
          <p:nvPr/>
        </p:nvSpPr>
        <p:spPr>
          <a:xfrm>
            <a:off x="143508" y="9087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consolidate(), table consolidate selected rows() </a:t>
            </a:r>
          </a:p>
        </p:txBody>
      </p:sp>
      <p:sp>
        <p:nvSpPr>
          <p:cNvPr id="617" name="Rechteck 616"/>
          <p:cNvSpPr/>
          <p:nvPr/>
        </p:nvSpPr>
        <p:spPr>
          <a:xfrm>
            <a:off x="1475640" y="1772816"/>
            <a:ext cx="864000" cy="288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18" name="Rechteck 617"/>
          <p:cNvSpPr/>
          <p:nvPr/>
        </p:nvSpPr>
        <p:spPr>
          <a:xfrm>
            <a:off x="1475640" y="2060848"/>
            <a:ext cx="864000" cy="216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19" name="Rechteck 618"/>
          <p:cNvSpPr/>
          <p:nvPr/>
        </p:nvSpPr>
        <p:spPr>
          <a:xfrm>
            <a:off x="1475640" y="2276872"/>
            <a:ext cx="864000" cy="216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20" name="Rechteck 619"/>
          <p:cNvSpPr/>
          <p:nvPr/>
        </p:nvSpPr>
        <p:spPr>
          <a:xfrm>
            <a:off x="1475640" y="2492896"/>
            <a:ext cx="864000" cy="216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21" name="Rechteck 620"/>
          <p:cNvSpPr/>
          <p:nvPr/>
        </p:nvSpPr>
        <p:spPr>
          <a:xfrm>
            <a:off x="1475640" y="2708920"/>
            <a:ext cx="864000" cy="288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22" name="Rechteck 621"/>
          <p:cNvSpPr/>
          <p:nvPr/>
        </p:nvSpPr>
        <p:spPr>
          <a:xfrm>
            <a:off x="1475640" y="2996952"/>
            <a:ext cx="864000" cy="72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23" name="Rechteck 622"/>
          <p:cNvSpPr/>
          <p:nvPr/>
        </p:nvSpPr>
        <p:spPr>
          <a:xfrm>
            <a:off x="1475640" y="3068960"/>
            <a:ext cx="864000" cy="144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24" name="Rechteck 623"/>
          <p:cNvSpPr/>
          <p:nvPr/>
        </p:nvSpPr>
        <p:spPr>
          <a:xfrm>
            <a:off x="1475640" y="3212976"/>
            <a:ext cx="864000" cy="144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25" name="Rechteck 624"/>
          <p:cNvSpPr/>
          <p:nvPr/>
        </p:nvSpPr>
        <p:spPr>
          <a:xfrm>
            <a:off x="1475640" y="3356992"/>
            <a:ext cx="864000" cy="144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29" name="Rechteck 628"/>
          <p:cNvSpPr/>
          <p:nvPr/>
        </p:nvSpPr>
        <p:spPr>
          <a:xfrm>
            <a:off x="3347640" y="1557000"/>
            <a:ext cx="864000" cy="7206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30" name="Rechteck 629"/>
          <p:cNvSpPr/>
          <p:nvPr/>
        </p:nvSpPr>
        <p:spPr>
          <a:xfrm>
            <a:off x="3347640" y="1629000"/>
            <a:ext cx="864000" cy="7206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31" name="Rechteck 630"/>
          <p:cNvSpPr/>
          <p:nvPr/>
        </p:nvSpPr>
        <p:spPr>
          <a:xfrm>
            <a:off x="3347640" y="1701000"/>
            <a:ext cx="864000" cy="7206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32" name="Rechteck 631"/>
          <p:cNvSpPr/>
          <p:nvPr/>
        </p:nvSpPr>
        <p:spPr>
          <a:xfrm>
            <a:off x="3347640" y="1773000"/>
            <a:ext cx="864000" cy="7206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33" name="Rechteck 632"/>
          <p:cNvSpPr/>
          <p:nvPr/>
        </p:nvSpPr>
        <p:spPr>
          <a:xfrm>
            <a:off x="3347640" y="1844940"/>
            <a:ext cx="864000" cy="7206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634" name="Gerade Verbindung mit Pfeil 633"/>
          <p:cNvCxnSpPr/>
          <p:nvPr/>
        </p:nvCxnSpPr>
        <p:spPr>
          <a:xfrm flipV="1">
            <a:off x="1403640" y="3573000"/>
            <a:ext cx="0" cy="288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5" name="Rechteck 634"/>
          <p:cNvSpPr/>
          <p:nvPr/>
        </p:nvSpPr>
        <p:spPr>
          <a:xfrm>
            <a:off x="1403640" y="3645000"/>
            <a:ext cx="108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b="1" dirty="0">
                <a:solidFill>
                  <a:schemeClr val="tx1"/>
                </a:solidFill>
              </a:rPr>
              <a:t>Identifier columns</a:t>
            </a:r>
            <a:r>
              <a:rPr lang="en-US" sz="1000" dirty="0">
                <a:solidFill>
                  <a:schemeClr val="tx1"/>
                </a:solidFill>
              </a:rPr>
              <a:t> (Parameter 2 in table consolidate, parameter 3 table consolidate selected rows)</a:t>
            </a:r>
          </a:p>
        </p:txBody>
      </p:sp>
      <p:sp>
        <p:nvSpPr>
          <p:cNvPr id="636" name="Rechteck 635"/>
          <p:cNvSpPr/>
          <p:nvPr/>
        </p:nvSpPr>
        <p:spPr>
          <a:xfrm>
            <a:off x="1475640" y="4869088"/>
            <a:ext cx="864000" cy="288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37" name="Rechteck 636"/>
          <p:cNvSpPr/>
          <p:nvPr/>
        </p:nvSpPr>
        <p:spPr>
          <a:xfrm>
            <a:off x="4931640" y="4869028"/>
            <a:ext cx="864000" cy="7206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38" name="Geschweifte Klammer rechts 637"/>
          <p:cNvSpPr/>
          <p:nvPr/>
        </p:nvSpPr>
        <p:spPr>
          <a:xfrm>
            <a:off x="2699640" y="4869088"/>
            <a:ext cx="432000" cy="1080000"/>
          </a:xfrm>
          <a:prstGeom prst="rightBrace">
            <a:avLst>
              <a:gd name="adj1" fmla="val 8333"/>
              <a:gd name="adj2" fmla="val 1042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cxnSp>
        <p:nvCxnSpPr>
          <p:cNvPr id="11" name="Gerader Verbinder 10"/>
          <p:cNvCxnSpPr/>
          <p:nvPr/>
        </p:nvCxnSpPr>
        <p:spPr>
          <a:xfrm>
            <a:off x="1475640" y="4941088"/>
            <a:ext cx="86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39" name="Rechteck 638"/>
          <p:cNvSpPr/>
          <p:nvPr/>
        </p:nvSpPr>
        <p:spPr>
          <a:xfrm>
            <a:off x="1475640" y="5301088"/>
            <a:ext cx="864000" cy="144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40" name="Rechteck 639"/>
          <p:cNvSpPr/>
          <p:nvPr/>
        </p:nvSpPr>
        <p:spPr>
          <a:xfrm>
            <a:off x="1475640" y="5517088"/>
            <a:ext cx="864000" cy="288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41" name="Rechteck 640"/>
          <p:cNvSpPr/>
          <p:nvPr/>
        </p:nvSpPr>
        <p:spPr>
          <a:xfrm>
            <a:off x="1475640" y="5877088"/>
            <a:ext cx="864000" cy="72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42" name="Rechteck 641"/>
          <p:cNvSpPr/>
          <p:nvPr/>
        </p:nvSpPr>
        <p:spPr>
          <a:xfrm>
            <a:off x="1331640" y="4869088"/>
            <a:ext cx="144020" cy="288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3" name="Rechteck 642"/>
          <p:cNvSpPr/>
          <p:nvPr/>
        </p:nvSpPr>
        <p:spPr>
          <a:xfrm>
            <a:off x="1331640" y="5301088"/>
            <a:ext cx="144000" cy="144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4" name="Rechteck 643"/>
          <p:cNvSpPr/>
          <p:nvPr/>
        </p:nvSpPr>
        <p:spPr>
          <a:xfrm>
            <a:off x="1331640" y="5517088"/>
            <a:ext cx="144020" cy="288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5" name="Rechteck 644"/>
          <p:cNvSpPr/>
          <p:nvPr/>
        </p:nvSpPr>
        <p:spPr>
          <a:xfrm>
            <a:off x="1331640" y="5877088"/>
            <a:ext cx="144000" cy="72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6" name="Rechteck 645"/>
          <p:cNvSpPr/>
          <p:nvPr/>
        </p:nvSpPr>
        <p:spPr>
          <a:xfrm>
            <a:off x="4787640" y="4869028"/>
            <a:ext cx="144000" cy="72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7" name="Rechteck 646"/>
          <p:cNvSpPr/>
          <p:nvPr/>
        </p:nvSpPr>
        <p:spPr>
          <a:xfrm>
            <a:off x="1331640" y="4221088"/>
            <a:ext cx="108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Detail:</a:t>
            </a:r>
          </a:p>
        </p:txBody>
      </p:sp>
      <p:sp>
        <p:nvSpPr>
          <p:cNvPr id="648" name="Rechteck 647"/>
          <p:cNvSpPr/>
          <p:nvPr/>
        </p:nvSpPr>
        <p:spPr>
          <a:xfrm>
            <a:off x="108000" y="4581088"/>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Matching rows</a:t>
            </a:r>
          </a:p>
          <a:p>
            <a:r>
              <a:rPr lang="en-US" sz="1000" dirty="0">
                <a:solidFill>
                  <a:schemeClr val="tx1"/>
                </a:solidFill>
              </a:rPr>
              <a:t>may be scattered</a:t>
            </a:r>
          </a:p>
          <a:p>
            <a:r>
              <a:rPr lang="en-US" sz="1000" dirty="0">
                <a:solidFill>
                  <a:schemeClr val="tx1"/>
                </a:solidFill>
              </a:rPr>
              <a:t>across the entire</a:t>
            </a:r>
          </a:p>
          <a:p>
            <a:r>
              <a:rPr lang="en-US" sz="1000" dirty="0">
                <a:solidFill>
                  <a:schemeClr val="tx1"/>
                </a:solidFill>
              </a:rPr>
              <a:t>table.</a:t>
            </a:r>
          </a:p>
          <a:p>
            <a:endParaRPr lang="en-US" sz="1000" dirty="0">
              <a:solidFill>
                <a:schemeClr val="tx1"/>
              </a:solidFill>
            </a:endParaRPr>
          </a:p>
          <a:p>
            <a:r>
              <a:rPr lang="en-US" sz="1000" dirty="0">
                <a:solidFill>
                  <a:schemeClr val="tx1"/>
                </a:solidFill>
              </a:rPr>
              <a:t>No adjacency</a:t>
            </a:r>
          </a:p>
          <a:p>
            <a:r>
              <a:rPr lang="en-US" sz="1000" dirty="0">
                <a:solidFill>
                  <a:schemeClr val="tx1"/>
                </a:solidFill>
              </a:rPr>
              <a:t>requirements</a:t>
            </a:r>
          </a:p>
          <a:p>
            <a:r>
              <a:rPr lang="en-US" sz="1000" dirty="0">
                <a:solidFill>
                  <a:schemeClr val="tx1"/>
                </a:solidFill>
              </a:rPr>
              <a:t>apply.</a:t>
            </a:r>
          </a:p>
        </p:txBody>
      </p:sp>
      <p:sp>
        <p:nvSpPr>
          <p:cNvPr id="649" name="Rechteck 648"/>
          <p:cNvSpPr/>
          <p:nvPr/>
        </p:nvSpPr>
        <p:spPr>
          <a:xfrm>
            <a:off x="1476270" y="4509148"/>
            <a:ext cx="86337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50" name="Rechteck 649"/>
          <p:cNvSpPr/>
          <p:nvPr/>
        </p:nvSpPr>
        <p:spPr>
          <a:xfrm>
            <a:off x="1331640" y="4509088"/>
            <a:ext cx="1008750" cy="158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651" name="Gerade Verbindung 211"/>
          <p:cNvCxnSpPr/>
          <p:nvPr/>
        </p:nvCxnSpPr>
        <p:spPr>
          <a:xfrm>
            <a:off x="1331640" y="4653088"/>
            <a:ext cx="10081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2" name="Gerade Verbindung mit Pfeil 651"/>
          <p:cNvCxnSpPr/>
          <p:nvPr/>
        </p:nvCxnSpPr>
        <p:spPr>
          <a:xfrm flipH="1">
            <a:off x="2339640" y="4509088"/>
            <a:ext cx="144000" cy="360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3" name="Rechteck 652"/>
          <p:cNvSpPr/>
          <p:nvPr/>
        </p:nvSpPr>
        <p:spPr>
          <a:xfrm>
            <a:off x="2555640" y="4221088"/>
            <a:ext cx="108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b="1" dirty="0">
                <a:solidFill>
                  <a:schemeClr val="tx1"/>
                </a:solidFill>
              </a:rPr>
              <a:t>Top row = Destination row</a:t>
            </a:r>
            <a:r>
              <a:rPr lang="en-US" sz="1000" dirty="0">
                <a:solidFill>
                  <a:schemeClr val="tx1"/>
                </a:solidFill>
              </a:rPr>
              <a:t>.  All rows below are source rows. </a:t>
            </a:r>
          </a:p>
          <a:p>
            <a:r>
              <a:rPr lang="en-US" sz="1000" dirty="0">
                <a:solidFill>
                  <a:schemeClr val="tx1"/>
                </a:solidFill>
              </a:rPr>
              <a:t>Contents will be consolidated into the destination row</a:t>
            </a:r>
            <a:br>
              <a:rPr lang="en-US" sz="1000" dirty="0">
                <a:solidFill>
                  <a:schemeClr val="tx1"/>
                </a:solidFill>
              </a:rPr>
            </a:br>
            <a:r>
              <a:rPr lang="en-US" sz="1000" dirty="0">
                <a:solidFill>
                  <a:schemeClr val="tx1"/>
                </a:solidFill>
              </a:rPr>
              <a:t>according to specified </a:t>
            </a:r>
            <a:r>
              <a:rPr lang="en-US" sz="1000" b="1" dirty="0">
                <a:solidFill>
                  <a:schemeClr val="tx1"/>
                </a:solidFill>
              </a:rPr>
              <a:t>consolidation actions</a:t>
            </a:r>
            <a:r>
              <a:rPr lang="en-US" sz="1000" dirty="0">
                <a:solidFill>
                  <a:schemeClr val="tx1"/>
                </a:solidFill>
              </a:rPr>
              <a:t>.</a:t>
            </a:r>
          </a:p>
        </p:txBody>
      </p:sp>
      <p:sp>
        <p:nvSpPr>
          <p:cNvPr id="654" name="Rechteck 653"/>
          <p:cNvSpPr/>
          <p:nvPr/>
        </p:nvSpPr>
        <p:spPr>
          <a:xfrm>
            <a:off x="4247964" y="1304764"/>
            <a:ext cx="3888432" cy="9001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The original data contains n groups of rows with common data in</a:t>
            </a:r>
          </a:p>
          <a:p>
            <a:r>
              <a:rPr lang="en-US" sz="1000" dirty="0">
                <a:solidFill>
                  <a:schemeClr val="tx1"/>
                </a:solidFill>
              </a:rPr>
              <a:t>the identifier columns.</a:t>
            </a:r>
          </a:p>
          <a:p>
            <a:endParaRPr lang="en-US" sz="1000" dirty="0">
              <a:solidFill>
                <a:schemeClr val="tx1"/>
              </a:solidFill>
            </a:endParaRPr>
          </a:p>
          <a:p>
            <a:r>
              <a:rPr lang="en-US" sz="1000" dirty="0">
                <a:solidFill>
                  <a:schemeClr val="tx1"/>
                </a:solidFill>
              </a:rPr>
              <a:t>table consolidate(...) reduces them to 1 row per group.</a:t>
            </a:r>
          </a:p>
          <a:p>
            <a:r>
              <a:rPr lang="en-US" sz="1000" dirty="0">
                <a:solidFill>
                  <a:schemeClr val="tx1"/>
                </a:solidFill>
              </a:rPr>
              <a:t>The destination table contains n rows.</a:t>
            </a:r>
          </a:p>
        </p:txBody>
      </p:sp>
      <p:sp>
        <p:nvSpPr>
          <p:cNvPr id="655" name="Rechteck 654"/>
          <p:cNvSpPr/>
          <p:nvPr/>
        </p:nvSpPr>
        <p:spPr>
          <a:xfrm>
            <a:off x="4787640" y="5013088"/>
            <a:ext cx="108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In the last step,</a:t>
            </a:r>
            <a:br>
              <a:rPr lang="en-US" sz="1000" dirty="0">
                <a:solidFill>
                  <a:schemeClr val="tx1"/>
                </a:solidFill>
              </a:rPr>
            </a:br>
            <a:r>
              <a:rPr lang="en-US" sz="1000" dirty="0">
                <a:solidFill>
                  <a:schemeClr val="tx1"/>
                </a:solidFill>
              </a:rPr>
              <a:t>all redundant rows</a:t>
            </a:r>
          </a:p>
          <a:p>
            <a:r>
              <a:rPr lang="en-US" sz="1000" dirty="0">
                <a:solidFill>
                  <a:schemeClr val="tx1"/>
                </a:solidFill>
              </a:rPr>
              <a:t>will be deleted.</a:t>
            </a:r>
          </a:p>
        </p:txBody>
      </p:sp>
      <p:sp>
        <p:nvSpPr>
          <p:cNvPr id="84" name="Rechteck 83"/>
          <p:cNvSpPr/>
          <p:nvPr/>
        </p:nvSpPr>
        <p:spPr>
          <a:xfrm>
            <a:off x="3347640" y="4869088"/>
            <a:ext cx="864000" cy="288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85" name="Gerader Verbinder 84"/>
          <p:cNvCxnSpPr/>
          <p:nvPr/>
        </p:nvCxnSpPr>
        <p:spPr>
          <a:xfrm>
            <a:off x="3347640" y="4941088"/>
            <a:ext cx="86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6" name="Rechteck 85"/>
          <p:cNvSpPr/>
          <p:nvPr/>
        </p:nvSpPr>
        <p:spPr>
          <a:xfrm>
            <a:off x="3203640" y="4869088"/>
            <a:ext cx="144020" cy="288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7" name="Rechteck 86"/>
          <p:cNvSpPr/>
          <p:nvPr/>
        </p:nvSpPr>
        <p:spPr>
          <a:xfrm>
            <a:off x="3347640" y="5157088"/>
            <a:ext cx="864000" cy="144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8" name="Rechteck 87"/>
          <p:cNvSpPr/>
          <p:nvPr/>
        </p:nvSpPr>
        <p:spPr>
          <a:xfrm>
            <a:off x="3203640" y="5157088"/>
            <a:ext cx="144000" cy="144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9" name="Rechteck 88"/>
          <p:cNvSpPr/>
          <p:nvPr/>
        </p:nvSpPr>
        <p:spPr>
          <a:xfrm>
            <a:off x="3347640" y="5301088"/>
            <a:ext cx="864000" cy="288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0" name="Rechteck 89"/>
          <p:cNvSpPr/>
          <p:nvPr/>
        </p:nvSpPr>
        <p:spPr>
          <a:xfrm>
            <a:off x="3203640" y="5301088"/>
            <a:ext cx="144020" cy="288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1" name="Rechteck 90"/>
          <p:cNvSpPr/>
          <p:nvPr/>
        </p:nvSpPr>
        <p:spPr>
          <a:xfrm>
            <a:off x="3347640" y="5589088"/>
            <a:ext cx="864000" cy="7200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2" name="Rechteck 91"/>
          <p:cNvSpPr/>
          <p:nvPr/>
        </p:nvSpPr>
        <p:spPr>
          <a:xfrm>
            <a:off x="3203640" y="5589088"/>
            <a:ext cx="144000" cy="72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93" name="Gerade Verbindung mit Pfeil 92"/>
          <p:cNvCxnSpPr/>
          <p:nvPr/>
        </p:nvCxnSpPr>
        <p:spPr>
          <a:xfrm flipV="1">
            <a:off x="3491640" y="4941088"/>
            <a:ext cx="0" cy="144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7" name="Gerade Verbindung mit Pfeil 96"/>
          <p:cNvCxnSpPr/>
          <p:nvPr/>
        </p:nvCxnSpPr>
        <p:spPr>
          <a:xfrm flipV="1">
            <a:off x="3563640" y="4941088"/>
            <a:ext cx="0" cy="288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Gerade Verbindung mit Pfeil 98"/>
          <p:cNvCxnSpPr/>
          <p:nvPr/>
        </p:nvCxnSpPr>
        <p:spPr>
          <a:xfrm flipV="1">
            <a:off x="3635640" y="4941088"/>
            <a:ext cx="0" cy="432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Gerade Verbindung mit Pfeil 100"/>
          <p:cNvCxnSpPr/>
          <p:nvPr/>
        </p:nvCxnSpPr>
        <p:spPr>
          <a:xfrm flipV="1">
            <a:off x="3707640" y="4941088"/>
            <a:ext cx="0" cy="576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3" name="Gerade Verbindung mit Pfeil 102"/>
          <p:cNvCxnSpPr/>
          <p:nvPr/>
        </p:nvCxnSpPr>
        <p:spPr>
          <a:xfrm flipV="1">
            <a:off x="3779640" y="4941088"/>
            <a:ext cx="0" cy="6861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5" name="Geschweifte Klammer rechts 104"/>
          <p:cNvSpPr/>
          <p:nvPr/>
        </p:nvSpPr>
        <p:spPr>
          <a:xfrm>
            <a:off x="4283640" y="4869088"/>
            <a:ext cx="432000" cy="864000"/>
          </a:xfrm>
          <a:prstGeom prst="rightBrace">
            <a:avLst>
              <a:gd name="adj1" fmla="val 8333"/>
              <a:gd name="adj2" fmla="val 1042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117" name="Rechteck 116"/>
          <p:cNvSpPr/>
          <p:nvPr/>
        </p:nvSpPr>
        <p:spPr>
          <a:xfrm>
            <a:off x="6299520" y="4509148"/>
            <a:ext cx="86337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18" name="Rechteck 117"/>
          <p:cNvSpPr/>
          <p:nvPr/>
        </p:nvSpPr>
        <p:spPr>
          <a:xfrm>
            <a:off x="6154890" y="4509088"/>
            <a:ext cx="1008750" cy="8640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19" name="Gerade Verbindung 211"/>
          <p:cNvCxnSpPr/>
          <p:nvPr/>
        </p:nvCxnSpPr>
        <p:spPr>
          <a:xfrm>
            <a:off x="6154890" y="4653088"/>
            <a:ext cx="1008140" cy="0"/>
          </a:xfrm>
          <a:prstGeom prst="line">
            <a:avLst/>
          </a:prstGeom>
        </p:spPr>
        <p:style>
          <a:lnRef idx="1">
            <a:schemeClr val="accent1"/>
          </a:lnRef>
          <a:fillRef idx="0">
            <a:schemeClr val="accent1"/>
          </a:fillRef>
          <a:effectRef idx="0">
            <a:schemeClr val="accent1"/>
          </a:effectRef>
          <a:fontRef idx="minor">
            <a:schemeClr val="tx1"/>
          </a:fontRef>
        </p:style>
      </p:cxnSp>
      <p:sp>
        <p:nvSpPr>
          <p:cNvPr id="120" name="Rechteck 119"/>
          <p:cNvSpPr/>
          <p:nvPr/>
        </p:nvSpPr>
        <p:spPr>
          <a:xfrm>
            <a:off x="6299520" y="4869028"/>
            <a:ext cx="864000" cy="72060"/>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1" name="Rechteck 120"/>
          <p:cNvSpPr/>
          <p:nvPr/>
        </p:nvSpPr>
        <p:spPr>
          <a:xfrm>
            <a:off x="6155520" y="4869028"/>
            <a:ext cx="144000" cy="72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3" name="Rechteck 122"/>
          <p:cNvSpPr/>
          <p:nvPr/>
        </p:nvSpPr>
        <p:spPr>
          <a:xfrm>
            <a:off x="6155640" y="5445088"/>
            <a:ext cx="1080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Consolidation will</a:t>
            </a:r>
          </a:p>
          <a:p>
            <a:r>
              <a:rPr lang="en-US" sz="1000" dirty="0">
                <a:solidFill>
                  <a:schemeClr val="tx1"/>
                </a:solidFill>
              </a:rPr>
              <a:t>continue with the</a:t>
            </a:r>
          </a:p>
          <a:p>
            <a:r>
              <a:rPr lang="en-US" sz="1000" dirty="0">
                <a:solidFill>
                  <a:schemeClr val="tx1"/>
                </a:solidFill>
              </a:rPr>
              <a:t>remaining rows.</a:t>
            </a:r>
          </a:p>
        </p:txBody>
      </p:sp>
      <p:sp>
        <p:nvSpPr>
          <p:cNvPr id="106" name="Rechteck 105">
            <a:extLst>
              <a:ext uri="{FF2B5EF4-FFF2-40B4-BE49-F238E27FC236}">
                <a16:creationId xmlns:a16="http://schemas.microsoft.com/office/drawing/2014/main" id="{21DF2375-D1D8-42F4-A3D9-EFAD218345BB}"/>
              </a:ext>
            </a:extLst>
          </p:cNvPr>
          <p:cNvSpPr/>
          <p:nvPr/>
        </p:nvSpPr>
        <p:spPr>
          <a:xfrm>
            <a:off x="1835328" y="1484784"/>
            <a:ext cx="216024" cy="288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7" name="Rechteck 106">
            <a:extLst>
              <a:ext uri="{FF2B5EF4-FFF2-40B4-BE49-F238E27FC236}">
                <a16:creationId xmlns:a16="http://schemas.microsoft.com/office/drawing/2014/main" id="{9DC1956A-439A-4D18-B46A-F5E30D5CF9DC}"/>
              </a:ext>
            </a:extLst>
          </p:cNvPr>
          <p:cNvSpPr/>
          <p:nvPr/>
        </p:nvSpPr>
        <p:spPr>
          <a:xfrm>
            <a:off x="1835328" y="1772784"/>
            <a:ext cx="216024" cy="288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8" name="Rechteck 107">
            <a:extLst>
              <a:ext uri="{FF2B5EF4-FFF2-40B4-BE49-F238E27FC236}">
                <a16:creationId xmlns:a16="http://schemas.microsoft.com/office/drawing/2014/main" id="{9F8B5C72-1D3C-4389-AD31-8898FECBA0AD}"/>
              </a:ext>
            </a:extLst>
          </p:cNvPr>
          <p:cNvSpPr/>
          <p:nvPr/>
        </p:nvSpPr>
        <p:spPr>
          <a:xfrm>
            <a:off x="1835328" y="2060784"/>
            <a:ext cx="216024"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9" name="Rechteck 108">
            <a:extLst>
              <a:ext uri="{FF2B5EF4-FFF2-40B4-BE49-F238E27FC236}">
                <a16:creationId xmlns:a16="http://schemas.microsoft.com/office/drawing/2014/main" id="{22CA5967-9D91-49A8-9E4C-EBA5E8B3D570}"/>
              </a:ext>
            </a:extLst>
          </p:cNvPr>
          <p:cNvSpPr/>
          <p:nvPr/>
        </p:nvSpPr>
        <p:spPr>
          <a:xfrm>
            <a:off x="1835328" y="2276784"/>
            <a:ext cx="216024"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0" name="Rechteck 109">
            <a:extLst>
              <a:ext uri="{FF2B5EF4-FFF2-40B4-BE49-F238E27FC236}">
                <a16:creationId xmlns:a16="http://schemas.microsoft.com/office/drawing/2014/main" id="{5E133737-E45D-4180-9545-0A654CA20356}"/>
              </a:ext>
            </a:extLst>
          </p:cNvPr>
          <p:cNvSpPr/>
          <p:nvPr/>
        </p:nvSpPr>
        <p:spPr>
          <a:xfrm>
            <a:off x="1835328" y="2492896"/>
            <a:ext cx="216024"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1" name="Rechteck 110">
            <a:extLst>
              <a:ext uri="{FF2B5EF4-FFF2-40B4-BE49-F238E27FC236}">
                <a16:creationId xmlns:a16="http://schemas.microsoft.com/office/drawing/2014/main" id="{C463C8EC-A6F3-4FED-83F9-BE65483F621C}"/>
              </a:ext>
            </a:extLst>
          </p:cNvPr>
          <p:cNvSpPr/>
          <p:nvPr/>
        </p:nvSpPr>
        <p:spPr>
          <a:xfrm>
            <a:off x="1835328" y="3212784"/>
            <a:ext cx="216024"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2" name="Rechteck 111">
            <a:extLst>
              <a:ext uri="{FF2B5EF4-FFF2-40B4-BE49-F238E27FC236}">
                <a16:creationId xmlns:a16="http://schemas.microsoft.com/office/drawing/2014/main" id="{8AA97FFF-5929-4412-A3C3-522366ADF389}"/>
              </a:ext>
            </a:extLst>
          </p:cNvPr>
          <p:cNvSpPr/>
          <p:nvPr/>
        </p:nvSpPr>
        <p:spPr>
          <a:xfrm>
            <a:off x="1835328" y="2708920"/>
            <a:ext cx="216024" cy="288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3" name="Rechteck 112">
            <a:extLst>
              <a:ext uri="{FF2B5EF4-FFF2-40B4-BE49-F238E27FC236}">
                <a16:creationId xmlns:a16="http://schemas.microsoft.com/office/drawing/2014/main" id="{F734A639-8CC0-4B78-B39B-F6BD7C0A311B}"/>
              </a:ext>
            </a:extLst>
          </p:cNvPr>
          <p:cNvSpPr/>
          <p:nvPr/>
        </p:nvSpPr>
        <p:spPr>
          <a:xfrm>
            <a:off x="1835328" y="3068784"/>
            <a:ext cx="216024"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4" name="Rechteck 113">
            <a:extLst>
              <a:ext uri="{FF2B5EF4-FFF2-40B4-BE49-F238E27FC236}">
                <a16:creationId xmlns:a16="http://schemas.microsoft.com/office/drawing/2014/main" id="{540D8D65-E427-4FF0-9BC4-41F0847714DF}"/>
              </a:ext>
            </a:extLst>
          </p:cNvPr>
          <p:cNvSpPr/>
          <p:nvPr/>
        </p:nvSpPr>
        <p:spPr>
          <a:xfrm>
            <a:off x="1835328" y="2996784"/>
            <a:ext cx="216024" cy="72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5" name="Rechteck 114">
            <a:extLst>
              <a:ext uri="{FF2B5EF4-FFF2-40B4-BE49-F238E27FC236}">
                <a16:creationId xmlns:a16="http://schemas.microsoft.com/office/drawing/2014/main" id="{E45A4DA0-9D05-496E-988E-4E82C00023F6}"/>
              </a:ext>
            </a:extLst>
          </p:cNvPr>
          <p:cNvSpPr/>
          <p:nvPr/>
        </p:nvSpPr>
        <p:spPr>
          <a:xfrm>
            <a:off x="1835328" y="3356784"/>
            <a:ext cx="216024"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6" name="Rechteck 115">
            <a:extLst>
              <a:ext uri="{FF2B5EF4-FFF2-40B4-BE49-F238E27FC236}">
                <a16:creationId xmlns:a16="http://schemas.microsoft.com/office/drawing/2014/main" id="{F7F41EBF-5A52-40D4-81A9-A230A2E08EE3}"/>
              </a:ext>
            </a:extLst>
          </p:cNvPr>
          <p:cNvSpPr/>
          <p:nvPr/>
        </p:nvSpPr>
        <p:spPr>
          <a:xfrm>
            <a:off x="2123360" y="1484848"/>
            <a:ext cx="72008" cy="288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4" name="Rechteck 123">
            <a:extLst>
              <a:ext uri="{FF2B5EF4-FFF2-40B4-BE49-F238E27FC236}">
                <a16:creationId xmlns:a16="http://schemas.microsoft.com/office/drawing/2014/main" id="{0F04BA31-646E-4598-934A-D2D6449F6F9B}"/>
              </a:ext>
            </a:extLst>
          </p:cNvPr>
          <p:cNvSpPr/>
          <p:nvPr/>
        </p:nvSpPr>
        <p:spPr>
          <a:xfrm>
            <a:off x="2123360" y="1772848"/>
            <a:ext cx="72008" cy="288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5" name="Rechteck 124">
            <a:extLst>
              <a:ext uri="{FF2B5EF4-FFF2-40B4-BE49-F238E27FC236}">
                <a16:creationId xmlns:a16="http://schemas.microsoft.com/office/drawing/2014/main" id="{62EFF2AD-80EE-4754-B4D7-C85DC40EF188}"/>
              </a:ext>
            </a:extLst>
          </p:cNvPr>
          <p:cNvSpPr/>
          <p:nvPr/>
        </p:nvSpPr>
        <p:spPr>
          <a:xfrm>
            <a:off x="2123360" y="2060848"/>
            <a:ext cx="72008"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6" name="Rechteck 125">
            <a:extLst>
              <a:ext uri="{FF2B5EF4-FFF2-40B4-BE49-F238E27FC236}">
                <a16:creationId xmlns:a16="http://schemas.microsoft.com/office/drawing/2014/main" id="{F7F50782-BE94-4A10-8B3E-93AE70310B57}"/>
              </a:ext>
            </a:extLst>
          </p:cNvPr>
          <p:cNvSpPr/>
          <p:nvPr/>
        </p:nvSpPr>
        <p:spPr>
          <a:xfrm>
            <a:off x="2123360" y="2276848"/>
            <a:ext cx="72008"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7" name="Rechteck 126">
            <a:extLst>
              <a:ext uri="{FF2B5EF4-FFF2-40B4-BE49-F238E27FC236}">
                <a16:creationId xmlns:a16="http://schemas.microsoft.com/office/drawing/2014/main" id="{C96D5F1D-7109-4846-9039-9BA336F6A5C7}"/>
              </a:ext>
            </a:extLst>
          </p:cNvPr>
          <p:cNvSpPr/>
          <p:nvPr/>
        </p:nvSpPr>
        <p:spPr>
          <a:xfrm>
            <a:off x="2123360" y="2492960"/>
            <a:ext cx="72008" cy="216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8" name="Rechteck 127">
            <a:extLst>
              <a:ext uri="{FF2B5EF4-FFF2-40B4-BE49-F238E27FC236}">
                <a16:creationId xmlns:a16="http://schemas.microsoft.com/office/drawing/2014/main" id="{8673B8C1-2C85-4EDF-B727-5D9967B00DF9}"/>
              </a:ext>
            </a:extLst>
          </p:cNvPr>
          <p:cNvSpPr/>
          <p:nvPr/>
        </p:nvSpPr>
        <p:spPr>
          <a:xfrm>
            <a:off x="2123360" y="3212848"/>
            <a:ext cx="72008"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9" name="Rechteck 128">
            <a:extLst>
              <a:ext uri="{FF2B5EF4-FFF2-40B4-BE49-F238E27FC236}">
                <a16:creationId xmlns:a16="http://schemas.microsoft.com/office/drawing/2014/main" id="{0ED54C05-88E1-456D-A093-FBDD1FDBED12}"/>
              </a:ext>
            </a:extLst>
          </p:cNvPr>
          <p:cNvSpPr/>
          <p:nvPr/>
        </p:nvSpPr>
        <p:spPr>
          <a:xfrm>
            <a:off x="2123360" y="2708984"/>
            <a:ext cx="72008" cy="288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0" name="Rechteck 129">
            <a:extLst>
              <a:ext uri="{FF2B5EF4-FFF2-40B4-BE49-F238E27FC236}">
                <a16:creationId xmlns:a16="http://schemas.microsoft.com/office/drawing/2014/main" id="{ADA8B0F6-C63E-4F58-A4AB-FC3C34F537AE}"/>
              </a:ext>
            </a:extLst>
          </p:cNvPr>
          <p:cNvSpPr/>
          <p:nvPr/>
        </p:nvSpPr>
        <p:spPr>
          <a:xfrm>
            <a:off x="2123360" y="3068848"/>
            <a:ext cx="72008"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1" name="Rechteck 130">
            <a:extLst>
              <a:ext uri="{FF2B5EF4-FFF2-40B4-BE49-F238E27FC236}">
                <a16:creationId xmlns:a16="http://schemas.microsoft.com/office/drawing/2014/main" id="{7143B389-5311-462E-ADBC-D5A2E10F2A5A}"/>
              </a:ext>
            </a:extLst>
          </p:cNvPr>
          <p:cNvSpPr/>
          <p:nvPr/>
        </p:nvSpPr>
        <p:spPr>
          <a:xfrm>
            <a:off x="2123360" y="2996848"/>
            <a:ext cx="72008" cy="72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2" name="Rechteck 131">
            <a:extLst>
              <a:ext uri="{FF2B5EF4-FFF2-40B4-BE49-F238E27FC236}">
                <a16:creationId xmlns:a16="http://schemas.microsoft.com/office/drawing/2014/main" id="{EE9487E0-56F9-4D72-97C4-8518227452FB}"/>
              </a:ext>
            </a:extLst>
          </p:cNvPr>
          <p:cNvSpPr/>
          <p:nvPr/>
        </p:nvSpPr>
        <p:spPr>
          <a:xfrm>
            <a:off x="2123360" y="3356848"/>
            <a:ext cx="72008"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4" name="Rechteck 133">
            <a:extLst>
              <a:ext uri="{FF2B5EF4-FFF2-40B4-BE49-F238E27FC236}">
                <a16:creationId xmlns:a16="http://schemas.microsoft.com/office/drawing/2014/main" id="{4C0D231E-DD9C-45BD-AC11-587677E8FF2F}"/>
              </a:ext>
            </a:extLst>
          </p:cNvPr>
          <p:cNvSpPr/>
          <p:nvPr/>
        </p:nvSpPr>
        <p:spPr>
          <a:xfrm>
            <a:off x="3671532" y="1484784"/>
            <a:ext cx="216024"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5" name="Rechteck 134">
            <a:extLst>
              <a:ext uri="{FF2B5EF4-FFF2-40B4-BE49-F238E27FC236}">
                <a16:creationId xmlns:a16="http://schemas.microsoft.com/office/drawing/2014/main" id="{F5EA14D0-3FE7-4A99-AA8A-81F539EC358D}"/>
              </a:ext>
            </a:extLst>
          </p:cNvPr>
          <p:cNvSpPr/>
          <p:nvPr/>
        </p:nvSpPr>
        <p:spPr>
          <a:xfrm>
            <a:off x="3959564" y="1484848"/>
            <a:ext cx="72008"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6" name="Rechteck 135">
            <a:extLst>
              <a:ext uri="{FF2B5EF4-FFF2-40B4-BE49-F238E27FC236}">
                <a16:creationId xmlns:a16="http://schemas.microsoft.com/office/drawing/2014/main" id="{D48644E1-D330-4833-BC28-158852A29AF1}"/>
              </a:ext>
            </a:extLst>
          </p:cNvPr>
          <p:cNvSpPr/>
          <p:nvPr/>
        </p:nvSpPr>
        <p:spPr>
          <a:xfrm>
            <a:off x="1835328" y="1340768"/>
            <a:ext cx="216024" cy="144016"/>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7" name="Rechteck 136">
            <a:extLst>
              <a:ext uri="{FF2B5EF4-FFF2-40B4-BE49-F238E27FC236}">
                <a16:creationId xmlns:a16="http://schemas.microsoft.com/office/drawing/2014/main" id="{417FC7D8-1C67-42B6-A625-AA9BEF7D92F7}"/>
              </a:ext>
            </a:extLst>
          </p:cNvPr>
          <p:cNvSpPr/>
          <p:nvPr/>
        </p:nvSpPr>
        <p:spPr>
          <a:xfrm>
            <a:off x="2123360" y="1340832"/>
            <a:ext cx="72008" cy="144016"/>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8" name="Rechteck 137">
            <a:extLst>
              <a:ext uri="{FF2B5EF4-FFF2-40B4-BE49-F238E27FC236}">
                <a16:creationId xmlns:a16="http://schemas.microsoft.com/office/drawing/2014/main" id="{4373C62B-BB06-44CD-9912-A48BC715310F}"/>
              </a:ext>
            </a:extLst>
          </p:cNvPr>
          <p:cNvSpPr/>
          <p:nvPr/>
        </p:nvSpPr>
        <p:spPr>
          <a:xfrm>
            <a:off x="3671532" y="1340768"/>
            <a:ext cx="216024" cy="144016"/>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9" name="Rechteck 138">
            <a:extLst>
              <a:ext uri="{FF2B5EF4-FFF2-40B4-BE49-F238E27FC236}">
                <a16:creationId xmlns:a16="http://schemas.microsoft.com/office/drawing/2014/main" id="{E68CBFF0-2AF4-4404-B11B-8A2CD56DE91D}"/>
              </a:ext>
            </a:extLst>
          </p:cNvPr>
          <p:cNvSpPr/>
          <p:nvPr/>
        </p:nvSpPr>
        <p:spPr>
          <a:xfrm>
            <a:off x="3959564" y="1340832"/>
            <a:ext cx="72008" cy="144016"/>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0" name="Rechteck 139">
            <a:extLst>
              <a:ext uri="{FF2B5EF4-FFF2-40B4-BE49-F238E27FC236}">
                <a16:creationId xmlns:a16="http://schemas.microsoft.com/office/drawing/2014/main" id="{4A01D52D-EBE4-4CAA-98D0-E8BF031FADE8}"/>
              </a:ext>
            </a:extLst>
          </p:cNvPr>
          <p:cNvSpPr/>
          <p:nvPr/>
        </p:nvSpPr>
        <p:spPr>
          <a:xfrm>
            <a:off x="3671532" y="1556792"/>
            <a:ext cx="216024"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1" name="Rechteck 140">
            <a:extLst>
              <a:ext uri="{FF2B5EF4-FFF2-40B4-BE49-F238E27FC236}">
                <a16:creationId xmlns:a16="http://schemas.microsoft.com/office/drawing/2014/main" id="{09CBE7C8-C438-41FF-ACC9-F8F398B74BB5}"/>
              </a:ext>
            </a:extLst>
          </p:cNvPr>
          <p:cNvSpPr/>
          <p:nvPr/>
        </p:nvSpPr>
        <p:spPr>
          <a:xfrm>
            <a:off x="3959564" y="1556856"/>
            <a:ext cx="72008"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2" name="Rechteck 141">
            <a:extLst>
              <a:ext uri="{FF2B5EF4-FFF2-40B4-BE49-F238E27FC236}">
                <a16:creationId xmlns:a16="http://schemas.microsoft.com/office/drawing/2014/main" id="{76E86372-BBD9-4E55-B288-8F362F582BFD}"/>
              </a:ext>
            </a:extLst>
          </p:cNvPr>
          <p:cNvSpPr/>
          <p:nvPr/>
        </p:nvSpPr>
        <p:spPr>
          <a:xfrm>
            <a:off x="3671532" y="1628800"/>
            <a:ext cx="216024"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a:extLst>
              <a:ext uri="{FF2B5EF4-FFF2-40B4-BE49-F238E27FC236}">
                <a16:creationId xmlns:a16="http://schemas.microsoft.com/office/drawing/2014/main" id="{AA467011-FAE6-42A8-90BD-8E5934F47065}"/>
              </a:ext>
            </a:extLst>
          </p:cNvPr>
          <p:cNvSpPr/>
          <p:nvPr/>
        </p:nvSpPr>
        <p:spPr>
          <a:xfrm>
            <a:off x="3959564" y="1628864"/>
            <a:ext cx="72008"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4" name="Rechteck 143">
            <a:extLst>
              <a:ext uri="{FF2B5EF4-FFF2-40B4-BE49-F238E27FC236}">
                <a16:creationId xmlns:a16="http://schemas.microsoft.com/office/drawing/2014/main" id="{765D76DB-C0AD-482E-B515-4DA4956CC605}"/>
              </a:ext>
            </a:extLst>
          </p:cNvPr>
          <p:cNvSpPr/>
          <p:nvPr/>
        </p:nvSpPr>
        <p:spPr>
          <a:xfrm>
            <a:off x="3671532" y="1700808"/>
            <a:ext cx="216024"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5" name="Rechteck 144">
            <a:extLst>
              <a:ext uri="{FF2B5EF4-FFF2-40B4-BE49-F238E27FC236}">
                <a16:creationId xmlns:a16="http://schemas.microsoft.com/office/drawing/2014/main" id="{E2A43066-4C49-4C0A-B22A-B7BA3B8457AA}"/>
              </a:ext>
            </a:extLst>
          </p:cNvPr>
          <p:cNvSpPr/>
          <p:nvPr/>
        </p:nvSpPr>
        <p:spPr>
          <a:xfrm>
            <a:off x="3959564" y="1700872"/>
            <a:ext cx="72008"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6" name="Rechteck 145">
            <a:extLst>
              <a:ext uri="{FF2B5EF4-FFF2-40B4-BE49-F238E27FC236}">
                <a16:creationId xmlns:a16="http://schemas.microsoft.com/office/drawing/2014/main" id="{E35594B6-853E-4E46-83A8-793124BD5A22}"/>
              </a:ext>
            </a:extLst>
          </p:cNvPr>
          <p:cNvSpPr/>
          <p:nvPr/>
        </p:nvSpPr>
        <p:spPr>
          <a:xfrm>
            <a:off x="3671532" y="1772816"/>
            <a:ext cx="216024"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7" name="Rechteck 146">
            <a:extLst>
              <a:ext uri="{FF2B5EF4-FFF2-40B4-BE49-F238E27FC236}">
                <a16:creationId xmlns:a16="http://schemas.microsoft.com/office/drawing/2014/main" id="{3FA3F4D8-D0CE-42A8-9D31-24281D8A3629}"/>
              </a:ext>
            </a:extLst>
          </p:cNvPr>
          <p:cNvSpPr/>
          <p:nvPr/>
        </p:nvSpPr>
        <p:spPr>
          <a:xfrm>
            <a:off x="3959564" y="1772880"/>
            <a:ext cx="72008"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Rechteck 147">
            <a:extLst>
              <a:ext uri="{FF2B5EF4-FFF2-40B4-BE49-F238E27FC236}">
                <a16:creationId xmlns:a16="http://schemas.microsoft.com/office/drawing/2014/main" id="{D7ECC241-C5E3-4F3D-A132-B5A5482C18FB}"/>
              </a:ext>
            </a:extLst>
          </p:cNvPr>
          <p:cNvSpPr/>
          <p:nvPr/>
        </p:nvSpPr>
        <p:spPr>
          <a:xfrm>
            <a:off x="3671532" y="1844824"/>
            <a:ext cx="216024"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9" name="Rechteck 148">
            <a:extLst>
              <a:ext uri="{FF2B5EF4-FFF2-40B4-BE49-F238E27FC236}">
                <a16:creationId xmlns:a16="http://schemas.microsoft.com/office/drawing/2014/main" id="{AE78C3BF-7A64-470A-9F45-1C330DB7849D}"/>
              </a:ext>
            </a:extLst>
          </p:cNvPr>
          <p:cNvSpPr/>
          <p:nvPr/>
        </p:nvSpPr>
        <p:spPr>
          <a:xfrm>
            <a:off x="3959564" y="1844888"/>
            <a:ext cx="72008"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0" name="Rechteck 149">
            <a:extLst>
              <a:ext uri="{FF2B5EF4-FFF2-40B4-BE49-F238E27FC236}">
                <a16:creationId xmlns:a16="http://schemas.microsoft.com/office/drawing/2014/main" id="{B95A361F-A58D-419A-A651-B76CED5A45F8}"/>
              </a:ext>
            </a:extLst>
          </p:cNvPr>
          <p:cNvSpPr/>
          <p:nvPr/>
        </p:nvSpPr>
        <p:spPr>
          <a:xfrm>
            <a:off x="3167844" y="112474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After consolidation</a:t>
            </a:r>
          </a:p>
        </p:txBody>
      </p:sp>
      <p:cxnSp>
        <p:nvCxnSpPr>
          <p:cNvPr id="151" name="Gerade Verbindung mit Pfeil 150">
            <a:extLst>
              <a:ext uri="{FF2B5EF4-FFF2-40B4-BE49-F238E27FC236}">
                <a16:creationId xmlns:a16="http://schemas.microsoft.com/office/drawing/2014/main" id="{6059F5F0-430F-4492-935C-DF1AAA16A5A5}"/>
              </a:ext>
            </a:extLst>
          </p:cNvPr>
          <p:cNvCxnSpPr>
            <a:cxnSpLocks/>
            <a:endCxn id="107" idx="3"/>
          </p:cNvCxnSpPr>
          <p:nvPr/>
        </p:nvCxnSpPr>
        <p:spPr>
          <a:xfrm flipH="1" flipV="1">
            <a:off x="2051352" y="1916784"/>
            <a:ext cx="1080488" cy="61211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2" name="Gerade Verbindung mit Pfeil 151">
            <a:extLst>
              <a:ext uri="{FF2B5EF4-FFF2-40B4-BE49-F238E27FC236}">
                <a16:creationId xmlns:a16="http://schemas.microsoft.com/office/drawing/2014/main" id="{1CA44F27-8E4E-495A-ABA6-B327962B0523}"/>
              </a:ext>
            </a:extLst>
          </p:cNvPr>
          <p:cNvCxnSpPr>
            <a:cxnSpLocks/>
          </p:cNvCxnSpPr>
          <p:nvPr/>
        </p:nvCxnSpPr>
        <p:spPr>
          <a:xfrm flipH="1" flipV="1">
            <a:off x="2195736" y="2312876"/>
            <a:ext cx="936104" cy="216024"/>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3" name="Rechteck 152">
            <a:extLst>
              <a:ext uri="{FF2B5EF4-FFF2-40B4-BE49-F238E27FC236}">
                <a16:creationId xmlns:a16="http://schemas.microsoft.com/office/drawing/2014/main" id="{AFF2525A-D5DD-4E4C-979C-329D82B9ADAC}"/>
              </a:ext>
            </a:extLst>
          </p:cNvPr>
          <p:cNvSpPr/>
          <p:nvPr/>
        </p:nvSpPr>
        <p:spPr>
          <a:xfrm>
            <a:off x="3167844" y="2348880"/>
            <a:ext cx="4968552" cy="61206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b="1" dirty="0">
                <a:solidFill>
                  <a:schemeClr val="tx1"/>
                </a:solidFill>
              </a:rPr>
              <a:t>Columns to consolidate</a:t>
            </a:r>
            <a:r>
              <a:rPr lang="en-US" sz="1000" dirty="0">
                <a:solidFill>
                  <a:schemeClr val="tx1"/>
                </a:solidFill>
              </a:rPr>
              <a:t> (Parameter 3 in table consolidate, resp. parameter 4 in</a:t>
            </a:r>
          </a:p>
          <a:p>
            <a:r>
              <a:rPr lang="en-US" sz="1000" dirty="0">
                <a:solidFill>
                  <a:schemeClr val="tx1"/>
                </a:solidFill>
              </a:rPr>
              <a:t>table consolidate selected rows): </a:t>
            </a:r>
            <a:r>
              <a:rPr lang="en-US" sz="1000" b="1" dirty="0">
                <a:solidFill>
                  <a:schemeClr val="tx1"/>
                </a:solidFill>
              </a:rPr>
              <a:t>Consolidation actions</a:t>
            </a:r>
            <a:r>
              <a:rPr lang="en-US" sz="1000" dirty="0">
                <a:solidFill>
                  <a:schemeClr val="tx1"/>
                </a:solidFill>
              </a:rPr>
              <a:t> are applied on all columns</a:t>
            </a:r>
          </a:p>
          <a:p>
            <a:r>
              <a:rPr lang="en-US" sz="1000" dirty="0">
                <a:solidFill>
                  <a:schemeClr val="tx1"/>
                </a:solidFill>
              </a:rPr>
              <a:t>using the corresponding consolidation actions specified in Parameter 5 (resp. 6).</a:t>
            </a:r>
          </a:p>
        </p:txBody>
      </p:sp>
    </p:spTree>
    <p:extLst>
      <p:ext uri="{BB962C8B-B14F-4D97-AF65-F5344CB8AC3E}">
        <p14:creationId xmlns:p14="http://schemas.microsoft.com/office/powerpoint/2010/main" val="42459134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A5399-607A-3DE4-C61E-8823B79377F3}"/>
            </a:ext>
          </a:extLst>
        </p:cNvPr>
        <p:cNvGrpSpPr/>
        <p:nvPr/>
      </p:nvGrpSpPr>
      <p:grpSpPr>
        <a:xfrm>
          <a:off x="0" y="0"/>
          <a:ext cx="0" cy="0"/>
          <a:chOff x="0" y="0"/>
          <a:chExt cx="0" cy="0"/>
        </a:xfrm>
      </p:grpSpPr>
      <p:sp>
        <p:nvSpPr>
          <p:cNvPr id="216" name="Rechteck 215">
            <a:extLst>
              <a:ext uri="{FF2B5EF4-FFF2-40B4-BE49-F238E27FC236}">
                <a16:creationId xmlns:a16="http://schemas.microsoft.com/office/drawing/2014/main" id="{AC20373A-3B64-1402-9D6F-DBDE11F08B85}"/>
              </a:ext>
            </a:extLst>
          </p:cNvPr>
          <p:cNvSpPr/>
          <p:nvPr/>
        </p:nvSpPr>
        <p:spPr>
          <a:xfrm>
            <a:off x="180000" y="1341000"/>
            <a:ext cx="2808360" cy="216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a:extLst>
              <a:ext uri="{FF2B5EF4-FFF2-40B4-BE49-F238E27FC236}">
                <a16:creationId xmlns:a16="http://schemas.microsoft.com/office/drawing/2014/main" id="{0BFDD476-2491-442C-EC65-48E510B905BE}"/>
              </a:ext>
            </a:extLst>
          </p:cNvPr>
          <p:cNvSpPr>
            <a:spLocks noGrp="1"/>
          </p:cNvSpPr>
          <p:nvPr>
            <p:ph type="title"/>
          </p:nvPr>
        </p:nvSpPr>
        <p:spPr/>
        <p:txBody>
          <a:bodyPr/>
          <a:lstStyle/>
          <a:p>
            <a:r>
              <a:rPr lang="en-US" dirty="0"/>
              <a:t>Table Summarize</a:t>
            </a:r>
          </a:p>
        </p:txBody>
      </p:sp>
      <p:sp>
        <p:nvSpPr>
          <p:cNvPr id="255" name="Rechteck 254">
            <a:extLst>
              <a:ext uri="{FF2B5EF4-FFF2-40B4-BE49-F238E27FC236}">
                <a16:creationId xmlns:a16="http://schemas.microsoft.com/office/drawing/2014/main" id="{27AC56C8-474B-3842-C2D2-755ED5EDB547}"/>
              </a:ext>
            </a:extLst>
          </p:cNvPr>
          <p:cNvSpPr/>
          <p:nvPr/>
        </p:nvSpPr>
        <p:spPr>
          <a:xfrm>
            <a:off x="180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a:solidFill>
                  <a:schemeClr val="tx1"/>
                </a:solidFill>
              </a:rPr>
              <a:t>Original </a:t>
            </a:r>
            <a:r>
              <a:rPr lang="en-US" sz="1100" dirty="0">
                <a:solidFill>
                  <a:schemeClr val="tx1"/>
                </a:solidFill>
              </a:rPr>
              <a:t>Table</a:t>
            </a:r>
          </a:p>
        </p:txBody>
      </p:sp>
      <p:sp>
        <p:nvSpPr>
          <p:cNvPr id="345" name="Rechteck 344">
            <a:extLst>
              <a:ext uri="{FF2B5EF4-FFF2-40B4-BE49-F238E27FC236}">
                <a16:creationId xmlns:a16="http://schemas.microsoft.com/office/drawing/2014/main" id="{86F592B5-6047-9EC8-992A-8B518ED0A113}"/>
              </a:ext>
            </a:extLst>
          </p:cNvPr>
          <p:cNvSpPr/>
          <p:nvPr/>
        </p:nvSpPr>
        <p:spPr>
          <a:xfrm>
            <a:off x="3059970" y="7389080"/>
            <a:ext cx="43203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6" name="Rechteck 345">
            <a:extLst>
              <a:ext uri="{FF2B5EF4-FFF2-40B4-BE49-F238E27FC236}">
                <a16:creationId xmlns:a16="http://schemas.microsoft.com/office/drawing/2014/main" id="{A1BCD818-9538-E7A5-F17E-CB38065C02F2}"/>
              </a:ext>
            </a:extLst>
          </p:cNvPr>
          <p:cNvSpPr/>
          <p:nvPr/>
        </p:nvSpPr>
        <p:spPr>
          <a:xfrm>
            <a:off x="3059970" y="753310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2" name="Rechteck 361">
            <a:extLst>
              <a:ext uri="{FF2B5EF4-FFF2-40B4-BE49-F238E27FC236}">
                <a16:creationId xmlns:a16="http://schemas.microsoft.com/office/drawing/2014/main" id="{258C812E-13C2-2873-25AA-27DF48FE2267}"/>
              </a:ext>
            </a:extLst>
          </p:cNvPr>
          <p:cNvSpPr/>
          <p:nvPr/>
        </p:nvSpPr>
        <p:spPr>
          <a:xfrm>
            <a:off x="3059970" y="7821140"/>
            <a:ext cx="144020" cy="14402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3" name="Rechteck 362">
            <a:extLst>
              <a:ext uri="{FF2B5EF4-FFF2-40B4-BE49-F238E27FC236}">
                <a16:creationId xmlns:a16="http://schemas.microsoft.com/office/drawing/2014/main" id="{978F2575-BB3E-3A47-A5D2-1F6C4CABCF6B}"/>
              </a:ext>
            </a:extLst>
          </p:cNvPr>
          <p:cNvSpPr/>
          <p:nvPr/>
        </p:nvSpPr>
        <p:spPr>
          <a:xfrm>
            <a:off x="3059970" y="803717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8" name="Rechteck 397">
            <a:extLst>
              <a:ext uri="{FF2B5EF4-FFF2-40B4-BE49-F238E27FC236}">
                <a16:creationId xmlns:a16="http://schemas.microsoft.com/office/drawing/2014/main" id="{5048AB4E-7840-D4B8-5200-8A4789E2D9A2}"/>
              </a:ext>
            </a:extLst>
          </p:cNvPr>
          <p:cNvSpPr/>
          <p:nvPr/>
        </p:nvSpPr>
        <p:spPr>
          <a:xfrm>
            <a:off x="3059970" y="7533100"/>
            <a:ext cx="432030" cy="1583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2" name="Rechteck 401">
            <a:extLst>
              <a:ext uri="{FF2B5EF4-FFF2-40B4-BE49-F238E27FC236}">
                <a16:creationId xmlns:a16="http://schemas.microsoft.com/office/drawing/2014/main" id="{D4BBF784-C380-8BD8-CB37-F22610E17EC0}"/>
              </a:ext>
            </a:extLst>
          </p:cNvPr>
          <p:cNvSpPr/>
          <p:nvPr/>
        </p:nvSpPr>
        <p:spPr>
          <a:xfrm>
            <a:off x="3059410" y="8757270"/>
            <a:ext cx="14458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5" name="Rechteck 404">
            <a:extLst>
              <a:ext uri="{FF2B5EF4-FFF2-40B4-BE49-F238E27FC236}">
                <a16:creationId xmlns:a16="http://schemas.microsoft.com/office/drawing/2014/main" id="{D847ACA2-1358-0E34-7F02-2118E6866179}"/>
              </a:ext>
            </a:extLst>
          </p:cNvPr>
          <p:cNvSpPr/>
          <p:nvPr/>
        </p:nvSpPr>
        <p:spPr>
          <a:xfrm>
            <a:off x="3203960" y="803717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6" name="Rechteck 405">
            <a:extLst>
              <a:ext uri="{FF2B5EF4-FFF2-40B4-BE49-F238E27FC236}">
                <a16:creationId xmlns:a16="http://schemas.microsoft.com/office/drawing/2014/main" id="{A0BE8737-7224-44CE-BB88-3311D8561DB6}"/>
              </a:ext>
            </a:extLst>
          </p:cNvPr>
          <p:cNvSpPr/>
          <p:nvPr/>
        </p:nvSpPr>
        <p:spPr>
          <a:xfrm>
            <a:off x="3347980" y="803717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9" name="Rechteck 408">
            <a:extLst>
              <a:ext uri="{FF2B5EF4-FFF2-40B4-BE49-F238E27FC236}">
                <a16:creationId xmlns:a16="http://schemas.microsoft.com/office/drawing/2014/main" id="{A3C1CE81-4878-F047-DDA5-FE0EFF882342}"/>
              </a:ext>
            </a:extLst>
          </p:cNvPr>
          <p:cNvSpPr/>
          <p:nvPr/>
        </p:nvSpPr>
        <p:spPr>
          <a:xfrm>
            <a:off x="3203960" y="782114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0" name="Rechteck 409">
            <a:extLst>
              <a:ext uri="{FF2B5EF4-FFF2-40B4-BE49-F238E27FC236}">
                <a16:creationId xmlns:a16="http://schemas.microsoft.com/office/drawing/2014/main" id="{979414A8-3BAD-38FE-D572-36B43814F073}"/>
              </a:ext>
            </a:extLst>
          </p:cNvPr>
          <p:cNvSpPr/>
          <p:nvPr/>
        </p:nvSpPr>
        <p:spPr>
          <a:xfrm>
            <a:off x="3347980" y="782114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1" name="Rechteck 410">
            <a:extLst>
              <a:ext uri="{FF2B5EF4-FFF2-40B4-BE49-F238E27FC236}">
                <a16:creationId xmlns:a16="http://schemas.microsoft.com/office/drawing/2014/main" id="{27FEA7C8-1CBD-5FD8-4255-C8C18EEAF085}"/>
              </a:ext>
            </a:extLst>
          </p:cNvPr>
          <p:cNvSpPr/>
          <p:nvPr/>
        </p:nvSpPr>
        <p:spPr>
          <a:xfrm>
            <a:off x="3203400" y="8757270"/>
            <a:ext cx="14458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2" name="Rechteck 411">
            <a:extLst>
              <a:ext uri="{FF2B5EF4-FFF2-40B4-BE49-F238E27FC236}">
                <a16:creationId xmlns:a16="http://schemas.microsoft.com/office/drawing/2014/main" id="{AC69A397-310D-3984-7C34-85193A8AAD24}"/>
              </a:ext>
            </a:extLst>
          </p:cNvPr>
          <p:cNvSpPr/>
          <p:nvPr/>
        </p:nvSpPr>
        <p:spPr>
          <a:xfrm>
            <a:off x="3347420" y="8757270"/>
            <a:ext cx="144580" cy="360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6" name="Rechteck 415">
            <a:extLst>
              <a:ext uri="{FF2B5EF4-FFF2-40B4-BE49-F238E27FC236}">
                <a16:creationId xmlns:a16="http://schemas.microsoft.com/office/drawing/2014/main" id="{59C8A4C3-14D9-EE4C-A704-7E03D2B8702D}"/>
              </a:ext>
            </a:extLst>
          </p:cNvPr>
          <p:cNvSpPr/>
          <p:nvPr/>
        </p:nvSpPr>
        <p:spPr>
          <a:xfrm>
            <a:off x="6876000" y="789305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he columns which exist</a:t>
            </a:r>
          </a:p>
          <a:p>
            <a:r>
              <a:rPr lang="en-US" sz="1000" dirty="0">
                <a:solidFill>
                  <a:schemeClr val="tx1"/>
                </a:solidFill>
              </a:rPr>
              <a:t>in the destination table</a:t>
            </a:r>
          </a:p>
          <a:p>
            <a:r>
              <a:rPr lang="en-US" sz="1000" dirty="0">
                <a:solidFill>
                  <a:schemeClr val="tx1"/>
                </a:solidFill>
              </a:rPr>
              <a:t>only (+ identifier columns)</a:t>
            </a:r>
          </a:p>
          <a:p>
            <a:r>
              <a:rPr lang="en-US" sz="1000" dirty="0">
                <a:solidFill>
                  <a:schemeClr val="tx1"/>
                </a:solidFill>
              </a:rPr>
              <a:t>will be kept.</a:t>
            </a:r>
          </a:p>
        </p:txBody>
      </p:sp>
      <p:sp>
        <p:nvSpPr>
          <p:cNvPr id="431" name="Rechteck 430">
            <a:extLst>
              <a:ext uri="{FF2B5EF4-FFF2-40B4-BE49-F238E27FC236}">
                <a16:creationId xmlns:a16="http://schemas.microsoft.com/office/drawing/2014/main" id="{D22790A7-5EC8-8017-A608-33666012B230}"/>
              </a:ext>
            </a:extLst>
          </p:cNvPr>
          <p:cNvSpPr/>
          <p:nvPr/>
        </p:nvSpPr>
        <p:spPr>
          <a:xfrm>
            <a:off x="5220000" y="7389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Combining rows:</a:t>
            </a:r>
            <a:br>
              <a:rPr lang="en-US" sz="1000" dirty="0">
                <a:solidFill>
                  <a:schemeClr val="tx1"/>
                </a:solidFill>
              </a:rPr>
            </a:br>
            <a:r>
              <a:rPr lang="en-US" sz="1000" dirty="0">
                <a:solidFill>
                  <a:schemeClr val="tx1"/>
                </a:solidFill>
              </a:rPr>
              <a:t>See above.</a:t>
            </a:r>
          </a:p>
        </p:txBody>
      </p:sp>
      <p:sp>
        <p:nvSpPr>
          <p:cNvPr id="615" name="Rechteck 614">
            <a:extLst>
              <a:ext uri="{FF2B5EF4-FFF2-40B4-BE49-F238E27FC236}">
                <a16:creationId xmlns:a16="http://schemas.microsoft.com/office/drawing/2014/main" id="{F161B5C3-9D81-9153-65D4-D38768C709E5}"/>
              </a:ext>
            </a:extLst>
          </p:cNvPr>
          <p:cNvSpPr/>
          <p:nvPr/>
        </p:nvSpPr>
        <p:spPr>
          <a:xfrm>
            <a:off x="143508" y="9087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summarize(), table </a:t>
            </a:r>
            <a:r>
              <a:rPr lang="en-US" sz="1100" b="1" dirty="0" err="1">
                <a:solidFill>
                  <a:schemeClr val="tx1"/>
                </a:solidFill>
              </a:rPr>
              <a:t>summarizeconsolidate</a:t>
            </a:r>
            <a:r>
              <a:rPr lang="en-US" sz="1100" b="1" dirty="0">
                <a:solidFill>
                  <a:schemeClr val="tx1"/>
                </a:solidFill>
              </a:rPr>
              <a:t> selected rows() </a:t>
            </a:r>
          </a:p>
        </p:txBody>
      </p:sp>
      <p:sp>
        <p:nvSpPr>
          <p:cNvPr id="3" name="Rechteck 2">
            <a:extLst>
              <a:ext uri="{FF2B5EF4-FFF2-40B4-BE49-F238E27FC236}">
                <a16:creationId xmlns:a16="http://schemas.microsoft.com/office/drawing/2014/main" id="{7E1C9EB8-99E3-05BA-29BF-991338B2006A}"/>
              </a:ext>
            </a:extLst>
          </p:cNvPr>
          <p:cNvSpPr/>
          <p:nvPr/>
        </p:nvSpPr>
        <p:spPr>
          <a:xfrm>
            <a:off x="180360" y="1341000"/>
            <a:ext cx="2808000" cy="14394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 name="Rechteck 3">
            <a:extLst>
              <a:ext uri="{FF2B5EF4-FFF2-40B4-BE49-F238E27FC236}">
                <a16:creationId xmlns:a16="http://schemas.microsoft.com/office/drawing/2014/main" id="{0DDA6980-1587-D99E-48C2-BAF69FD43CE2}"/>
              </a:ext>
            </a:extLst>
          </p:cNvPr>
          <p:cNvSpPr/>
          <p:nvPr/>
        </p:nvSpPr>
        <p:spPr>
          <a:xfrm>
            <a:off x="468360" y="1341000"/>
            <a:ext cx="216000" cy="14394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 name="Rechteck 4">
            <a:extLst>
              <a:ext uri="{FF2B5EF4-FFF2-40B4-BE49-F238E27FC236}">
                <a16:creationId xmlns:a16="http://schemas.microsoft.com/office/drawing/2014/main" id="{E9B6CDB4-83FD-5A73-DBFA-F2619A1C7D62}"/>
              </a:ext>
            </a:extLst>
          </p:cNvPr>
          <p:cNvSpPr/>
          <p:nvPr/>
        </p:nvSpPr>
        <p:spPr>
          <a:xfrm>
            <a:off x="684360" y="1341000"/>
            <a:ext cx="216000" cy="14394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 name="Rechteck 5">
            <a:extLst>
              <a:ext uri="{FF2B5EF4-FFF2-40B4-BE49-F238E27FC236}">
                <a16:creationId xmlns:a16="http://schemas.microsoft.com/office/drawing/2014/main" id="{CB7F5DCC-B837-BDE3-1152-0579678B00E2}"/>
              </a:ext>
            </a:extLst>
          </p:cNvPr>
          <p:cNvSpPr/>
          <p:nvPr/>
        </p:nvSpPr>
        <p:spPr>
          <a:xfrm>
            <a:off x="1044360" y="1341000"/>
            <a:ext cx="216000" cy="14394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7" name="Rechteck 6">
            <a:extLst>
              <a:ext uri="{FF2B5EF4-FFF2-40B4-BE49-F238E27FC236}">
                <a16:creationId xmlns:a16="http://schemas.microsoft.com/office/drawing/2014/main" id="{CB036618-9770-0F58-9D62-ACEEEF9CB376}"/>
              </a:ext>
            </a:extLst>
          </p:cNvPr>
          <p:cNvSpPr/>
          <p:nvPr/>
        </p:nvSpPr>
        <p:spPr>
          <a:xfrm>
            <a:off x="1548360" y="1341000"/>
            <a:ext cx="216000" cy="143940"/>
          </a:xfrm>
          <a:prstGeom prst="rect">
            <a:avLst/>
          </a:prstGeom>
          <a:solidFill>
            <a:srgbClr val="E6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9" name="Rechteck 8">
            <a:extLst>
              <a:ext uri="{FF2B5EF4-FFF2-40B4-BE49-F238E27FC236}">
                <a16:creationId xmlns:a16="http://schemas.microsoft.com/office/drawing/2014/main" id="{E151683D-64C7-010A-BC44-2D4DFD6201C7}"/>
              </a:ext>
            </a:extLst>
          </p:cNvPr>
          <p:cNvSpPr/>
          <p:nvPr/>
        </p:nvSpPr>
        <p:spPr>
          <a:xfrm>
            <a:off x="2124360" y="1341000"/>
            <a:ext cx="216000" cy="143940"/>
          </a:xfrm>
          <a:prstGeom prst="rect">
            <a:avLst/>
          </a:prstGeom>
          <a:solidFill>
            <a:srgbClr val="C9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0" name="Rechteck 9">
            <a:extLst>
              <a:ext uri="{FF2B5EF4-FFF2-40B4-BE49-F238E27FC236}">
                <a16:creationId xmlns:a16="http://schemas.microsoft.com/office/drawing/2014/main" id="{C9FD950D-7827-8D8F-CCAE-367D6C7C4032}"/>
              </a:ext>
            </a:extLst>
          </p:cNvPr>
          <p:cNvSpPr/>
          <p:nvPr/>
        </p:nvSpPr>
        <p:spPr>
          <a:xfrm>
            <a:off x="1260360" y="1341000"/>
            <a:ext cx="216000" cy="1439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2" name="Rechteck 11">
            <a:extLst>
              <a:ext uri="{FF2B5EF4-FFF2-40B4-BE49-F238E27FC236}">
                <a16:creationId xmlns:a16="http://schemas.microsoft.com/office/drawing/2014/main" id="{859D56BB-2534-F5F4-BE07-004FA553D1EC}"/>
              </a:ext>
            </a:extLst>
          </p:cNvPr>
          <p:cNvSpPr/>
          <p:nvPr/>
        </p:nvSpPr>
        <p:spPr>
          <a:xfrm>
            <a:off x="2556360" y="1341000"/>
            <a:ext cx="216000" cy="1439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3" name="Rechteck 12">
            <a:extLst>
              <a:ext uri="{FF2B5EF4-FFF2-40B4-BE49-F238E27FC236}">
                <a16:creationId xmlns:a16="http://schemas.microsoft.com/office/drawing/2014/main" id="{CFB91247-2AF3-FE9A-BCDB-1CDFC25B7F58}"/>
              </a:ext>
            </a:extLst>
          </p:cNvPr>
          <p:cNvSpPr/>
          <p:nvPr/>
        </p:nvSpPr>
        <p:spPr>
          <a:xfrm>
            <a:off x="468360" y="1485000"/>
            <a:ext cx="216000" cy="2016000"/>
          </a:xfrm>
          <a:prstGeom prst="rect">
            <a:avLst/>
          </a:prstGeom>
          <a:solidFill>
            <a:srgbClr val="FFE7E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4" name="Rechteck 13">
            <a:extLst>
              <a:ext uri="{FF2B5EF4-FFF2-40B4-BE49-F238E27FC236}">
                <a16:creationId xmlns:a16="http://schemas.microsoft.com/office/drawing/2014/main" id="{BF8E38E3-DB63-9F0F-F769-FDC39F871DBC}"/>
              </a:ext>
            </a:extLst>
          </p:cNvPr>
          <p:cNvSpPr/>
          <p:nvPr/>
        </p:nvSpPr>
        <p:spPr>
          <a:xfrm>
            <a:off x="684360" y="1485000"/>
            <a:ext cx="216000" cy="2016000"/>
          </a:xfrm>
          <a:prstGeom prst="rect">
            <a:avLst/>
          </a:prstGeom>
          <a:solidFill>
            <a:srgbClr val="FFE7E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5" name="Rechteck 14">
            <a:extLst>
              <a:ext uri="{FF2B5EF4-FFF2-40B4-BE49-F238E27FC236}">
                <a16:creationId xmlns:a16="http://schemas.microsoft.com/office/drawing/2014/main" id="{155AB037-AB57-785C-2A2C-C9285F229CE4}"/>
              </a:ext>
            </a:extLst>
          </p:cNvPr>
          <p:cNvSpPr/>
          <p:nvPr/>
        </p:nvSpPr>
        <p:spPr>
          <a:xfrm>
            <a:off x="1044360" y="1485000"/>
            <a:ext cx="216000" cy="2016000"/>
          </a:xfrm>
          <a:prstGeom prst="rect">
            <a:avLst/>
          </a:prstGeom>
          <a:solidFill>
            <a:srgbClr val="FFE7E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6" name="Rechteck 15">
            <a:extLst>
              <a:ext uri="{FF2B5EF4-FFF2-40B4-BE49-F238E27FC236}">
                <a16:creationId xmlns:a16="http://schemas.microsoft.com/office/drawing/2014/main" id="{5B6BA4E3-59D9-C8EA-9BD4-AE5CE68DF122}"/>
              </a:ext>
            </a:extLst>
          </p:cNvPr>
          <p:cNvSpPr/>
          <p:nvPr/>
        </p:nvSpPr>
        <p:spPr>
          <a:xfrm>
            <a:off x="1548360" y="1485000"/>
            <a:ext cx="216000" cy="2016000"/>
          </a:xfrm>
          <a:prstGeom prst="rect">
            <a:avLst/>
          </a:prstGeom>
          <a:solidFill>
            <a:srgbClr val="F5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7" name="Rechteck 16">
            <a:extLst>
              <a:ext uri="{FF2B5EF4-FFF2-40B4-BE49-F238E27FC236}">
                <a16:creationId xmlns:a16="http://schemas.microsoft.com/office/drawing/2014/main" id="{C2A4A0E0-0884-CA55-7037-3D21C4F6CC07}"/>
              </a:ext>
            </a:extLst>
          </p:cNvPr>
          <p:cNvSpPr/>
          <p:nvPr/>
        </p:nvSpPr>
        <p:spPr>
          <a:xfrm>
            <a:off x="2124360" y="1485000"/>
            <a:ext cx="216000" cy="2016000"/>
          </a:xfrm>
          <a:prstGeom prst="rect">
            <a:avLst/>
          </a:prstGeom>
          <a:solidFill>
            <a:srgbClr val="EA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8" name="Rechteck 17">
            <a:extLst>
              <a:ext uri="{FF2B5EF4-FFF2-40B4-BE49-F238E27FC236}">
                <a16:creationId xmlns:a16="http://schemas.microsoft.com/office/drawing/2014/main" id="{17010D45-1811-885B-E0B9-E919CFDF38AB}"/>
              </a:ext>
            </a:extLst>
          </p:cNvPr>
          <p:cNvSpPr/>
          <p:nvPr/>
        </p:nvSpPr>
        <p:spPr>
          <a:xfrm>
            <a:off x="1260360" y="1485000"/>
            <a:ext cx="216000" cy="2016000"/>
          </a:xfrm>
          <a:prstGeom prst="rect">
            <a:avLst/>
          </a:prstGeom>
          <a:solidFill>
            <a:srgbClr val="D8E4F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9" name="Rechteck 18">
            <a:extLst>
              <a:ext uri="{FF2B5EF4-FFF2-40B4-BE49-F238E27FC236}">
                <a16:creationId xmlns:a16="http://schemas.microsoft.com/office/drawing/2014/main" id="{9D3459F7-0015-B63C-0C1C-5283D05ACC26}"/>
              </a:ext>
            </a:extLst>
          </p:cNvPr>
          <p:cNvSpPr/>
          <p:nvPr/>
        </p:nvSpPr>
        <p:spPr>
          <a:xfrm>
            <a:off x="2556360" y="1485000"/>
            <a:ext cx="216000" cy="2016000"/>
          </a:xfrm>
          <a:prstGeom prst="rect">
            <a:avLst/>
          </a:prstGeom>
          <a:solidFill>
            <a:srgbClr val="D8E4F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0" name="Rechteck 19">
            <a:extLst>
              <a:ext uri="{FF2B5EF4-FFF2-40B4-BE49-F238E27FC236}">
                <a16:creationId xmlns:a16="http://schemas.microsoft.com/office/drawing/2014/main" id="{38FE4FFB-03B5-3702-04AB-2DB3301F385C}"/>
              </a:ext>
            </a:extLst>
          </p:cNvPr>
          <p:cNvSpPr/>
          <p:nvPr/>
        </p:nvSpPr>
        <p:spPr>
          <a:xfrm>
            <a:off x="4212000" y="1341000"/>
            <a:ext cx="3888000" cy="1872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 name="Rechteck 20">
            <a:extLst>
              <a:ext uri="{FF2B5EF4-FFF2-40B4-BE49-F238E27FC236}">
                <a16:creationId xmlns:a16="http://schemas.microsoft.com/office/drawing/2014/main" id="{A30C77B4-4634-85EB-FBE6-FCCF3E6A9F55}"/>
              </a:ext>
            </a:extLst>
          </p:cNvPr>
          <p:cNvSpPr/>
          <p:nvPr/>
        </p:nvSpPr>
        <p:spPr>
          <a:xfrm>
            <a:off x="4212000" y="1341000"/>
            <a:ext cx="216000" cy="14394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2" name="Rechteck 21">
            <a:extLst>
              <a:ext uri="{FF2B5EF4-FFF2-40B4-BE49-F238E27FC236}">
                <a16:creationId xmlns:a16="http://schemas.microsoft.com/office/drawing/2014/main" id="{6B4EBA74-42E1-949A-D6C9-2D0256F5932A}"/>
              </a:ext>
            </a:extLst>
          </p:cNvPr>
          <p:cNvSpPr/>
          <p:nvPr/>
        </p:nvSpPr>
        <p:spPr>
          <a:xfrm>
            <a:off x="4428000" y="1341000"/>
            <a:ext cx="216000" cy="14394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3" name="Rechteck 22">
            <a:extLst>
              <a:ext uri="{FF2B5EF4-FFF2-40B4-BE49-F238E27FC236}">
                <a16:creationId xmlns:a16="http://schemas.microsoft.com/office/drawing/2014/main" id="{CC32403E-8430-B20B-FB02-74F716041AFA}"/>
              </a:ext>
            </a:extLst>
          </p:cNvPr>
          <p:cNvSpPr/>
          <p:nvPr/>
        </p:nvSpPr>
        <p:spPr>
          <a:xfrm>
            <a:off x="4644000" y="1341000"/>
            <a:ext cx="216000" cy="14394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4" name="Rechteck 23">
            <a:extLst>
              <a:ext uri="{FF2B5EF4-FFF2-40B4-BE49-F238E27FC236}">
                <a16:creationId xmlns:a16="http://schemas.microsoft.com/office/drawing/2014/main" id="{CE17AE65-DB32-4D16-DD44-40BC4F82EEFC}"/>
              </a:ext>
            </a:extLst>
          </p:cNvPr>
          <p:cNvSpPr/>
          <p:nvPr/>
        </p:nvSpPr>
        <p:spPr>
          <a:xfrm>
            <a:off x="4212000" y="1629000"/>
            <a:ext cx="216000" cy="1584000"/>
          </a:xfrm>
          <a:prstGeom prst="rect">
            <a:avLst/>
          </a:prstGeom>
          <a:solidFill>
            <a:srgbClr val="FFE7E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5" name="Rechteck 24">
            <a:extLst>
              <a:ext uri="{FF2B5EF4-FFF2-40B4-BE49-F238E27FC236}">
                <a16:creationId xmlns:a16="http://schemas.microsoft.com/office/drawing/2014/main" id="{229A228C-32F1-C229-4E73-7393E76BC588}"/>
              </a:ext>
            </a:extLst>
          </p:cNvPr>
          <p:cNvSpPr/>
          <p:nvPr/>
        </p:nvSpPr>
        <p:spPr>
          <a:xfrm>
            <a:off x="4428000" y="1629000"/>
            <a:ext cx="216000" cy="1584000"/>
          </a:xfrm>
          <a:prstGeom prst="rect">
            <a:avLst/>
          </a:prstGeom>
          <a:solidFill>
            <a:srgbClr val="FFE7E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6" name="Rechteck 25">
            <a:extLst>
              <a:ext uri="{FF2B5EF4-FFF2-40B4-BE49-F238E27FC236}">
                <a16:creationId xmlns:a16="http://schemas.microsoft.com/office/drawing/2014/main" id="{261CF53A-26A1-39AA-2FBB-978A1A202860}"/>
              </a:ext>
            </a:extLst>
          </p:cNvPr>
          <p:cNvSpPr/>
          <p:nvPr/>
        </p:nvSpPr>
        <p:spPr>
          <a:xfrm>
            <a:off x="4644000" y="1629000"/>
            <a:ext cx="216000" cy="1584000"/>
          </a:xfrm>
          <a:prstGeom prst="rect">
            <a:avLst/>
          </a:prstGeom>
          <a:solidFill>
            <a:srgbClr val="FFE7E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7" name="Rechteck 26">
            <a:extLst>
              <a:ext uri="{FF2B5EF4-FFF2-40B4-BE49-F238E27FC236}">
                <a16:creationId xmlns:a16="http://schemas.microsoft.com/office/drawing/2014/main" id="{F109CF9D-1625-B1B3-B6CA-7CF80480399E}"/>
              </a:ext>
            </a:extLst>
          </p:cNvPr>
          <p:cNvSpPr/>
          <p:nvPr/>
        </p:nvSpPr>
        <p:spPr>
          <a:xfrm>
            <a:off x="4860000" y="1341000"/>
            <a:ext cx="216000" cy="1439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8" name="Rechteck 27">
            <a:extLst>
              <a:ext uri="{FF2B5EF4-FFF2-40B4-BE49-F238E27FC236}">
                <a16:creationId xmlns:a16="http://schemas.microsoft.com/office/drawing/2014/main" id="{57F9659B-8081-3F97-EC7C-0267C85ABC62}"/>
              </a:ext>
            </a:extLst>
          </p:cNvPr>
          <p:cNvSpPr/>
          <p:nvPr/>
        </p:nvSpPr>
        <p:spPr>
          <a:xfrm>
            <a:off x="4860000" y="1485000"/>
            <a:ext cx="216000" cy="14394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29" name="Rechteck 28">
            <a:extLst>
              <a:ext uri="{FF2B5EF4-FFF2-40B4-BE49-F238E27FC236}">
                <a16:creationId xmlns:a16="http://schemas.microsoft.com/office/drawing/2014/main" id="{C250A271-D298-55A5-B144-379EE7E24C16}"/>
              </a:ext>
            </a:extLst>
          </p:cNvPr>
          <p:cNvSpPr/>
          <p:nvPr/>
        </p:nvSpPr>
        <p:spPr>
          <a:xfrm>
            <a:off x="5076000" y="1341000"/>
            <a:ext cx="3024000" cy="144000"/>
          </a:xfrm>
          <a:prstGeom prst="rect">
            <a:avLst/>
          </a:prstGeom>
          <a:solidFill>
            <a:srgbClr val="D8E4F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30" name="Rechteck 29">
            <a:extLst>
              <a:ext uri="{FF2B5EF4-FFF2-40B4-BE49-F238E27FC236}">
                <a16:creationId xmlns:a16="http://schemas.microsoft.com/office/drawing/2014/main" id="{79E65DA5-F8AC-F370-BFB5-AE8A5CF9A87E}"/>
              </a:ext>
            </a:extLst>
          </p:cNvPr>
          <p:cNvSpPr/>
          <p:nvPr/>
        </p:nvSpPr>
        <p:spPr>
          <a:xfrm>
            <a:off x="5076000" y="1485000"/>
            <a:ext cx="3024000" cy="144000"/>
          </a:xfrm>
          <a:prstGeom prst="rect">
            <a:avLst/>
          </a:prstGeom>
          <a:solidFill>
            <a:srgbClr val="D8E4F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31" name="Rechteck 30">
            <a:extLst>
              <a:ext uri="{FF2B5EF4-FFF2-40B4-BE49-F238E27FC236}">
                <a16:creationId xmlns:a16="http://schemas.microsoft.com/office/drawing/2014/main" id="{03C500D8-599B-D8B0-F5FF-C8BB6F997A5D}"/>
              </a:ext>
            </a:extLst>
          </p:cNvPr>
          <p:cNvSpPr/>
          <p:nvPr/>
        </p:nvSpPr>
        <p:spPr>
          <a:xfrm>
            <a:off x="5076000" y="1629060"/>
            <a:ext cx="216000" cy="143940"/>
          </a:xfrm>
          <a:prstGeom prst="rect">
            <a:avLst/>
          </a:prstGeom>
          <a:solidFill>
            <a:srgbClr val="E6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32" name="Rechteck 31">
            <a:extLst>
              <a:ext uri="{FF2B5EF4-FFF2-40B4-BE49-F238E27FC236}">
                <a16:creationId xmlns:a16="http://schemas.microsoft.com/office/drawing/2014/main" id="{12F3538E-454D-49ED-39B3-1D933B6F6DCD}"/>
              </a:ext>
            </a:extLst>
          </p:cNvPr>
          <p:cNvSpPr/>
          <p:nvPr/>
        </p:nvSpPr>
        <p:spPr>
          <a:xfrm>
            <a:off x="5292000" y="1629000"/>
            <a:ext cx="216000" cy="143940"/>
          </a:xfrm>
          <a:prstGeom prst="rect">
            <a:avLst/>
          </a:prstGeom>
          <a:solidFill>
            <a:srgbClr val="C9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33" name="Rechteck 32">
            <a:extLst>
              <a:ext uri="{FF2B5EF4-FFF2-40B4-BE49-F238E27FC236}">
                <a16:creationId xmlns:a16="http://schemas.microsoft.com/office/drawing/2014/main" id="{E43957FC-4AD1-4F8E-6E9B-07CAEDAF8056}"/>
              </a:ext>
            </a:extLst>
          </p:cNvPr>
          <p:cNvSpPr/>
          <p:nvPr/>
        </p:nvSpPr>
        <p:spPr>
          <a:xfrm>
            <a:off x="5076000" y="1773000"/>
            <a:ext cx="216000" cy="1440000"/>
          </a:xfrm>
          <a:prstGeom prst="rect">
            <a:avLst/>
          </a:prstGeom>
          <a:solidFill>
            <a:srgbClr val="F5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34" name="Rechteck 33">
            <a:extLst>
              <a:ext uri="{FF2B5EF4-FFF2-40B4-BE49-F238E27FC236}">
                <a16:creationId xmlns:a16="http://schemas.microsoft.com/office/drawing/2014/main" id="{5A82FCA5-6550-C4AD-07A5-34C8DCF9818B}"/>
              </a:ext>
            </a:extLst>
          </p:cNvPr>
          <p:cNvSpPr/>
          <p:nvPr/>
        </p:nvSpPr>
        <p:spPr>
          <a:xfrm>
            <a:off x="5292000" y="1773000"/>
            <a:ext cx="216000" cy="1440000"/>
          </a:xfrm>
          <a:prstGeom prst="rect">
            <a:avLst/>
          </a:prstGeom>
          <a:solidFill>
            <a:srgbClr val="EA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35" name="Rechteck 34">
            <a:extLst>
              <a:ext uri="{FF2B5EF4-FFF2-40B4-BE49-F238E27FC236}">
                <a16:creationId xmlns:a16="http://schemas.microsoft.com/office/drawing/2014/main" id="{4659A3B9-D7A9-C698-AF6D-D34A6C17920F}"/>
              </a:ext>
            </a:extLst>
          </p:cNvPr>
          <p:cNvSpPr/>
          <p:nvPr/>
        </p:nvSpPr>
        <p:spPr>
          <a:xfrm>
            <a:off x="5508000" y="1629060"/>
            <a:ext cx="216000" cy="143940"/>
          </a:xfrm>
          <a:prstGeom prst="rect">
            <a:avLst/>
          </a:prstGeom>
          <a:solidFill>
            <a:srgbClr val="E6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36" name="Rechteck 35">
            <a:extLst>
              <a:ext uri="{FF2B5EF4-FFF2-40B4-BE49-F238E27FC236}">
                <a16:creationId xmlns:a16="http://schemas.microsoft.com/office/drawing/2014/main" id="{D395EF59-E6CF-2554-109B-0D769A2BD225}"/>
              </a:ext>
            </a:extLst>
          </p:cNvPr>
          <p:cNvSpPr/>
          <p:nvPr/>
        </p:nvSpPr>
        <p:spPr>
          <a:xfrm>
            <a:off x="5724000" y="1629000"/>
            <a:ext cx="216000" cy="143940"/>
          </a:xfrm>
          <a:prstGeom prst="rect">
            <a:avLst/>
          </a:prstGeom>
          <a:solidFill>
            <a:srgbClr val="C9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37" name="Rechteck 36">
            <a:extLst>
              <a:ext uri="{FF2B5EF4-FFF2-40B4-BE49-F238E27FC236}">
                <a16:creationId xmlns:a16="http://schemas.microsoft.com/office/drawing/2014/main" id="{2E561E5A-BBF8-E41B-A9F0-FF5B094FB52C}"/>
              </a:ext>
            </a:extLst>
          </p:cNvPr>
          <p:cNvSpPr/>
          <p:nvPr/>
        </p:nvSpPr>
        <p:spPr>
          <a:xfrm>
            <a:off x="5508000" y="1773000"/>
            <a:ext cx="216000" cy="1440000"/>
          </a:xfrm>
          <a:prstGeom prst="rect">
            <a:avLst/>
          </a:prstGeom>
          <a:solidFill>
            <a:srgbClr val="F5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38" name="Rechteck 37">
            <a:extLst>
              <a:ext uri="{FF2B5EF4-FFF2-40B4-BE49-F238E27FC236}">
                <a16:creationId xmlns:a16="http://schemas.microsoft.com/office/drawing/2014/main" id="{7515E17A-A20A-A968-27C8-FE1FC0C21F2B}"/>
              </a:ext>
            </a:extLst>
          </p:cNvPr>
          <p:cNvSpPr/>
          <p:nvPr/>
        </p:nvSpPr>
        <p:spPr>
          <a:xfrm>
            <a:off x="5724000" y="1773000"/>
            <a:ext cx="216000" cy="1440000"/>
          </a:xfrm>
          <a:prstGeom prst="rect">
            <a:avLst/>
          </a:prstGeom>
          <a:solidFill>
            <a:srgbClr val="EA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1" name="Rechteck 40">
            <a:extLst>
              <a:ext uri="{FF2B5EF4-FFF2-40B4-BE49-F238E27FC236}">
                <a16:creationId xmlns:a16="http://schemas.microsoft.com/office/drawing/2014/main" id="{6008378F-4C69-B1D7-0105-6C8477EC0EB2}"/>
              </a:ext>
            </a:extLst>
          </p:cNvPr>
          <p:cNvSpPr/>
          <p:nvPr/>
        </p:nvSpPr>
        <p:spPr>
          <a:xfrm>
            <a:off x="5940000" y="1773000"/>
            <a:ext cx="216000" cy="1440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2" name="Rechteck 41">
            <a:extLst>
              <a:ext uri="{FF2B5EF4-FFF2-40B4-BE49-F238E27FC236}">
                <a16:creationId xmlns:a16="http://schemas.microsoft.com/office/drawing/2014/main" id="{0ABBF374-E649-0194-DE9B-0EF23F519C62}"/>
              </a:ext>
            </a:extLst>
          </p:cNvPr>
          <p:cNvSpPr/>
          <p:nvPr/>
        </p:nvSpPr>
        <p:spPr>
          <a:xfrm>
            <a:off x="6156000" y="1773000"/>
            <a:ext cx="216000" cy="1440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3" name="Rechteck 42">
            <a:extLst>
              <a:ext uri="{FF2B5EF4-FFF2-40B4-BE49-F238E27FC236}">
                <a16:creationId xmlns:a16="http://schemas.microsoft.com/office/drawing/2014/main" id="{4B4CFCC6-9718-1D1F-FFC9-C59F62D6AA78}"/>
              </a:ext>
            </a:extLst>
          </p:cNvPr>
          <p:cNvSpPr/>
          <p:nvPr/>
        </p:nvSpPr>
        <p:spPr>
          <a:xfrm>
            <a:off x="6372000" y="1629060"/>
            <a:ext cx="216000" cy="143940"/>
          </a:xfrm>
          <a:prstGeom prst="rect">
            <a:avLst/>
          </a:prstGeom>
          <a:solidFill>
            <a:srgbClr val="E6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4" name="Rechteck 43">
            <a:extLst>
              <a:ext uri="{FF2B5EF4-FFF2-40B4-BE49-F238E27FC236}">
                <a16:creationId xmlns:a16="http://schemas.microsoft.com/office/drawing/2014/main" id="{3E3A5BE5-6DAB-6B94-B0F5-27C774376995}"/>
              </a:ext>
            </a:extLst>
          </p:cNvPr>
          <p:cNvSpPr/>
          <p:nvPr/>
        </p:nvSpPr>
        <p:spPr>
          <a:xfrm>
            <a:off x="6588000" y="1629000"/>
            <a:ext cx="216000" cy="143940"/>
          </a:xfrm>
          <a:prstGeom prst="rect">
            <a:avLst/>
          </a:prstGeom>
          <a:solidFill>
            <a:srgbClr val="C9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5" name="Rechteck 44">
            <a:extLst>
              <a:ext uri="{FF2B5EF4-FFF2-40B4-BE49-F238E27FC236}">
                <a16:creationId xmlns:a16="http://schemas.microsoft.com/office/drawing/2014/main" id="{00CF6B5A-A061-D263-1D23-4B23995519BA}"/>
              </a:ext>
            </a:extLst>
          </p:cNvPr>
          <p:cNvSpPr/>
          <p:nvPr/>
        </p:nvSpPr>
        <p:spPr>
          <a:xfrm>
            <a:off x="6372000" y="1773000"/>
            <a:ext cx="216000" cy="1440000"/>
          </a:xfrm>
          <a:prstGeom prst="rect">
            <a:avLst/>
          </a:prstGeom>
          <a:solidFill>
            <a:srgbClr val="F5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6" name="Rechteck 45">
            <a:extLst>
              <a:ext uri="{FF2B5EF4-FFF2-40B4-BE49-F238E27FC236}">
                <a16:creationId xmlns:a16="http://schemas.microsoft.com/office/drawing/2014/main" id="{7AC0EBED-8025-3EB4-A7EE-0A4F1725B685}"/>
              </a:ext>
            </a:extLst>
          </p:cNvPr>
          <p:cNvSpPr/>
          <p:nvPr/>
        </p:nvSpPr>
        <p:spPr>
          <a:xfrm>
            <a:off x="6588000" y="1773000"/>
            <a:ext cx="216000" cy="1440000"/>
          </a:xfrm>
          <a:prstGeom prst="rect">
            <a:avLst/>
          </a:prstGeom>
          <a:solidFill>
            <a:srgbClr val="EA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 name="Rechteck 48">
            <a:extLst>
              <a:ext uri="{FF2B5EF4-FFF2-40B4-BE49-F238E27FC236}">
                <a16:creationId xmlns:a16="http://schemas.microsoft.com/office/drawing/2014/main" id="{C30EE8DA-569F-73EC-D4E2-5B81A2376C8A}"/>
              </a:ext>
            </a:extLst>
          </p:cNvPr>
          <p:cNvSpPr/>
          <p:nvPr/>
        </p:nvSpPr>
        <p:spPr>
          <a:xfrm>
            <a:off x="6804000" y="1629060"/>
            <a:ext cx="216000" cy="143940"/>
          </a:xfrm>
          <a:prstGeom prst="rect">
            <a:avLst/>
          </a:prstGeom>
          <a:solidFill>
            <a:srgbClr val="E6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 name="Rechteck 49">
            <a:extLst>
              <a:ext uri="{FF2B5EF4-FFF2-40B4-BE49-F238E27FC236}">
                <a16:creationId xmlns:a16="http://schemas.microsoft.com/office/drawing/2014/main" id="{3B72BA4A-3597-9E18-6D22-35A7CFA5C900}"/>
              </a:ext>
            </a:extLst>
          </p:cNvPr>
          <p:cNvSpPr/>
          <p:nvPr/>
        </p:nvSpPr>
        <p:spPr>
          <a:xfrm>
            <a:off x="7020000" y="1629000"/>
            <a:ext cx="216000" cy="143940"/>
          </a:xfrm>
          <a:prstGeom prst="rect">
            <a:avLst/>
          </a:prstGeom>
          <a:solidFill>
            <a:srgbClr val="C9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1" name="Rechteck 50">
            <a:extLst>
              <a:ext uri="{FF2B5EF4-FFF2-40B4-BE49-F238E27FC236}">
                <a16:creationId xmlns:a16="http://schemas.microsoft.com/office/drawing/2014/main" id="{681166F7-7E0C-D1AB-3301-8C5E69986930}"/>
              </a:ext>
            </a:extLst>
          </p:cNvPr>
          <p:cNvSpPr/>
          <p:nvPr/>
        </p:nvSpPr>
        <p:spPr>
          <a:xfrm>
            <a:off x="6804000" y="1773000"/>
            <a:ext cx="216000" cy="1440000"/>
          </a:xfrm>
          <a:prstGeom prst="rect">
            <a:avLst/>
          </a:prstGeom>
          <a:solidFill>
            <a:srgbClr val="F5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2" name="Rechteck 51">
            <a:extLst>
              <a:ext uri="{FF2B5EF4-FFF2-40B4-BE49-F238E27FC236}">
                <a16:creationId xmlns:a16="http://schemas.microsoft.com/office/drawing/2014/main" id="{A86A5C20-6C09-ABB0-4DF0-120EEC9FF6AE}"/>
              </a:ext>
            </a:extLst>
          </p:cNvPr>
          <p:cNvSpPr/>
          <p:nvPr/>
        </p:nvSpPr>
        <p:spPr>
          <a:xfrm>
            <a:off x="7020000" y="1773000"/>
            <a:ext cx="216000" cy="1440000"/>
          </a:xfrm>
          <a:prstGeom prst="rect">
            <a:avLst/>
          </a:prstGeom>
          <a:solidFill>
            <a:srgbClr val="EA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5" name="Rechteck 54">
            <a:extLst>
              <a:ext uri="{FF2B5EF4-FFF2-40B4-BE49-F238E27FC236}">
                <a16:creationId xmlns:a16="http://schemas.microsoft.com/office/drawing/2014/main" id="{F61E4C89-E07C-28AD-9283-C875996037F4}"/>
              </a:ext>
            </a:extLst>
          </p:cNvPr>
          <p:cNvSpPr/>
          <p:nvPr/>
        </p:nvSpPr>
        <p:spPr>
          <a:xfrm>
            <a:off x="7236000" y="1773000"/>
            <a:ext cx="216000" cy="1440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6" name="Rechteck 55">
            <a:extLst>
              <a:ext uri="{FF2B5EF4-FFF2-40B4-BE49-F238E27FC236}">
                <a16:creationId xmlns:a16="http://schemas.microsoft.com/office/drawing/2014/main" id="{1BEF8DBE-9C20-7AFE-4E00-5F828D615528}"/>
              </a:ext>
            </a:extLst>
          </p:cNvPr>
          <p:cNvSpPr/>
          <p:nvPr/>
        </p:nvSpPr>
        <p:spPr>
          <a:xfrm>
            <a:off x="7452000" y="1773000"/>
            <a:ext cx="216000" cy="1440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9" name="Rechteck 58">
            <a:extLst>
              <a:ext uri="{FF2B5EF4-FFF2-40B4-BE49-F238E27FC236}">
                <a16:creationId xmlns:a16="http://schemas.microsoft.com/office/drawing/2014/main" id="{0465EF7E-CEBF-F4F4-6D9F-FB6C8BDA4D04}"/>
              </a:ext>
            </a:extLst>
          </p:cNvPr>
          <p:cNvSpPr/>
          <p:nvPr/>
        </p:nvSpPr>
        <p:spPr>
          <a:xfrm>
            <a:off x="7668000" y="1773000"/>
            <a:ext cx="216000" cy="1440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0" name="Rechteck 59">
            <a:extLst>
              <a:ext uri="{FF2B5EF4-FFF2-40B4-BE49-F238E27FC236}">
                <a16:creationId xmlns:a16="http://schemas.microsoft.com/office/drawing/2014/main" id="{309EF6E9-5232-B8FA-DC9C-AF339DE9F257}"/>
              </a:ext>
            </a:extLst>
          </p:cNvPr>
          <p:cNvSpPr/>
          <p:nvPr/>
        </p:nvSpPr>
        <p:spPr>
          <a:xfrm>
            <a:off x="7884000" y="1773000"/>
            <a:ext cx="216000" cy="1440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1" name="Rechteck 60">
            <a:extLst>
              <a:ext uri="{FF2B5EF4-FFF2-40B4-BE49-F238E27FC236}">
                <a16:creationId xmlns:a16="http://schemas.microsoft.com/office/drawing/2014/main" id="{E0693FEB-417A-720B-E7D2-C41544187208}"/>
              </a:ext>
            </a:extLst>
          </p:cNvPr>
          <p:cNvSpPr/>
          <p:nvPr/>
        </p:nvSpPr>
        <p:spPr>
          <a:xfrm>
            <a:off x="4212000" y="2133000"/>
            <a:ext cx="216000" cy="14394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2" name="Rechteck 61">
            <a:extLst>
              <a:ext uri="{FF2B5EF4-FFF2-40B4-BE49-F238E27FC236}">
                <a16:creationId xmlns:a16="http://schemas.microsoft.com/office/drawing/2014/main" id="{4E1AD413-A736-A37B-052F-B48B44A29660}"/>
              </a:ext>
            </a:extLst>
          </p:cNvPr>
          <p:cNvSpPr/>
          <p:nvPr/>
        </p:nvSpPr>
        <p:spPr>
          <a:xfrm>
            <a:off x="4428000" y="2132940"/>
            <a:ext cx="216000" cy="14394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3" name="Rechteck 62">
            <a:extLst>
              <a:ext uri="{FF2B5EF4-FFF2-40B4-BE49-F238E27FC236}">
                <a16:creationId xmlns:a16="http://schemas.microsoft.com/office/drawing/2014/main" id="{CABF44AF-DB93-4600-FFE9-FBAD8090B98A}"/>
              </a:ext>
            </a:extLst>
          </p:cNvPr>
          <p:cNvSpPr/>
          <p:nvPr/>
        </p:nvSpPr>
        <p:spPr>
          <a:xfrm>
            <a:off x="4644000" y="2133000"/>
            <a:ext cx="216000" cy="14394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48" name="Rechteck 447">
            <a:extLst>
              <a:ext uri="{FF2B5EF4-FFF2-40B4-BE49-F238E27FC236}">
                <a16:creationId xmlns:a16="http://schemas.microsoft.com/office/drawing/2014/main" id="{4A65DBDF-AF1B-DE57-419D-E0882CCF6A96}"/>
              </a:ext>
            </a:extLst>
          </p:cNvPr>
          <p:cNvSpPr/>
          <p:nvPr/>
        </p:nvSpPr>
        <p:spPr>
          <a:xfrm>
            <a:off x="5076000" y="2133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49" name="Rechteck 448">
            <a:extLst>
              <a:ext uri="{FF2B5EF4-FFF2-40B4-BE49-F238E27FC236}">
                <a16:creationId xmlns:a16="http://schemas.microsoft.com/office/drawing/2014/main" id="{F5193140-D96D-8866-1ED6-056B091A78EB}"/>
              </a:ext>
            </a:extLst>
          </p:cNvPr>
          <p:cNvSpPr/>
          <p:nvPr/>
        </p:nvSpPr>
        <p:spPr>
          <a:xfrm>
            <a:off x="5292000" y="2133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50" name="Rechteck 449">
            <a:extLst>
              <a:ext uri="{FF2B5EF4-FFF2-40B4-BE49-F238E27FC236}">
                <a16:creationId xmlns:a16="http://schemas.microsoft.com/office/drawing/2014/main" id="{0C127C70-1CA6-BC81-7315-42FD4CC1EAC4}"/>
              </a:ext>
            </a:extLst>
          </p:cNvPr>
          <p:cNvSpPr/>
          <p:nvPr/>
        </p:nvSpPr>
        <p:spPr>
          <a:xfrm>
            <a:off x="5508000" y="2133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52" name="Rechteck 451">
            <a:extLst>
              <a:ext uri="{FF2B5EF4-FFF2-40B4-BE49-F238E27FC236}">
                <a16:creationId xmlns:a16="http://schemas.microsoft.com/office/drawing/2014/main" id="{800ECE18-C232-E70E-EDF4-0E0ECA787F3D}"/>
              </a:ext>
            </a:extLst>
          </p:cNvPr>
          <p:cNvSpPr/>
          <p:nvPr/>
        </p:nvSpPr>
        <p:spPr>
          <a:xfrm>
            <a:off x="5724000" y="2133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53" name="Rechteck 452">
            <a:extLst>
              <a:ext uri="{FF2B5EF4-FFF2-40B4-BE49-F238E27FC236}">
                <a16:creationId xmlns:a16="http://schemas.microsoft.com/office/drawing/2014/main" id="{9307753C-E04B-83D0-8A92-326C3F26635C}"/>
              </a:ext>
            </a:extLst>
          </p:cNvPr>
          <p:cNvSpPr/>
          <p:nvPr/>
        </p:nvSpPr>
        <p:spPr>
          <a:xfrm>
            <a:off x="5940000" y="2133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54" name="Rechteck 453">
            <a:extLst>
              <a:ext uri="{FF2B5EF4-FFF2-40B4-BE49-F238E27FC236}">
                <a16:creationId xmlns:a16="http://schemas.microsoft.com/office/drawing/2014/main" id="{67F94EBC-CF10-ACE6-05BA-7BEC1D06415B}"/>
              </a:ext>
            </a:extLst>
          </p:cNvPr>
          <p:cNvSpPr/>
          <p:nvPr/>
        </p:nvSpPr>
        <p:spPr>
          <a:xfrm>
            <a:off x="6156000" y="2133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56" name="Rechteck 455">
            <a:extLst>
              <a:ext uri="{FF2B5EF4-FFF2-40B4-BE49-F238E27FC236}">
                <a16:creationId xmlns:a16="http://schemas.microsoft.com/office/drawing/2014/main" id="{20C6CA5F-14D5-EFD0-71F2-3822C410A2CA}"/>
              </a:ext>
            </a:extLst>
          </p:cNvPr>
          <p:cNvSpPr/>
          <p:nvPr/>
        </p:nvSpPr>
        <p:spPr>
          <a:xfrm>
            <a:off x="6372000" y="2133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57" name="Rechteck 456">
            <a:extLst>
              <a:ext uri="{FF2B5EF4-FFF2-40B4-BE49-F238E27FC236}">
                <a16:creationId xmlns:a16="http://schemas.microsoft.com/office/drawing/2014/main" id="{1464B1C5-F578-29C6-0B15-FE956C0151DF}"/>
              </a:ext>
            </a:extLst>
          </p:cNvPr>
          <p:cNvSpPr/>
          <p:nvPr/>
        </p:nvSpPr>
        <p:spPr>
          <a:xfrm>
            <a:off x="6588000" y="2133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58" name="Rechteck 457">
            <a:extLst>
              <a:ext uri="{FF2B5EF4-FFF2-40B4-BE49-F238E27FC236}">
                <a16:creationId xmlns:a16="http://schemas.microsoft.com/office/drawing/2014/main" id="{6AEEB795-9DA8-3439-F797-04C6D29CB3F0}"/>
              </a:ext>
            </a:extLst>
          </p:cNvPr>
          <p:cNvSpPr/>
          <p:nvPr/>
        </p:nvSpPr>
        <p:spPr>
          <a:xfrm>
            <a:off x="6804000" y="2133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60" name="Rechteck 459">
            <a:extLst>
              <a:ext uri="{FF2B5EF4-FFF2-40B4-BE49-F238E27FC236}">
                <a16:creationId xmlns:a16="http://schemas.microsoft.com/office/drawing/2014/main" id="{8D750F95-5402-BB7C-8964-4C2BA8CF7CBC}"/>
              </a:ext>
            </a:extLst>
          </p:cNvPr>
          <p:cNvSpPr/>
          <p:nvPr/>
        </p:nvSpPr>
        <p:spPr>
          <a:xfrm>
            <a:off x="7020000" y="2133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61" name="Rechteck 460">
            <a:extLst>
              <a:ext uri="{FF2B5EF4-FFF2-40B4-BE49-F238E27FC236}">
                <a16:creationId xmlns:a16="http://schemas.microsoft.com/office/drawing/2014/main" id="{5EE27AD1-3CAA-E356-A860-5E0A0039480E}"/>
              </a:ext>
            </a:extLst>
          </p:cNvPr>
          <p:cNvSpPr/>
          <p:nvPr/>
        </p:nvSpPr>
        <p:spPr>
          <a:xfrm>
            <a:off x="7236000" y="2133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62" name="Rechteck 461">
            <a:extLst>
              <a:ext uri="{FF2B5EF4-FFF2-40B4-BE49-F238E27FC236}">
                <a16:creationId xmlns:a16="http://schemas.microsoft.com/office/drawing/2014/main" id="{3E4EFCC1-EAC9-3BBF-B301-98A415064285}"/>
              </a:ext>
            </a:extLst>
          </p:cNvPr>
          <p:cNvSpPr/>
          <p:nvPr/>
        </p:nvSpPr>
        <p:spPr>
          <a:xfrm>
            <a:off x="7452000" y="2133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66" name="Rechteck 465">
            <a:extLst>
              <a:ext uri="{FF2B5EF4-FFF2-40B4-BE49-F238E27FC236}">
                <a16:creationId xmlns:a16="http://schemas.microsoft.com/office/drawing/2014/main" id="{9DE87C66-D13D-FC78-4BDD-BAAFFB89BD3D}"/>
              </a:ext>
            </a:extLst>
          </p:cNvPr>
          <p:cNvSpPr/>
          <p:nvPr/>
        </p:nvSpPr>
        <p:spPr>
          <a:xfrm>
            <a:off x="7668000" y="2133000"/>
            <a:ext cx="21600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68" name="Rechteck 467">
            <a:extLst>
              <a:ext uri="{FF2B5EF4-FFF2-40B4-BE49-F238E27FC236}">
                <a16:creationId xmlns:a16="http://schemas.microsoft.com/office/drawing/2014/main" id="{6E5B7CE5-B59B-B419-8E07-78B3E82AAA2B}"/>
              </a:ext>
            </a:extLst>
          </p:cNvPr>
          <p:cNvSpPr/>
          <p:nvPr/>
        </p:nvSpPr>
        <p:spPr>
          <a:xfrm>
            <a:off x="7884000" y="2132940"/>
            <a:ext cx="21600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69" name="Rechteck 468">
            <a:extLst>
              <a:ext uri="{FF2B5EF4-FFF2-40B4-BE49-F238E27FC236}">
                <a16:creationId xmlns:a16="http://schemas.microsoft.com/office/drawing/2014/main" id="{5510FF17-B8E8-9FB6-B51C-FE949430E8AE}"/>
              </a:ext>
            </a:extLst>
          </p:cNvPr>
          <p:cNvSpPr/>
          <p:nvPr/>
        </p:nvSpPr>
        <p:spPr>
          <a:xfrm>
            <a:off x="4212000" y="2637000"/>
            <a:ext cx="216000" cy="14394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0" name="Rechteck 469">
            <a:extLst>
              <a:ext uri="{FF2B5EF4-FFF2-40B4-BE49-F238E27FC236}">
                <a16:creationId xmlns:a16="http://schemas.microsoft.com/office/drawing/2014/main" id="{CF7F5435-5FA9-8EFE-92C6-0E2BF94B1F05}"/>
              </a:ext>
            </a:extLst>
          </p:cNvPr>
          <p:cNvSpPr/>
          <p:nvPr/>
        </p:nvSpPr>
        <p:spPr>
          <a:xfrm>
            <a:off x="4428000" y="2636940"/>
            <a:ext cx="216000" cy="14394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1" name="Rechteck 470">
            <a:extLst>
              <a:ext uri="{FF2B5EF4-FFF2-40B4-BE49-F238E27FC236}">
                <a16:creationId xmlns:a16="http://schemas.microsoft.com/office/drawing/2014/main" id="{978DC019-5920-DDE6-F7D8-78A4E4F16CD5}"/>
              </a:ext>
            </a:extLst>
          </p:cNvPr>
          <p:cNvSpPr/>
          <p:nvPr/>
        </p:nvSpPr>
        <p:spPr>
          <a:xfrm>
            <a:off x="4644000" y="2637000"/>
            <a:ext cx="216000" cy="14394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2" name="Rechteck 471">
            <a:extLst>
              <a:ext uri="{FF2B5EF4-FFF2-40B4-BE49-F238E27FC236}">
                <a16:creationId xmlns:a16="http://schemas.microsoft.com/office/drawing/2014/main" id="{00A6A111-9100-E5FA-668B-F6999F32987C}"/>
              </a:ext>
            </a:extLst>
          </p:cNvPr>
          <p:cNvSpPr/>
          <p:nvPr/>
        </p:nvSpPr>
        <p:spPr>
          <a:xfrm>
            <a:off x="5076000" y="2637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3" name="Rechteck 472">
            <a:extLst>
              <a:ext uri="{FF2B5EF4-FFF2-40B4-BE49-F238E27FC236}">
                <a16:creationId xmlns:a16="http://schemas.microsoft.com/office/drawing/2014/main" id="{DF7711DC-4772-1286-3095-103C5C4A52F1}"/>
              </a:ext>
            </a:extLst>
          </p:cNvPr>
          <p:cNvSpPr/>
          <p:nvPr/>
        </p:nvSpPr>
        <p:spPr>
          <a:xfrm>
            <a:off x="5292000" y="2637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4" name="Rechteck 473">
            <a:extLst>
              <a:ext uri="{FF2B5EF4-FFF2-40B4-BE49-F238E27FC236}">
                <a16:creationId xmlns:a16="http://schemas.microsoft.com/office/drawing/2014/main" id="{89878DB5-AD05-BC12-8FED-FB2FBFCB8284}"/>
              </a:ext>
            </a:extLst>
          </p:cNvPr>
          <p:cNvSpPr/>
          <p:nvPr/>
        </p:nvSpPr>
        <p:spPr>
          <a:xfrm>
            <a:off x="5508000" y="2637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5" name="Rechteck 474">
            <a:extLst>
              <a:ext uri="{FF2B5EF4-FFF2-40B4-BE49-F238E27FC236}">
                <a16:creationId xmlns:a16="http://schemas.microsoft.com/office/drawing/2014/main" id="{71C02F6D-4D92-C3EE-84E3-ADAF6107646D}"/>
              </a:ext>
            </a:extLst>
          </p:cNvPr>
          <p:cNvSpPr/>
          <p:nvPr/>
        </p:nvSpPr>
        <p:spPr>
          <a:xfrm>
            <a:off x="5724000" y="2637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6" name="Rechteck 475">
            <a:extLst>
              <a:ext uri="{FF2B5EF4-FFF2-40B4-BE49-F238E27FC236}">
                <a16:creationId xmlns:a16="http://schemas.microsoft.com/office/drawing/2014/main" id="{B637DBB2-DB8E-0A43-29E7-99ACA637295F}"/>
              </a:ext>
            </a:extLst>
          </p:cNvPr>
          <p:cNvSpPr/>
          <p:nvPr/>
        </p:nvSpPr>
        <p:spPr>
          <a:xfrm>
            <a:off x="5940000" y="2637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7" name="Rechteck 476">
            <a:extLst>
              <a:ext uri="{FF2B5EF4-FFF2-40B4-BE49-F238E27FC236}">
                <a16:creationId xmlns:a16="http://schemas.microsoft.com/office/drawing/2014/main" id="{25398B1B-C807-5822-00AD-EA8B63710399}"/>
              </a:ext>
            </a:extLst>
          </p:cNvPr>
          <p:cNvSpPr/>
          <p:nvPr/>
        </p:nvSpPr>
        <p:spPr>
          <a:xfrm>
            <a:off x="6156000" y="2637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8" name="Rechteck 477">
            <a:extLst>
              <a:ext uri="{FF2B5EF4-FFF2-40B4-BE49-F238E27FC236}">
                <a16:creationId xmlns:a16="http://schemas.microsoft.com/office/drawing/2014/main" id="{B8D2BB25-C6A3-8587-6EED-F566D861D522}"/>
              </a:ext>
            </a:extLst>
          </p:cNvPr>
          <p:cNvSpPr/>
          <p:nvPr/>
        </p:nvSpPr>
        <p:spPr>
          <a:xfrm>
            <a:off x="6372000" y="2637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79" name="Rechteck 478">
            <a:extLst>
              <a:ext uri="{FF2B5EF4-FFF2-40B4-BE49-F238E27FC236}">
                <a16:creationId xmlns:a16="http://schemas.microsoft.com/office/drawing/2014/main" id="{A5199C9A-69BA-C132-A892-975586804445}"/>
              </a:ext>
            </a:extLst>
          </p:cNvPr>
          <p:cNvSpPr/>
          <p:nvPr/>
        </p:nvSpPr>
        <p:spPr>
          <a:xfrm>
            <a:off x="6588000" y="2637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0" name="Rechteck 479">
            <a:extLst>
              <a:ext uri="{FF2B5EF4-FFF2-40B4-BE49-F238E27FC236}">
                <a16:creationId xmlns:a16="http://schemas.microsoft.com/office/drawing/2014/main" id="{104361A5-6DA5-C9A7-A37D-B62D2A5C26D6}"/>
              </a:ext>
            </a:extLst>
          </p:cNvPr>
          <p:cNvSpPr/>
          <p:nvPr/>
        </p:nvSpPr>
        <p:spPr>
          <a:xfrm>
            <a:off x="6804000" y="2637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1" name="Rechteck 480">
            <a:extLst>
              <a:ext uri="{FF2B5EF4-FFF2-40B4-BE49-F238E27FC236}">
                <a16:creationId xmlns:a16="http://schemas.microsoft.com/office/drawing/2014/main" id="{78D91F53-A4DB-30AF-2371-C6EEA89A139B}"/>
              </a:ext>
            </a:extLst>
          </p:cNvPr>
          <p:cNvSpPr/>
          <p:nvPr/>
        </p:nvSpPr>
        <p:spPr>
          <a:xfrm>
            <a:off x="7020000" y="2637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2" name="Rechteck 481">
            <a:extLst>
              <a:ext uri="{FF2B5EF4-FFF2-40B4-BE49-F238E27FC236}">
                <a16:creationId xmlns:a16="http://schemas.microsoft.com/office/drawing/2014/main" id="{3AF53FB9-0E7D-F1A2-8431-3071EC914C5A}"/>
              </a:ext>
            </a:extLst>
          </p:cNvPr>
          <p:cNvSpPr/>
          <p:nvPr/>
        </p:nvSpPr>
        <p:spPr>
          <a:xfrm>
            <a:off x="7236000" y="2637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3" name="Rechteck 482">
            <a:extLst>
              <a:ext uri="{FF2B5EF4-FFF2-40B4-BE49-F238E27FC236}">
                <a16:creationId xmlns:a16="http://schemas.microsoft.com/office/drawing/2014/main" id="{54298C18-36F2-3211-2066-F1E8ABD5FECA}"/>
              </a:ext>
            </a:extLst>
          </p:cNvPr>
          <p:cNvSpPr/>
          <p:nvPr/>
        </p:nvSpPr>
        <p:spPr>
          <a:xfrm>
            <a:off x="7452000" y="2637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4" name="Rechteck 483">
            <a:extLst>
              <a:ext uri="{FF2B5EF4-FFF2-40B4-BE49-F238E27FC236}">
                <a16:creationId xmlns:a16="http://schemas.microsoft.com/office/drawing/2014/main" id="{EBD178E9-2AE7-D1B0-381D-35A07166EC97}"/>
              </a:ext>
            </a:extLst>
          </p:cNvPr>
          <p:cNvSpPr/>
          <p:nvPr/>
        </p:nvSpPr>
        <p:spPr>
          <a:xfrm>
            <a:off x="7668000" y="2637000"/>
            <a:ext cx="21600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5" name="Rechteck 484">
            <a:extLst>
              <a:ext uri="{FF2B5EF4-FFF2-40B4-BE49-F238E27FC236}">
                <a16:creationId xmlns:a16="http://schemas.microsoft.com/office/drawing/2014/main" id="{5A296D41-B330-2D3C-4D51-09343E204F90}"/>
              </a:ext>
            </a:extLst>
          </p:cNvPr>
          <p:cNvSpPr/>
          <p:nvPr/>
        </p:nvSpPr>
        <p:spPr>
          <a:xfrm>
            <a:off x="7884000" y="2636940"/>
            <a:ext cx="21600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6" name="Rechteck 485">
            <a:extLst>
              <a:ext uri="{FF2B5EF4-FFF2-40B4-BE49-F238E27FC236}">
                <a16:creationId xmlns:a16="http://schemas.microsoft.com/office/drawing/2014/main" id="{AF8D63DB-5057-9C1F-CECB-31445A80A2EA}"/>
              </a:ext>
            </a:extLst>
          </p:cNvPr>
          <p:cNvSpPr/>
          <p:nvPr/>
        </p:nvSpPr>
        <p:spPr>
          <a:xfrm>
            <a:off x="4212000" y="2925000"/>
            <a:ext cx="216000" cy="14394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7" name="Rechteck 486">
            <a:extLst>
              <a:ext uri="{FF2B5EF4-FFF2-40B4-BE49-F238E27FC236}">
                <a16:creationId xmlns:a16="http://schemas.microsoft.com/office/drawing/2014/main" id="{3A6F46FB-0542-AD1A-551A-3EC66312A275}"/>
              </a:ext>
            </a:extLst>
          </p:cNvPr>
          <p:cNvSpPr/>
          <p:nvPr/>
        </p:nvSpPr>
        <p:spPr>
          <a:xfrm>
            <a:off x="4428000" y="2924940"/>
            <a:ext cx="216000" cy="14394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8" name="Rechteck 487">
            <a:extLst>
              <a:ext uri="{FF2B5EF4-FFF2-40B4-BE49-F238E27FC236}">
                <a16:creationId xmlns:a16="http://schemas.microsoft.com/office/drawing/2014/main" id="{B78BE7B5-A978-1CB2-122F-C09FD8A9FB5B}"/>
              </a:ext>
            </a:extLst>
          </p:cNvPr>
          <p:cNvSpPr/>
          <p:nvPr/>
        </p:nvSpPr>
        <p:spPr>
          <a:xfrm>
            <a:off x="4644000" y="2925000"/>
            <a:ext cx="216000" cy="14394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89" name="Rechteck 488">
            <a:extLst>
              <a:ext uri="{FF2B5EF4-FFF2-40B4-BE49-F238E27FC236}">
                <a16:creationId xmlns:a16="http://schemas.microsoft.com/office/drawing/2014/main" id="{48EA787E-A850-4A28-8628-E2775E5790FF}"/>
              </a:ext>
            </a:extLst>
          </p:cNvPr>
          <p:cNvSpPr/>
          <p:nvPr/>
        </p:nvSpPr>
        <p:spPr>
          <a:xfrm>
            <a:off x="5076000" y="2925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0" name="Rechteck 489">
            <a:extLst>
              <a:ext uri="{FF2B5EF4-FFF2-40B4-BE49-F238E27FC236}">
                <a16:creationId xmlns:a16="http://schemas.microsoft.com/office/drawing/2014/main" id="{06F45259-4249-3BAC-FDAD-791CC9E1677E}"/>
              </a:ext>
            </a:extLst>
          </p:cNvPr>
          <p:cNvSpPr/>
          <p:nvPr/>
        </p:nvSpPr>
        <p:spPr>
          <a:xfrm>
            <a:off x="5292000" y="2925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1" name="Rechteck 490">
            <a:extLst>
              <a:ext uri="{FF2B5EF4-FFF2-40B4-BE49-F238E27FC236}">
                <a16:creationId xmlns:a16="http://schemas.microsoft.com/office/drawing/2014/main" id="{3A7C3014-CE56-5888-49A1-4DC2A2DA4F9B}"/>
              </a:ext>
            </a:extLst>
          </p:cNvPr>
          <p:cNvSpPr/>
          <p:nvPr/>
        </p:nvSpPr>
        <p:spPr>
          <a:xfrm>
            <a:off x="5508000" y="2925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2" name="Rechteck 491">
            <a:extLst>
              <a:ext uri="{FF2B5EF4-FFF2-40B4-BE49-F238E27FC236}">
                <a16:creationId xmlns:a16="http://schemas.microsoft.com/office/drawing/2014/main" id="{2E8EA3D3-4346-2BED-C494-CA6F0A1E2C78}"/>
              </a:ext>
            </a:extLst>
          </p:cNvPr>
          <p:cNvSpPr/>
          <p:nvPr/>
        </p:nvSpPr>
        <p:spPr>
          <a:xfrm>
            <a:off x="5724000" y="2925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3" name="Rechteck 492">
            <a:extLst>
              <a:ext uri="{FF2B5EF4-FFF2-40B4-BE49-F238E27FC236}">
                <a16:creationId xmlns:a16="http://schemas.microsoft.com/office/drawing/2014/main" id="{C928563B-DD35-1FD9-E85D-00479C27E732}"/>
              </a:ext>
            </a:extLst>
          </p:cNvPr>
          <p:cNvSpPr/>
          <p:nvPr/>
        </p:nvSpPr>
        <p:spPr>
          <a:xfrm>
            <a:off x="5940000" y="2925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4" name="Rechteck 493">
            <a:extLst>
              <a:ext uri="{FF2B5EF4-FFF2-40B4-BE49-F238E27FC236}">
                <a16:creationId xmlns:a16="http://schemas.microsoft.com/office/drawing/2014/main" id="{86C5AF7D-317C-3170-8C81-9520A91B0AE9}"/>
              </a:ext>
            </a:extLst>
          </p:cNvPr>
          <p:cNvSpPr/>
          <p:nvPr/>
        </p:nvSpPr>
        <p:spPr>
          <a:xfrm>
            <a:off x="6156000" y="2925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5" name="Rechteck 494">
            <a:extLst>
              <a:ext uri="{FF2B5EF4-FFF2-40B4-BE49-F238E27FC236}">
                <a16:creationId xmlns:a16="http://schemas.microsoft.com/office/drawing/2014/main" id="{69744604-B61B-B9AE-A3C4-E746C0549224}"/>
              </a:ext>
            </a:extLst>
          </p:cNvPr>
          <p:cNvSpPr/>
          <p:nvPr/>
        </p:nvSpPr>
        <p:spPr>
          <a:xfrm>
            <a:off x="6372000" y="2925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6" name="Rechteck 495">
            <a:extLst>
              <a:ext uri="{FF2B5EF4-FFF2-40B4-BE49-F238E27FC236}">
                <a16:creationId xmlns:a16="http://schemas.microsoft.com/office/drawing/2014/main" id="{C4E46EEE-22C5-9E8F-F273-5F35BE7249DC}"/>
              </a:ext>
            </a:extLst>
          </p:cNvPr>
          <p:cNvSpPr/>
          <p:nvPr/>
        </p:nvSpPr>
        <p:spPr>
          <a:xfrm>
            <a:off x="6588000" y="2925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7" name="Rechteck 496">
            <a:extLst>
              <a:ext uri="{FF2B5EF4-FFF2-40B4-BE49-F238E27FC236}">
                <a16:creationId xmlns:a16="http://schemas.microsoft.com/office/drawing/2014/main" id="{F2D02421-ACA8-AD25-12D6-65AEE867587B}"/>
              </a:ext>
            </a:extLst>
          </p:cNvPr>
          <p:cNvSpPr/>
          <p:nvPr/>
        </p:nvSpPr>
        <p:spPr>
          <a:xfrm>
            <a:off x="6804000" y="2925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8" name="Rechteck 497">
            <a:extLst>
              <a:ext uri="{FF2B5EF4-FFF2-40B4-BE49-F238E27FC236}">
                <a16:creationId xmlns:a16="http://schemas.microsoft.com/office/drawing/2014/main" id="{453B4317-EE8E-E061-64CA-FD2EC503277E}"/>
              </a:ext>
            </a:extLst>
          </p:cNvPr>
          <p:cNvSpPr/>
          <p:nvPr/>
        </p:nvSpPr>
        <p:spPr>
          <a:xfrm>
            <a:off x="7020000" y="2925000"/>
            <a:ext cx="216000" cy="14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499" name="Rechteck 498">
            <a:extLst>
              <a:ext uri="{FF2B5EF4-FFF2-40B4-BE49-F238E27FC236}">
                <a16:creationId xmlns:a16="http://schemas.microsoft.com/office/drawing/2014/main" id="{F4C1A902-38CA-E65A-0716-66B3292A0937}"/>
              </a:ext>
            </a:extLst>
          </p:cNvPr>
          <p:cNvSpPr/>
          <p:nvPr/>
        </p:nvSpPr>
        <p:spPr>
          <a:xfrm>
            <a:off x="7236000" y="2925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0" name="Rechteck 499">
            <a:extLst>
              <a:ext uri="{FF2B5EF4-FFF2-40B4-BE49-F238E27FC236}">
                <a16:creationId xmlns:a16="http://schemas.microsoft.com/office/drawing/2014/main" id="{531D2038-6401-079E-49B1-60CBB2B7439E}"/>
              </a:ext>
            </a:extLst>
          </p:cNvPr>
          <p:cNvSpPr/>
          <p:nvPr/>
        </p:nvSpPr>
        <p:spPr>
          <a:xfrm>
            <a:off x="7452000" y="292500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1" name="Rechteck 500">
            <a:extLst>
              <a:ext uri="{FF2B5EF4-FFF2-40B4-BE49-F238E27FC236}">
                <a16:creationId xmlns:a16="http://schemas.microsoft.com/office/drawing/2014/main" id="{87FD2C59-88C8-EDE8-A2E6-94A93E099E6F}"/>
              </a:ext>
            </a:extLst>
          </p:cNvPr>
          <p:cNvSpPr/>
          <p:nvPr/>
        </p:nvSpPr>
        <p:spPr>
          <a:xfrm>
            <a:off x="7668000" y="2925000"/>
            <a:ext cx="21600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2" name="Rechteck 501">
            <a:extLst>
              <a:ext uri="{FF2B5EF4-FFF2-40B4-BE49-F238E27FC236}">
                <a16:creationId xmlns:a16="http://schemas.microsoft.com/office/drawing/2014/main" id="{5AD884EA-5750-33B4-9BFA-161DCD7860C0}"/>
              </a:ext>
            </a:extLst>
          </p:cNvPr>
          <p:cNvSpPr/>
          <p:nvPr/>
        </p:nvSpPr>
        <p:spPr>
          <a:xfrm>
            <a:off x="7884000" y="2924940"/>
            <a:ext cx="21600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3" name="Rechteck 502">
            <a:extLst>
              <a:ext uri="{FF2B5EF4-FFF2-40B4-BE49-F238E27FC236}">
                <a16:creationId xmlns:a16="http://schemas.microsoft.com/office/drawing/2014/main" id="{432547DB-59FC-FB53-0626-5706B072741A}"/>
              </a:ext>
            </a:extLst>
          </p:cNvPr>
          <p:cNvSpPr/>
          <p:nvPr/>
        </p:nvSpPr>
        <p:spPr>
          <a:xfrm>
            <a:off x="4212000" y="3069060"/>
            <a:ext cx="21600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4" name="Rechteck 503">
            <a:extLst>
              <a:ext uri="{FF2B5EF4-FFF2-40B4-BE49-F238E27FC236}">
                <a16:creationId xmlns:a16="http://schemas.microsoft.com/office/drawing/2014/main" id="{66D127EB-3A08-6FB4-E25F-48584E0C5E9E}"/>
              </a:ext>
            </a:extLst>
          </p:cNvPr>
          <p:cNvSpPr/>
          <p:nvPr/>
        </p:nvSpPr>
        <p:spPr>
          <a:xfrm>
            <a:off x="4428000" y="3069000"/>
            <a:ext cx="21600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5" name="Rechteck 504">
            <a:extLst>
              <a:ext uri="{FF2B5EF4-FFF2-40B4-BE49-F238E27FC236}">
                <a16:creationId xmlns:a16="http://schemas.microsoft.com/office/drawing/2014/main" id="{F73D705B-1894-6FE8-DBCC-5DDAB7EC5E13}"/>
              </a:ext>
            </a:extLst>
          </p:cNvPr>
          <p:cNvSpPr/>
          <p:nvPr/>
        </p:nvSpPr>
        <p:spPr>
          <a:xfrm>
            <a:off x="4644000" y="3069060"/>
            <a:ext cx="216000" cy="1439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6" name="Rechteck 505">
            <a:extLst>
              <a:ext uri="{FF2B5EF4-FFF2-40B4-BE49-F238E27FC236}">
                <a16:creationId xmlns:a16="http://schemas.microsoft.com/office/drawing/2014/main" id="{02315DD8-7A9C-7B89-41FD-9E227F3DD806}"/>
              </a:ext>
            </a:extLst>
          </p:cNvPr>
          <p:cNvSpPr/>
          <p:nvPr/>
        </p:nvSpPr>
        <p:spPr>
          <a:xfrm>
            <a:off x="5076000" y="306906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7" name="Rechteck 506">
            <a:extLst>
              <a:ext uri="{FF2B5EF4-FFF2-40B4-BE49-F238E27FC236}">
                <a16:creationId xmlns:a16="http://schemas.microsoft.com/office/drawing/2014/main" id="{3AA1A5C9-48EB-EDEF-AAA6-1556E2F7AD6E}"/>
              </a:ext>
            </a:extLst>
          </p:cNvPr>
          <p:cNvSpPr/>
          <p:nvPr/>
        </p:nvSpPr>
        <p:spPr>
          <a:xfrm>
            <a:off x="5292000" y="306906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8" name="Rechteck 507">
            <a:extLst>
              <a:ext uri="{FF2B5EF4-FFF2-40B4-BE49-F238E27FC236}">
                <a16:creationId xmlns:a16="http://schemas.microsoft.com/office/drawing/2014/main" id="{A00D713C-68A1-86D1-0CE8-91E293D3A7A3}"/>
              </a:ext>
            </a:extLst>
          </p:cNvPr>
          <p:cNvSpPr/>
          <p:nvPr/>
        </p:nvSpPr>
        <p:spPr>
          <a:xfrm>
            <a:off x="5508000" y="306906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09" name="Rechteck 508">
            <a:extLst>
              <a:ext uri="{FF2B5EF4-FFF2-40B4-BE49-F238E27FC236}">
                <a16:creationId xmlns:a16="http://schemas.microsoft.com/office/drawing/2014/main" id="{6187FA54-6ABD-C64F-2D92-80C1C586D2DF}"/>
              </a:ext>
            </a:extLst>
          </p:cNvPr>
          <p:cNvSpPr/>
          <p:nvPr/>
        </p:nvSpPr>
        <p:spPr>
          <a:xfrm>
            <a:off x="5724000" y="306906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10" name="Rechteck 509">
            <a:extLst>
              <a:ext uri="{FF2B5EF4-FFF2-40B4-BE49-F238E27FC236}">
                <a16:creationId xmlns:a16="http://schemas.microsoft.com/office/drawing/2014/main" id="{447F3F71-D3C9-BBA5-1E04-F2F1C8BC2A2E}"/>
              </a:ext>
            </a:extLst>
          </p:cNvPr>
          <p:cNvSpPr/>
          <p:nvPr/>
        </p:nvSpPr>
        <p:spPr>
          <a:xfrm>
            <a:off x="5940000" y="3069060"/>
            <a:ext cx="216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11" name="Rechteck 510">
            <a:extLst>
              <a:ext uri="{FF2B5EF4-FFF2-40B4-BE49-F238E27FC236}">
                <a16:creationId xmlns:a16="http://schemas.microsoft.com/office/drawing/2014/main" id="{FEA8E726-9C5E-E6DC-CF45-B9A9B842ADEC}"/>
              </a:ext>
            </a:extLst>
          </p:cNvPr>
          <p:cNvSpPr/>
          <p:nvPr/>
        </p:nvSpPr>
        <p:spPr>
          <a:xfrm>
            <a:off x="6156000" y="3069060"/>
            <a:ext cx="216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4" name="Rechteck 63">
            <a:extLst>
              <a:ext uri="{FF2B5EF4-FFF2-40B4-BE49-F238E27FC236}">
                <a16:creationId xmlns:a16="http://schemas.microsoft.com/office/drawing/2014/main" id="{C10E91C7-C273-87EB-52BB-C8CB42DA51FC}"/>
              </a:ext>
            </a:extLst>
          </p:cNvPr>
          <p:cNvSpPr/>
          <p:nvPr/>
        </p:nvSpPr>
        <p:spPr>
          <a:xfrm>
            <a:off x="6372000" y="306906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5" name="Rechteck 64">
            <a:extLst>
              <a:ext uri="{FF2B5EF4-FFF2-40B4-BE49-F238E27FC236}">
                <a16:creationId xmlns:a16="http://schemas.microsoft.com/office/drawing/2014/main" id="{188DD110-D96A-4B14-8679-EE5FFBFCAFA7}"/>
              </a:ext>
            </a:extLst>
          </p:cNvPr>
          <p:cNvSpPr/>
          <p:nvPr/>
        </p:nvSpPr>
        <p:spPr>
          <a:xfrm>
            <a:off x="6588000" y="306906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6" name="Rechteck 65">
            <a:extLst>
              <a:ext uri="{FF2B5EF4-FFF2-40B4-BE49-F238E27FC236}">
                <a16:creationId xmlns:a16="http://schemas.microsoft.com/office/drawing/2014/main" id="{2617C76A-B452-1D53-4424-2796FB1B3A24}"/>
              </a:ext>
            </a:extLst>
          </p:cNvPr>
          <p:cNvSpPr/>
          <p:nvPr/>
        </p:nvSpPr>
        <p:spPr>
          <a:xfrm>
            <a:off x="6804000" y="306906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7" name="Rechteck 66">
            <a:extLst>
              <a:ext uri="{FF2B5EF4-FFF2-40B4-BE49-F238E27FC236}">
                <a16:creationId xmlns:a16="http://schemas.microsoft.com/office/drawing/2014/main" id="{D5E11AFC-8DA6-74BA-5D32-CB92E83DCF77}"/>
              </a:ext>
            </a:extLst>
          </p:cNvPr>
          <p:cNvSpPr/>
          <p:nvPr/>
        </p:nvSpPr>
        <p:spPr>
          <a:xfrm>
            <a:off x="7020000" y="3069060"/>
            <a:ext cx="216000" cy="14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8" name="Rechteck 67">
            <a:extLst>
              <a:ext uri="{FF2B5EF4-FFF2-40B4-BE49-F238E27FC236}">
                <a16:creationId xmlns:a16="http://schemas.microsoft.com/office/drawing/2014/main" id="{2457CFB1-F797-B8CF-FC62-E347106B8CE0}"/>
              </a:ext>
            </a:extLst>
          </p:cNvPr>
          <p:cNvSpPr/>
          <p:nvPr/>
        </p:nvSpPr>
        <p:spPr>
          <a:xfrm>
            <a:off x="7236000" y="3069060"/>
            <a:ext cx="216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69" name="Rechteck 68">
            <a:extLst>
              <a:ext uri="{FF2B5EF4-FFF2-40B4-BE49-F238E27FC236}">
                <a16:creationId xmlns:a16="http://schemas.microsoft.com/office/drawing/2014/main" id="{05EE08EF-2D85-F589-F50B-51D312186858}"/>
              </a:ext>
            </a:extLst>
          </p:cNvPr>
          <p:cNvSpPr/>
          <p:nvPr/>
        </p:nvSpPr>
        <p:spPr>
          <a:xfrm>
            <a:off x="7452000" y="3069060"/>
            <a:ext cx="216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70" name="Rechteck 69">
            <a:extLst>
              <a:ext uri="{FF2B5EF4-FFF2-40B4-BE49-F238E27FC236}">
                <a16:creationId xmlns:a16="http://schemas.microsoft.com/office/drawing/2014/main" id="{E37154DD-BE2E-BA45-BB5B-8BE3A62E19CC}"/>
              </a:ext>
            </a:extLst>
          </p:cNvPr>
          <p:cNvSpPr/>
          <p:nvPr/>
        </p:nvSpPr>
        <p:spPr>
          <a:xfrm>
            <a:off x="7668000" y="3069060"/>
            <a:ext cx="216000" cy="143940"/>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71" name="Rechteck 70">
            <a:extLst>
              <a:ext uri="{FF2B5EF4-FFF2-40B4-BE49-F238E27FC236}">
                <a16:creationId xmlns:a16="http://schemas.microsoft.com/office/drawing/2014/main" id="{8256D097-2853-E5CD-76DC-191CB20909E7}"/>
              </a:ext>
            </a:extLst>
          </p:cNvPr>
          <p:cNvSpPr/>
          <p:nvPr/>
        </p:nvSpPr>
        <p:spPr>
          <a:xfrm>
            <a:off x="7884000" y="3069000"/>
            <a:ext cx="216000" cy="143940"/>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73" name="Rechteck 72">
            <a:extLst>
              <a:ext uri="{FF2B5EF4-FFF2-40B4-BE49-F238E27FC236}">
                <a16:creationId xmlns:a16="http://schemas.microsoft.com/office/drawing/2014/main" id="{A4921A26-FC50-B38D-8FA0-90A18008194A}"/>
              </a:ext>
            </a:extLst>
          </p:cNvPr>
          <p:cNvSpPr/>
          <p:nvPr/>
        </p:nvSpPr>
        <p:spPr>
          <a:xfrm>
            <a:off x="180000" y="3789000"/>
            <a:ext cx="144020" cy="50407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75" name="Rechteck 74">
            <a:extLst>
              <a:ext uri="{FF2B5EF4-FFF2-40B4-BE49-F238E27FC236}">
                <a16:creationId xmlns:a16="http://schemas.microsoft.com/office/drawing/2014/main" id="{72119A83-867B-2DF8-C16D-1886675729E6}"/>
              </a:ext>
            </a:extLst>
          </p:cNvPr>
          <p:cNvSpPr/>
          <p:nvPr/>
        </p:nvSpPr>
        <p:spPr>
          <a:xfrm>
            <a:off x="324020" y="3789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Row headers</a:t>
            </a:r>
          </a:p>
        </p:txBody>
      </p:sp>
      <p:sp>
        <p:nvSpPr>
          <p:cNvPr id="76" name="Rechteck 75">
            <a:extLst>
              <a:ext uri="{FF2B5EF4-FFF2-40B4-BE49-F238E27FC236}">
                <a16:creationId xmlns:a16="http://schemas.microsoft.com/office/drawing/2014/main" id="{49CF42AD-BF79-D381-6D28-EA7CE6C3C48E}"/>
              </a:ext>
            </a:extLst>
          </p:cNvPr>
          <p:cNvSpPr/>
          <p:nvPr/>
        </p:nvSpPr>
        <p:spPr>
          <a:xfrm>
            <a:off x="1763820" y="3789000"/>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77" name="Rechteck 76">
            <a:extLst>
              <a:ext uri="{FF2B5EF4-FFF2-40B4-BE49-F238E27FC236}">
                <a16:creationId xmlns:a16="http://schemas.microsoft.com/office/drawing/2014/main" id="{1EE19157-696D-5F95-95F2-99820247E530}"/>
              </a:ext>
            </a:extLst>
          </p:cNvPr>
          <p:cNvSpPr/>
          <p:nvPr/>
        </p:nvSpPr>
        <p:spPr>
          <a:xfrm>
            <a:off x="1907840" y="3789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Column headers</a:t>
            </a:r>
          </a:p>
        </p:txBody>
      </p:sp>
      <p:sp>
        <p:nvSpPr>
          <p:cNvPr id="78" name="Rechteck 77">
            <a:extLst>
              <a:ext uri="{FF2B5EF4-FFF2-40B4-BE49-F238E27FC236}">
                <a16:creationId xmlns:a16="http://schemas.microsoft.com/office/drawing/2014/main" id="{0A3CDD5C-4A5A-07F9-E6C9-1786EEE25AF0}"/>
              </a:ext>
            </a:extLst>
          </p:cNvPr>
          <p:cNvSpPr/>
          <p:nvPr/>
        </p:nvSpPr>
        <p:spPr>
          <a:xfrm>
            <a:off x="3419820" y="3789000"/>
            <a:ext cx="144020" cy="504070"/>
          </a:xfrm>
          <a:prstGeom prst="rect">
            <a:avLst/>
          </a:prstGeom>
          <a:solidFill>
            <a:srgbClr val="E6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79" name="Rechteck 78">
            <a:extLst>
              <a:ext uri="{FF2B5EF4-FFF2-40B4-BE49-F238E27FC236}">
                <a16:creationId xmlns:a16="http://schemas.microsoft.com/office/drawing/2014/main" id="{2F579AB0-F179-FD40-134E-5B97EF4BB3C1}"/>
              </a:ext>
            </a:extLst>
          </p:cNvPr>
          <p:cNvSpPr/>
          <p:nvPr/>
        </p:nvSpPr>
        <p:spPr>
          <a:xfrm>
            <a:off x="3779840" y="3789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headers</a:t>
            </a:r>
          </a:p>
          <a:p>
            <a:r>
              <a:rPr lang="en-US" sz="1000" dirty="0">
                <a:solidFill>
                  <a:schemeClr val="tx1"/>
                </a:solidFill>
              </a:rPr>
              <a:t>(2 sets of data illustrated here)</a:t>
            </a:r>
          </a:p>
        </p:txBody>
      </p:sp>
      <p:sp>
        <p:nvSpPr>
          <p:cNvPr id="80" name="Rechteck 79">
            <a:extLst>
              <a:ext uri="{FF2B5EF4-FFF2-40B4-BE49-F238E27FC236}">
                <a16:creationId xmlns:a16="http://schemas.microsoft.com/office/drawing/2014/main" id="{C542101B-3021-AFFA-B948-69E614A8A9AE}"/>
              </a:ext>
            </a:extLst>
          </p:cNvPr>
          <p:cNvSpPr/>
          <p:nvPr/>
        </p:nvSpPr>
        <p:spPr>
          <a:xfrm>
            <a:off x="180000" y="4365000"/>
            <a:ext cx="144020" cy="504070"/>
          </a:xfrm>
          <a:prstGeom prst="rect">
            <a:avLst/>
          </a:prstGeom>
          <a:solidFill>
            <a:srgbClr val="FFE7E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81" name="Rechteck 80">
            <a:extLst>
              <a:ext uri="{FF2B5EF4-FFF2-40B4-BE49-F238E27FC236}">
                <a16:creationId xmlns:a16="http://schemas.microsoft.com/office/drawing/2014/main" id="{6BF96287-C5D5-6767-F276-6C263DF81616}"/>
              </a:ext>
            </a:extLst>
          </p:cNvPr>
          <p:cNvSpPr/>
          <p:nvPr/>
        </p:nvSpPr>
        <p:spPr>
          <a:xfrm>
            <a:off x="324020" y="4365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Contents used for</a:t>
            </a:r>
          </a:p>
          <a:p>
            <a:r>
              <a:rPr lang="en-US" sz="1000" dirty="0">
                <a:solidFill>
                  <a:schemeClr val="tx1"/>
                </a:solidFill>
              </a:rPr>
              <a:t>vertical break-down</a:t>
            </a:r>
          </a:p>
          <a:p>
            <a:r>
              <a:rPr lang="en-US" sz="1000" dirty="0">
                <a:solidFill>
                  <a:schemeClr val="tx1"/>
                </a:solidFill>
              </a:rPr>
              <a:t>in summary table</a:t>
            </a:r>
          </a:p>
        </p:txBody>
      </p:sp>
      <p:sp>
        <p:nvSpPr>
          <p:cNvPr id="82" name="Rechteck 81">
            <a:extLst>
              <a:ext uri="{FF2B5EF4-FFF2-40B4-BE49-F238E27FC236}">
                <a16:creationId xmlns:a16="http://schemas.microsoft.com/office/drawing/2014/main" id="{BC370955-10F9-1AA5-129A-FDE7A58BFFA9}"/>
              </a:ext>
            </a:extLst>
          </p:cNvPr>
          <p:cNvSpPr/>
          <p:nvPr/>
        </p:nvSpPr>
        <p:spPr>
          <a:xfrm>
            <a:off x="1763820" y="4365000"/>
            <a:ext cx="144020" cy="504070"/>
          </a:xfrm>
          <a:prstGeom prst="rect">
            <a:avLst/>
          </a:prstGeom>
          <a:solidFill>
            <a:srgbClr val="D8E4F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83" name="Rechteck 82">
            <a:extLst>
              <a:ext uri="{FF2B5EF4-FFF2-40B4-BE49-F238E27FC236}">
                <a16:creationId xmlns:a16="http://schemas.microsoft.com/office/drawing/2014/main" id="{CBCB8465-2A32-9A93-9CDB-FB2DE7F4A0CD}"/>
              </a:ext>
            </a:extLst>
          </p:cNvPr>
          <p:cNvSpPr/>
          <p:nvPr/>
        </p:nvSpPr>
        <p:spPr>
          <a:xfrm>
            <a:off x="1907840" y="4365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Contents used for</a:t>
            </a:r>
          </a:p>
          <a:p>
            <a:r>
              <a:rPr lang="en-US" sz="1000" dirty="0">
                <a:solidFill>
                  <a:schemeClr val="tx1"/>
                </a:solidFill>
              </a:rPr>
              <a:t>horizontal break-down</a:t>
            </a:r>
          </a:p>
          <a:p>
            <a:r>
              <a:rPr lang="en-US" sz="1000" dirty="0">
                <a:solidFill>
                  <a:schemeClr val="tx1"/>
                </a:solidFill>
              </a:rPr>
              <a:t>in summary table</a:t>
            </a:r>
          </a:p>
        </p:txBody>
      </p:sp>
      <p:sp>
        <p:nvSpPr>
          <p:cNvPr id="94" name="Rechteck 93">
            <a:extLst>
              <a:ext uri="{FF2B5EF4-FFF2-40B4-BE49-F238E27FC236}">
                <a16:creationId xmlns:a16="http://schemas.microsoft.com/office/drawing/2014/main" id="{B3B829AB-B831-1E66-A75F-6378B95775BC}"/>
              </a:ext>
            </a:extLst>
          </p:cNvPr>
          <p:cNvSpPr/>
          <p:nvPr/>
        </p:nvSpPr>
        <p:spPr>
          <a:xfrm>
            <a:off x="3419820" y="4365000"/>
            <a:ext cx="144020" cy="504070"/>
          </a:xfrm>
          <a:prstGeom prst="rect">
            <a:avLst/>
          </a:prstGeom>
          <a:solidFill>
            <a:srgbClr val="F5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95" name="Rechteck 94">
            <a:extLst>
              <a:ext uri="{FF2B5EF4-FFF2-40B4-BE49-F238E27FC236}">
                <a16:creationId xmlns:a16="http://schemas.microsoft.com/office/drawing/2014/main" id="{1BE2A2DB-73B1-FD6B-2E77-1541D0A04177}"/>
              </a:ext>
            </a:extLst>
          </p:cNvPr>
          <p:cNvSpPr/>
          <p:nvPr/>
        </p:nvSpPr>
        <p:spPr>
          <a:xfrm>
            <a:off x="3779840" y="4365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Contents being summarized,</a:t>
            </a:r>
          </a:p>
          <a:p>
            <a:r>
              <a:rPr lang="en-US" sz="1000" dirty="0">
                <a:solidFill>
                  <a:schemeClr val="tx1"/>
                </a:solidFill>
              </a:rPr>
              <a:t>using the specified action (e.g. sum).</a:t>
            </a:r>
          </a:p>
        </p:txBody>
      </p:sp>
      <p:sp>
        <p:nvSpPr>
          <p:cNvPr id="98" name="Rechteck 97">
            <a:extLst>
              <a:ext uri="{FF2B5EF4-FFF2-40B4-BE49-F238E27FC236}">
                <a16:creationId xmlns:a16="http://schemas.microsoft.com/office/drawing/2014/main" id="{D4BDBDCE-7EC7-E575-D7F7-935018A11D31}"/>
              </a:ext>
            </a:extLst>
          </p:cNvPr>
          <p:cNvSpPr/>
          <p:nvPr/>
        </p:nvSpPr>
        <p:spPr>
          <a:xfrm>
            <a:off x="6300000" y="3789000"/>
            <a:ext cx="144000" cy="50400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00" name="Rechteck 99">
            <a:extLst>
              <a:ext uri="{FF2B5EF4-FFF2-40B4-BE49-F238E27FC236}">
                <a16:creationId xmlns:a16="http://schemas.microsoft.com/office/drawing/2014/main" id="{6BB58D33-8339-E80B-CB7B-FE3E8E48A4C7}"/>
              </a:ext>
            </a:extLst>
          </p:cNvPr>
          <p:cNvSpPr/>
          <p:nvPr/>
        </p:nvSpPr>
        <p:spPr>
          <a:xfrm>
            <a:off x="6516000" y="3789000"/>
            <a:ext cx="144000" cy="504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02" name="Rechteck 101">
            <a:extLst>
              <a:ext uri="{FF2B5EF4-FFF2-40B4-BE49-F238E27FC236}">
                <a16:creationId xmlns:a16="http://schemas.microsoft.com/office/drawing/2014/main" id="{E6AC46DE-2F52-418B-525E-5A4E438FB035}"/>
              </a:ext>
            </a:extLst>
          </p:cNvPr>
          <p:cNvSpPr/>
          <p:nvPr/>
        </p:nvSpPr>
        <p:spPr>
          <a:xfrm>
            <a:off x="6732000" y="3789000"/>
            <a:ext cx="144000" cy="50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104" name="Rechteck 103">
            <a:extLst>
              <a:ext uri="{FF2B5EF4-FFF2-40B4-BE49-F238E27FC236}">
                <a16:creationId xmlns:a16="http://schemas.microsoft.com/office/drawing/2014/main" id="{F521C40E-1D29-D525-55E7-8FBF0C6E0325}"/>
              </a:ext>
            </a:extLst>
          </p:cNvPr>
          <p:cNvSpPr/>
          <p:nvPr/>
        </p:nvSpPr>
        <p:spPr>
          <a:xfrm>
            <a:off x="6948000" y="3789000"/>
            <a:ext cx="144000" cy="504000"/>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12" name="Rechteck 511">
            <a:extLst>
              <a:ext uri="{FF2B5EF4-FFF2-40B4-BE49-F238E27FC236}">
                <a16:creationId xmlns:a16="http://schemas.microsoft.com/office/drawing/2014/main" id="{5DDF191E-44EF-EDA2-4476-4C79CC0337B7}"/>
              </a:ext>
            </a:extLst>
          </p:cNvPr>
          <p:cNvSpPr/>
          <p:nvPr/>
        </p:nvSpPr>
        <p:spPr>
          <a:xfrm>
            <a:off x="7091840" y="3789000"/>
            <a:ext cx="115216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Subtotals and</a:t>
            </a:r>
          </a:p>
          <a:p>
            <a:r>
              <a:rPr lang="en-US" sz="1000" dirty="0">
                <a:solidFill>
                  <a:schemeClr val="tx1"/>
                </a:solidFill>
              </a:rPr>
              <a:t>grand totals</a:t>
            </a:r>
          </a:p>
          <a:p>
            <a:r>
              <a:rPr lang="en-US" sz="1000" dirty="0">
                <a:solidFill>
                  <a:schemeClr val="tx1"/>
                </a:solidFill>
              </a:rPr>
              <a:t>(if activated)</a:t>
            </a:r>
          </a:p>
        </p:txBody>
      </p:sp>
      <p:sp>
        <p:nvSpPr>
          <p:cNvPr id="513" name="Rechteck 512">
            <a:extLst>
              <a:ext uri="{FF2B5EF4-FFF2-40B4-BE49-F238E27FC236}">
                <a16:creationId xmlns:a16="http://schemas.microsoft.com/office/drawing/2014/main" id="{81281C94-9094-BFED-E0AA-678641C98630}"/>
              </a:ext>
            </a:extLst>
          </p:cNvPr>
          <p:cNvSpPr/>
          <p:nvPr/>
        </p:nvSpPr>
        <p:spPr>
          <a:xfrm>
            <a:off x="3636000" y="4365000"/>
            <a:ext cx="135780" cy="504070"/>
          </a:xfrm>
          <a:prstGeom prst="rect">
            <a:avLst/>
          </a:prstGeom>
          <a:solidFill>
            <a:srgbClr val="EAE1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14" name="Rechteck 513">
            <a:extLst>
              <a:ext uri="{FF2B5EF4-FFF2-40B4-BE49-F238E27FC236}">
                <a16:creationId xmlns:a16="http://schemas.microsoft.com/office/drawing/2014/main" id="{EB77DDD2-383E-6DA6-06BF-5D1A554BE54E}"/>
              </a:ext>
            </a:extLst>
          </p:cNvPr>
          <p:cNvSpPr/>
          <p:nvPr/>
        </p:nvSpPr>
        <p:spPr>
          <a:xfrm>
            <a:off x="3636000" y="3789000"/>
            <a:ext cx="144020" cy="504070"/>
          </a:xfrm>
          <a:prstGeom prst="rect">
            <a:avLst/>
          </a:prstGeom>
          <a:solidFill>
            <a:srgbClr val="C9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15" name="Rechteck 514">
            <a:extLst>
              <a:ext uri="{FF2B5EF4-FFF2-40B4-BE49-F238E27FC236}">
                <a16:creationId xmlns:a16="http://schemas.microsoft.com/office/drawing/2014/main" id="{2CB1A45D-AADC-800F-AF4E-9F04A405EA57}"/>
              </a:ext>
            </a:extLst>
          </p:cNvPr>
          <p:cNvSpPr/>
          <p:nvPr/>
        </p:nvSpPr>
        <p:spPr>
          <a:xfrm>
            <a:off x="4212000" y="1125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Summary Table</a:t>
            </a:r>
          </a:p>
        </p:txBody>
      </p:sp>
      <p:sp>
        <p:nvSpPr>
          <p:cNvPr id="516" name="Rechteck 515">
            <a:extLst>
              <a:ext uri="{FF2B5EF4-FFF2-40B4-BE49-F238E27FC236}">
                <a16:creationId xmlns:a16="http://schemas.microsoft.com/office/drawing/2014/main" id="{033B80E5-05AE-DD5C-D2DA-51FC4C515FA3}"/>
              </a:ext>
            </a:extLst>
          </p:cNvPr>
          <p:cNvSpPr/>
          <p:nvPr/>
        </p:nvSpPr>
        <p:spPr>
          <a:xfrm>
            <a:off x="5940000" y="1629000"/>
            <a:ext cx="216000" cy="143940"/>
          </a:xfrm>
          <a:prstGeom prst="rect">
            <a:avLst/>
          </a:prstGeom>
          <a:solidFill>
            <a:srgbClr val="E6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17" name="Rechteck 516">
            <a:extLst>
              <a:ext uri="{FF2B5EF4-FFF2-40B4-BE49-F238E27FC236}">
                <a16:creationId xmlns:a16="http://schemas.microsoft.com/office/drawing/2014/main" id="{D6A20A4B-EBD9-E62A-FF14-C9A3191921C2}"/>
              </a:ext>
            </a:extLst>
          </p:cNvPr>
          <p:cNvSpPr/>
          <p:nvPr/>
        </p:nvSpPr>
        <p:spPr>
          <a:xfrm>
            <a:off x="6156000" y="1628940"/>
            <a:ext cx="216000" cy="143940"/>
          </a:xfrm>
          <a:prstGeom prst="rect">
            <a:avLst/>
          </a:prstGeom>
          <a:solidFill>
            <a:srgbClr val="C9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18" name="Rechteck 517">
            <a:extLst>
              <a:ext uri="{FF2B5EF4-FFF2-40B4-BE49-F238E27FC236}">
                <a16:creationId xmlns:a16="http://schemas.microsoft.com/office/drawing/2014/main" id="{2E52B724-F3FD-52F7-67BE-17630808A77F}"/>
              </a:ext>
            </a:extLst>
          </p:cNvPr>
          <p:cNvSpPr/>
          <p:nvPr/>
        </p:nvSpPr>
        <p:spPr>
          <a:xfrm>
            <a:off x="7236000" y="1629000"/>
            <a:ext cx="216000" cy="143940"/>
          </a:xfrm>
          <a:prstGeom prst="rect">
            <a:avLst/>
          </a:prstGeom>
          <a:solidFill>
            <a:srgbClr val="E6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19" name="Rechteck 518">
            <a:extLst>
              <a:ext uri="{FF2B5EF4-FFF2-40B4-BE49-F238E27FC236}">
                <a16:creationId xmlns:a16="http://schemas.microsoft.com/office/drawing/2014/main" id="{E981A545-5289-4AB5-989F-210F43FD3BEF}"/>
              </a:ext>
            </a:extLst>
          </p:cNvPr>
          <p:cNvSpPr/>
          <p:nvPr/>
        </p:nvSpPr>
        <p:spPr>
          <a:xfrm>
            <a:off x="7452000" y="1628940"/>
            <a:ext cx="216000" cy="143940"/>
          </a:xfrm>
          <a:prstGeom prst="rect">
            <a:avLst/>
          </a:prstGeom>
          <a:solidFill>
            <a:srgbClr val="C9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20" name="Rechteck 519">
            <a:extLst>
              <a:ext uri="{FF2B5EF4-FFF2-40B4-BE49-F238E27FC236}">
                <a16:creationId xmlns:a16="http://schemas.microsoft.com/office/drawing/2014/main" id="{EF2B43F7-C1D9-34B5-E68E-DB0632F738B2}"/>
              </a:ext>
            </a:extLst>
          </p:cNvPr>
          <p:cNvSpPr/>
          <p:nvPr/>
        </p:nvSpPr>
        <p:spPr>
          <a:xfrm>
            <a:off x="7668000" y="1629000"/>
            <a:ext cx="216000" cy="143940"/>
          </a:xfrm>
          <a:prstGeom prst="rect">
            <a:avLst/>
          </a:prstGeom>
          <a:solidFill>
            <a:srgbClr val="E6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
        <p:nvSpPr>
          <p:cNvPr id="521" name="Rechteck 520">
            <a:extLst>
              <a:ext uri="{FF2B5EF4-FFF2-40B4-BE49-F238E27FC236}">
                <a16:creationId xmlns:a16="http://schemas.microsoft.com/office/drawing/2014/main" id="{F72DF373-EC4A-86B5-FDD7-34E5624F3D9E}"/>
              </a:ext>
            </a:extLst>
          </p:cNvPr>
          <p:cNvSpPr/>
          <p:nvPr/>
        </p:nvSpPr>
        <p:spPr>
          <a:xfrm>
            <a:off x="7884000" y="1628940"/>
            <a:ext cx="216000" cy="143940"/>
          </a:xfrm>
          <a:prstGeom prst="rect">
            <a:avLst/>
          </a:prstGeom>
          <a:solidFill>
            <a:srgbClr val="C9B3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800" dirty="0">
              <a:solidFill>
                <a:schemeClr val="tx1"/>
              </a:solidFill>
            </a:endParaRPr>
          </a:p>
        </p:txBody>
      </p:sp>
    </p:spTree>
    <p:extLst>
      <p:ext uri="{BB962C8B-B14F-4D97-AF65-F5344CB8AC3E}">
        <p14:creationId xmlns:p14="http://schemas.microsoft.com/office/powerpoint/2010/main" val="30906482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a:t>25 </a:t>
            </a:r>
            <a:r>
              <a:rPr lang="de-CH" dirty="0" err="1"/>
              <a:t>ways</a:t>
            </a:r>
            <a:r>
              <a:rPr lang="de-CH" dirty="0"/>
              <a:t> </a:t>
            </a:r>
            <a:r>
              <a:rPr lang="de-CH" dirty="0" err="1"/>
              <a:t>to</a:t>
            </a:r>
            <a:r>
              <a:rPr lang="de-CH" dirty="0"/>
              <a:t> </a:t>
            </a:r>
            <a:r>
              <a:rPr lang="de-CH" dirty="0" err="1"/>
              <a:t>combine</a:t>
            </a:r>
            <a:r>
              <a:rPr lang="de-CH" dirty="0"/>
              <a:t> </a:t>
            </a:r>
            <a:r>
              <a:rPr lang="de-CH" dirty="0" err="1"/>
              <a:t>two</a:t>
            </a:r>
            <a:r>
              <a:rPr lang="de-CH" dirty="0"/>
              <a:t> </a:t>
            </a:r>
            <a:r>
              <a:rPr lang="de-CH" dirty="0" err="1"/>
              <a:t>tables</a:t>
            </a:r>
            <a:r>
              <a:rPr lang="de-CH" dirty="0"/>
              <a:t> </a:t>
            </a:r>
            <a:r>
              <a:rPr lang="de-CH" dirty="0" err="1"/>
              <a:t>into</a:t>
            </a:r>
            <a:r>
              <a:rPr lang="de-CH" dirty="0"/>
              <a:t> </a:t>
            </a:r>
            <a:r>
              <a:rPr lang="de-CH" dirty="0" err="1"/>
              <a:t>one</a:t>
            </a:r>
            <a:endParaRPr lang="de-CH" dirty="0"/>
          </a:p>
        </p:txBody>
      </p:sp>
      <p:graphicFrame>
        <p:nvGraphicFramePr>
          <p:cNvPr id="6" name="Tabelle 5"/>
          <p:cNvGraphicFramePr>
            <a:graphicFrameLocks noGrp="1"/>
          </p:cNvGraphicFramePr>
          <p:nvPr>
            <p:extLst>
              <p:ext uri="{D42A27DB-BD31-4B8C-83A1-F6EECF244321}">
                <p14:modId xmlns:p14="http://schemas.microsoft.com/office/powerpoint/2010/main" val="1573253680"/>
              </p:ext>
            </p:extLst>
          </p:nvPr>
        </p:nvGraphicFramePr>
        <p:xfrm>
          <a:off x="756000" y="872716"/>
          <a:ext cx="7920000" cy="5616000"/>
        </p:xfrm>
        <a:graphic>
          <a:graphicData uri="http://schemas.openxmlformats.org/drawingml/2006/table">
            <a:tbl>
              <a:tblPr>
                <a:tableStyleId>{5C22544A-7EE6-4342-B048-85BDC9FD1C3A}</a:tableStyleId>
              </a:tblPr>
              <a:tblGrid>
                <a:gridCol w="1800000">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1224000">
                  <a:extLst>
                    <a:ext uri="{9D8B030D-6E8A-4147-A177-3AD203B41FA5}">
                      <a16:colId xmlns:a16="http://schemas.microsoft.com/office/drawing/2014/main" val="20004"/>
                    </a:ext>
                  </a:extLst>
                </a:gridCol>
                <a:gridCol w="1224000">
                  <a:extLst>
                    <a:ext uri="{9D8B030D-6E8A-4147-A177-3AD203B41FA5}">
                      <a16:colId xmlns:a16="http://schemas.microsoft.com/office/drawing/2014/main" val="20005"/>
                    </a:ext>
                  </a:extLst>
                </a:gridCol>
              </a:tblGrid>
              <a:tr h="1296000">
                <a:tc>
                  <a:txBody>
                    <a:bodyPr/>
                    <a:lstStyle/>
                    <a:p>
                      <a:r>
                        <a:rPr lang="en-US" sz="1000" b="1" noProof="0" dirty="0"/>
                        <a:t>Table</a:t>
                      </a:r>
                      <a:r>
                        <a:rPr lang="en-US" sz="1000" b="1" baseline="0" noProof="0" dirty="0"/>
                        <a:t> combination functions.</a:t>
                      </a:r>
                    </a:p>
                    <a:p>
                      <a:endParaRPr lang="en-US" sz="1000" b="1" baseline="0" noProof="0" dirty="0"/>
                    </a:p>
                    <a:p>
                      <a:endParaRPr lang="en-US" sz="1000" b="0" baseline="0" noProof="0" dirty="0"/>
                    </a:p>
                    <a:p>
                      <a:r>
                        <a:rPr lang="en-US" sz="1000" b="0" baseline="0" noProof="0" dirty="0"/>
                        <a:t>Note: Identifier columns</a:t>
                      </a:r>
                      <a:br>
                        <a:rPr lang="en-US" sz="1000" b="0" baseline="0" noProof="0" dirty="0"/>
                      </a:br>
                      <a:r>
                        <a:rPr lang="en-US" sz="1000" b="0" baseline="0" noProof="0" dirty="0"/>
                        <a:t>to match the rows will never be deleted or consolidated.</a:t>
                      </a:r>
                      <a:endParaRPr lang="en-US" sz="1000" b="0"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Union</a:t>
                      </a:r>
                    </a:p>
                    <a:p>
                      <a:r>
                        <a:rPr lang="en-US" sz="1000" b="0" noProof="0" dirty="0"/>
                        <a:t>Columns in table</a:t>
                      </a:r>
                      <a:r>
                        <a:rPr lang="en-US" sz="1000" b="0" baseline="0" noProof="0" dirty="0"/>
                        <a:t> A and B will be combined</a:t>
                      </a:r>
                      <a:endParaRPr lang="en-US" sz="1000" b="0"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Exclusivity</a:t>
                      </a:r>
                    </a:p>
                    <a:p>
                      <a:r>
                        <a:rPr lang="en-US" sz="1000" b="0" noProof="0" dirty="0"/>
                        <a:t>Columns</a:t>
                      </a:r>
                      <a:r>
                        <a:rPr lang="en-US" sz="1000" b="0" baseline="0" noProof="0" dirty="0"/>
                        <a:t> either in table A or in table B will be combined, but not both.</a:t>
                      </a:r>
                      <a:endParaRPr lang="en-US" sz="1000" b="0"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Overlay</a:t>
                      </a:r>
                    </a:p>
                    <a:p>
                      <a:r>
                        <a:rPr lang="en-US" sz="1000" b="0" noProof="0" dirty="0"/>
                        <a:t>Columns found in table B or both A and B will be combined.</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Intersection</a:t>
                      </a:r>
                    </a:p>
                    <a:p>
                      <a:r>
                        <a:rPr lang="en-US" sz="1000" b="0" noProof="0" dirty="0"/>
                        <a:t>Includes only the columns found in both tables A and</a:t>
                      </a:r>
                      <a:r>
                        <a:rPr lang="en-US" sz="1000" b="0" baseline="0" noProof="0" dirty="0"/>
                        <a:t> B</a:t>
                      </a:r>
                      <a:endParaRPr lang="en-US" sz="1000" b="0"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Subtraction</a:t>
                      </a:r>
                    </a:p>
                    <a:p>
                      <a:r>
                        <a:rPr lang="en-US" sz="1000" b="0" noProof="0" dirty="0"/>
                        <a:t>Includes only the rows found in table B, but</a:t>
                      </a:r>
                      <a:r>
                        <a:rPr lang="en-US" sz="1000" b="0" baseline="0" noProof="0" dirty="0"/>
                        <a:t> not those also found in table A.</a:t>
                      </a:r>
                      <a:endParaRPr lang="en-US" sz="1000" b="0"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864000">
                <a:tc>
                  <a:txBody>
                    <a:bodyPr/>
                    <a:lstStyle/>
                    <a:p>
                      <a:r>
                        <a:rPr lang="en-US" sz="1000" b="1" noProof="0" dirty="0"/>
                        <a:t>Union</a:t>
                      </a:r>
                    </a:p>
                    <a:p>
                      <a:r>
                        <a:rPr lang="en-US" sz="1000" b="0" noProof="0" dirty="0"/>
                        <a:t>Rows in table A</a:t>
                      </a:r>
                    </a:p>
                    <a:p>
                      <a:r>
                        <a:rPr lang="en-US" sz="1000" b="0" noProof="0" dirty="0"/>
                        <a:t>and B will</a:t>
                      </a:r>
                      <a:r>
                        <a:rPr lang="en-US" sz="1000" b="0" baseline="0" noProof="0" dirty="0"/>
                        <a:t> be</a:t>
                      </a:r>
                      <a:br>
                        <a:rPr lang="en-US" sz="1000" b="0" baseline="0" noProof="0" dirty="0"/>
                      </a:br>
                      <a:r>
                        <a:rPr lang="en-US" sz="1000" b="0" baseline="0" noProof="0" dirty="0"/>
                        <a:t>combined</a:t>
                      </a:r>
                      <a:endParaRPr lang="en-US" sz="1000" b="0"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merge</a:t>
                      </a:r>
                    </a:p>
                    <a:p>
                      <a:r>
                        <a:rPr lang="en-US" sz="1000" b="1" noProof="0" dirty="0"/>
                        <a:t>extend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merge</a:t>
                      </a:r>
                    </a:p>
                    <a:p>
                      <a:r>
                        <a:rPr lang="en-US" sz="1000" b="1" noProof="0" dirty="0"/>
                        <a:t>exclusive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merge</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merge</a:t>
                      </a:r>
                    </a:p>
                    <a:p>
                      <a:r>
                        <a:rPr lang="en-US" sz="1000" b="1" noProof="0" dirty="0"/>
                        <a:t>intersect</a:t>
                      </a:r>
                      <a:r>
                        <a:rPr lang="en-US" sz="1000" b="1" baseline="0" noProof="0" dirty="0"/>
                        <a:t> columns</a:t>
                      </a:r>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merge subtract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4000">
                <a:tc>
                  <a:txBody>
                    <a:bodyPr/>
                    <a:lstStyle/>
                    <a:p>
                      <a:r>
                        <a:rPr lang="en-US" sz="1000" b="1" noProof="0" dirty="0"/>
                        <a:t>Exclusivity</a:t>
                      </a:r>
                    </a:p>
                    <a:p>
                      <a:r>
                        <a:rPr lang="en-US" sz="1000" b="0" noProof="0" dirty="0"/>
                        <a:t>Rows either</a:t>
                      </a:r>
                      <a:r>
                        <a:rPr lang="en-US" sz="1000" b="0" baseline="0" noProof="0" dirty="0"/>
                        <a:t> in table</a:t>
                      </a:r>
                      <a:br>
                        <a:rPr lang="en-US" sz="1000" b="0" baseline="0" noProof="0" dirty="0"/>
                      </a:br>
                      <a:r>
                        <a:rPr lang="en-US" sz="1000" b="0" baseline="0" noProof="0" dirty="0"/>
                        <a:t>A or in table B</a:t>
                      </a:r>
                      <a:br>
                        <a:rPr lang="en-US" sz="1000" b="0" baseline="0" noProof="0" dirty="0"/>
                      </a:br>
                      <a:r>
                        <a:rPr lang="en-US" sz="1000" b="0" baseline="0" noProof="0" dirty="0"/>
                        <a:t>will be combined,</a:t>
                      </a:r>
                      <a:br>
                        <a:rPr lang="en-US" sz="1000" b="0" baseline="0" noProof="0" dirty="0"/>
                      </a:br>
                      <a:r>
                        <a:rPr lang="en-US" sz="1000" b="0" baseline="0" noProof="0" dirty="0"/>
                        <a:t>but not both.</a:t>
                      </a:r>
                      <a:endParaRPr lang="en-US" sz="1000" b="0"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exclude</a:t>
                      </a:r>
                    </a:p>
                    <a:p>
                      <a:r>
                        <a:rPr lang="en-US" sz="1000" b="1" noProof="0" dirty="0"/>
                        <a:t>extend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exclude</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b="1" noProof="0" dirty="0"/>
                        <a:t>exclusive columns</a:t>
                      </a:r>
                    </a:p>
                    <a:p>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exclude</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exclude</a:t>
                      </a:r>
                    </a:p>
                    <a:p>
                      <a:r>
                        <a:rPr lang="en-US" sz="1000" b="1" noProof="0" dirty="0"/>
                        <a:t>intersect</a:t>
                      </a:r>
                      <a:r>
                        <a:rPr lang="en-US" sz="1000" b="1" baseline="0" noProof="0" dirty="0"/>
                        <a:t> columns</a:t>
                      </a:r>
                      <a:endParaRPr lang="en-US" sz="1000" b="1" noProof="0" dirty="0"/>
                    </a:p>
                    <a:p>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exclude subtract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64000">
                <a:tc>
                  <a:txBody>
                    <a:bodyPr/>
                    <a:lstStyle/>
                    <a:p>
                      <a:r>
                        <a:rPr lang="en-US" sz="1000" b="1" noProof="0" dirty="0"/>
                        <a:t>Overlay</a:t>
                      </a:r>
                    </a:p>
                    <a:p>
                      <a:r>
                        <a:rPr lang="en-US" sz="1000" b="0" noProof="0" dirty="0"/>
                        <a:t>Rows found in table</a:t>
                      </a:r>
                      <a:br>
                        <a:rPr lang="en-US" sz="1000" b="0" noProof="0" dirty="0"/>
                      </a:br>
                      <a:r>
                        <a:rPr lang="en-US" sz="1000" b="0" noProof="0" dirty="0"/>
                        <a:t>B or both A and B</a:t>
                      </a:r>
                    </a:p>
                    <a:p>
                      <a:r>
                        <a:rPr lang="en-US" sz="1000" b="0" noProof="0" dirty="0"/>
                        <a:t>will be combined.</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overlay</a:t>
                      </a:r>
                      <a:br>
                        <a:rPr lang="en-US" sz="1000" b="1" noProof="0" dirty="0"/>
                      </a:br>
                      <a:r>
                        <a:rPr lang="en-US" sz="1000" b="1" noProof="0" dirty="0"/>
                        <a:t>extend</a:t>
                      </a:r>
                      <a:r>
                        <a:rPr lang="en-US" sz="1000" b="1" baseline="0" noProof="0" dirty="0"/>
                        <a:t> columns</a:t>
                      </a:r>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overlay</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b="1" noProof="0" dirty="0"/>
                        <a:t>exclusive columns</a:t>
                      </a:r>
                    </a:p>
                    <a:p>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overlay</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overlay</a:t>
                      </a:r>
                    </a:p>
                    <a:p>
                      <a:r>
                        <a:rPr lang="en-US" sz="1000" b="1" noProof="0" dirty="0"/>
                        <a:t>intersect</a:t>
                      </a:r>
                      <a:r>
                        <a:rPr lang="en-US" sz="1000" b="1" baseline="0" noProof="0" dirty="0"/>
                        <a:t> columns</a:t>
                      </a:r>
                      <a:endParaRPr lang="en-US" sz="1000" b="1" noProof="0" dirty="0"/>
                    </a:p>
                    <a:p>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a:t>
                      </a:r>
                    </a:p>
                    <a:p>
                      <a:r>
                        <a:rPr lang="en-US" sz="1000" b="1" noProof="0" dirty="0"/>
                        <a:t>subtract columns</a:t>
                      </a:r>
                    </a:p>
                    <a:p>
                      <a:endParaRPr lang="en-US" sz="1000" b="1" noProof="0" dirty="0"/>
                    </a:p>
                    <a:p>
                      <a:r>
                        <a:rPr lang="en-US" sz="1000" b="0" noProof="0" dirty="0"/>
                        <a:t>(Not: “table overlay subtract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4000">
                <a:tc>
                  <a:txBody>
                    <a:bodyPr/>
                    <a:lstStyle/>
                    <a:p>
                      <a:r>
                        <a:rPr lang="en-US" sz="1000" b="1" noProof="0" dirty="0"/>
                        <a:t>Intersection</a:t>
                      </a:r>
                    </a:p>
                    <a:p>
                      <a:r>
                        <a:rPr lang="en-US" sz="1000" b="0" noProof="0" dirty="0"/>
                        <a:t>Includes</a:t>
                      </a:r>
                      <a:r>
                        <a:rPr lang="en-US" sz="1000" b="0" baseline="0" noProof="0" dirty="0"/>
                        <a:t> only the</a:t>
                      </a:r>
                      <a:br>
                        <a:rPr lang="en-US" sz="1000" b="0" baseline="0" noProof="0" dirty="0"/>
                      </a:br>
                      <a:r>
                        <a:rPr lang="en-US" sz="1000" b="0" baseline="0" noProof="0" dirty="0"/>
                        <a:t>rows found in both</a:t>
                      </a:r>
                    </a:p>
                    <a:p>
                      <a:r>
                        <a:rPr lang="en-US" sz="1000" b="0" baseline="0" noProof="0" dirty="0"/>
                        <a:t>tables A and B</a:t>
                      </a:r>
                      <a:endParaRPr lang="en-US" sz="1000" b="0"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intersect</a:t>
                      </a:r>
                      <a:br>
                        <a:rPr lang="en-US" sz="1000" b="1" noProof="0" dirty="0"/>
                      </a:br>
                      <a:r>
                        <a:rPr lang="en-US" sz="1000" b="1" noProof="0" dirty="0"/>
                        <a:t>extend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noProof="0" dirty="0"/>
                        <a:t>table intersect exclusive columns</a:t>
                      </a:r>
                    </a:p>
                    <a:p>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intersect</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intersect</a:t>
                      </a:r>
                    </a:p>
                    <a:p>
                      <a:r>
                        <a:rPr lang="en-US" sz="1000" b="1" noProof="0" dirty="0"/>
                        <a:t>intersect</a:t>
                      </a:r>
                      <a:r>
                        <a:rPr lang="en-US" sz="1000" b="1" baseline="0" noProof="0" dirty="0"/>
                        <a:t> columns</a:t>
                      </a:r>
                      <a:endParaRPr lang="en-US" sz="1000" b="1" noProof="0" dirty="0"/>
                    </a:p>
                    <a:p>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intersect subtract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864000">
                <a:tc>
                  <a:txBody>
                    <a:bodyPr/>
                    <a:lstStyle/>
                    <a:p>
                      <a:r>
                        <a:rPr lang="en-US" sz="1000" b="1" noProof="0" dirty="0"/>
                        <a:t>Subtraction</a:t>
                      </a:r>
                    </a:p>
                    <a:p>
                      <a:r>
                        <a:rPr lang="en-US" sz="1000" b="0" noProof="0" dirty="0"/>
                        <a:t>Includes only the</a:t>
                      </a:r>
                    </a:p>
                    <a:p>
                      <a:r>
                        <a:rPr lang="en-US" sz="1000" b="0" noProof="0" dirty="0"/>
                        <a:t>rows found in table</a:t>
                      </a:r>
                    </a:p>
                    <a:p>
                      <a:r>
                        <a:rPr lang="en-US" sz="1000" b="0" noProof="0" dirty="0"/>
                        <a:t>B,</a:t>
                      </a:r>
                      <a:r>
                        <a:rPr lang="en-US" sz="1000" b="0" baseline="0" noProof="0" dirty="0"/>
                        <a:t> but not those</a:t>
                      </a:r>
                    </a:p>
                    <a:p>
                      <a:r>
                        <a:rPr lang="en-US" sz="1000" b="0" baseline="0" noProof="0" dirty="0"/>
                        <a:t>found in table A.</a:t>
                      </a:r>
                      <a:endParaRPr lang="en-US" sz="1000" b="0"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subtract</a:t>
                      </a:r>
                      <a:br>
                        <a:rPr lang="en-US" sz="1000" b="1" noProof="0" dirty="0"/>
                      </a:br>
                      <a:r>
                        <a:rPr lang="en-US" sz="1000" b="1" noProof="0" dirty="0"/>
                        <a:t>extend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subtract</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b="1" noProof="0" dirty="0"/>
                        <a:t>exclusive columns</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subtract</a:t>
                      </a: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subtract</a:t>
                      </a:r>
                    </a:p>
                    <a:p>
                      <a:r>
                        <a:rPr lang="en-US" sz="1000" b="1" noProof="0" dirty="0"/>
                        <a:t>intersect</a:t>
                      </a:r>
                      <a:r>
                        <a:rPr lang="en-US" sz="1000" b="1" baseline="0" noProof="0" dirty="0"/>
                        <a:t> columns</a:t>
                      </a:r>
                      <a:endParaRPr lang="en-US" sz="1000" b="1" noProof="0" dirty="0"/>
                    </a:p>
                    <a:p>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r>
                        <a:rPr lang="en-US" sz="1000" b="1" noProof="0" dirty="0"/>
                        <a:t>table subtract</a:t>
                      </a:r>
                    </a:p>
                    <a:p>
                      <a:r>
                        <a:rPr lang="en-US" sz="1000" b="1" baseline="0" noProof="0" dirty="0"/>
                        <a:t>subtract columns</a:t>
                      </a:r>
                      <a:endParaRPr lang="en-US" sz="1000" b="1" noProof="0" dirty="0"/>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pSp>
        <p:nvGrpSpPr>
          <p:cNvPr id="10" name="Gruppieren 9"/>
          <p:cNvGrpSpPr/>
          <p:nvPr/>
        </p:nvGrpSpPr>
        <p:grpSpPr>
          <a:xfrm>
            <a:off x="2808000" y="1702424"/>
            <a:ext cx="756000" cy="432000"/>
            <a:chOff x="6912610" y="1341320"/>
            <a:chExt cx="756000" cy="432000"/>
          </a:xfrm>
        </p:grpSpPr>
        <p:sp>
          <p:nvSpPr>
            <p:cNvPr id="11" name="Freihandform 10"/>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12" name="Freihandform 11"/>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sp>
          <p:nvSpPr>
            <p:cNvPr id="13" name="Freihandform 12"/>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grpSp>
      <p:grpSp>
        <p:nvGrpSpPr>
          <p:cNvPr id="14" name="Gruppieren 13"/>
          <p:cNvGrpSpPr/>
          <p:nvPr/>
        </p:nvGrpSpPr>
        <p:grpSpPr>
          <a:xfrm>
            <a:off x="5256000" y="1702424"/>
            <a:ext cx="756000" cy="432000"/>
            <a:chOff x="6912610" y="1341320"/>
            <a:chExt cx="756000" cy="432000"/>
          </a:xfrm>
        </p:grpSpPr>
        <p:sp>
          <p:nvSpPr>
            <p:cNvPr id="15" name="Freihandform 14"/>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16" name="Freihandform 15"/>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sp>
          <p:nvSpPr>
            <p:cNvPr id="17" name="Freihandform 16"/>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grpSp>
      <p:grpSp>
        <p:nvGrpSpPr>
          <p:cNvPr id="18" name="Gruppieren 17"/>
          <p:cNvGrpSpPr/>
          <p:nvPr/>
        </p:nvGrpSpPr>
        <p:grpSpPr>
          <a:xfrm>
            <a:off x="6480000" y="1702424"/>
            <a:ext cx="756000" cy="432000"/>
            <a:chOff x="6912610" y="1341320"/>
            <a:chExt cx="756000" cy="432000"/>
          </a:xfrm>
        </p:grpSpPr>
        <p:sp>
          <p:nvSpPr>
            <p:cNvPr id="19" name="Freihandform 18"/>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0" name="Freihandform 19"/>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sp>
          <p:nvSpPr>
            <p:cNvPr id="21" name="Freihandform 20"/>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grpSp>
      <p:grpSp>
        <p:nvGrpSpPr>
          <p:cNvPr id="22" name="Gruppieren 21"/>
          <p:cNvGrpSpPr/>
          <p:nvPr/>
        </p:nvGrpSpPr>
        <p:grpSpPr>
          <a:xfrm>
            <a:off x="7704000" y="1702424"/>
            <a:ext cx="756000" cy="432000"/>
            <a:chOff x="6912610" y="1341320"/>
            <a:chExt cx="756000" cy="432000"/>
          </a:xfrm>
        </p:grpSpPr>
        <p:sp>
          <p:nvSpPr>
            <p:cNvPr id="23" name="Freihandform 22"/>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4" name="Freihandform 23"/>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sp>
          <p:nvSpPr>
            <p:cNvPr id="25" name="Freihandform 24"/>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grpSp>
      <p:grpSp>
        <p:nvGrpSpPr>
          <p:cNvPr id="30" name="Gruppieren 29"/>
          <p:cNvGrpSpPr/>
          <p:nvPr/>
        </p:nvGrpSpPr>
        <p:grpSpPr>
          <a:xfrm>
            <a:off x="4032000" y="1702424"/>
            <a:ext cx="756000" cy="432000"/>
            <a:chOff x="6912610" y="1341320"/>
            <a:chExt cx="756000" cy="432000"/>
          </a:xfrm>
        </p:grpSpPr>
        <p:sp>
          <p:nvSpPr>
            <p:cNvPr id="31" name="Freihandform 30"/>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2" name="Freihandform 31"/>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sp>
          <p:nvSpPr>
            <p:cNvPr id="33" name="Freihandform 32"/>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grpSp>
      <p:grpSp>
        <p:nvGrpSpPr>
          <p:cNvPr id="34" name="Gruppieren 33"/>
          <p:cNvGrpSpPr/>
          <p:nvPr/>
        </p:nvGrpSpPr>
        <p:grpSpPr>
          <a:xfrm>
            <a:off x="2052000" y="2240716"/>
            <a:ext cx="432000" cy="756000"/>
            <a:chOff x="5436610" y="1341320"/>
            <a:chExt cx="432000" cy="756000"/>
          </a:xfrm>
        </p:grpSpPr>
        <p:sp>
          <p:nvSpPr>
            <p:cNvPr id="35" name="Freihandform 34"/>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6" name="Freihandform 35"/>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sp>
          <p:nvSpPr>
            <p:cNvPr id="37" name="Freihandform 36"/>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grpSp>
      <p:grpSp>
        <p:nvGrpSpPr>
          <p:cNvPr id="38" name="Gruppieren 37"/>
          <p:cNvGrpSpPr/>
          <p:nvPr/>
        </p:nvGrpSpPr>
        <p:grpSpPr>
          <a:xfrm>
            <a:off x="2052000" y="3104716"/>
            <a:ext cx="432000" cy="756000"/>
            <a:chOff x="5436610" y="1341320"/>
            <a:chExt cx="432000" cy="756000"/>
          </a:xfrm>
        </p:grpSpPr>
        <p:sp>
          <p:nvSpPr>
            <p:cNvPr id="39" name="Freihandform 38"/>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0" name="Freihandform 39"/>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sp>
          <p:nvSpPr>
            <p:cNvPr id="41" name="Freihandform 40"/>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grpSp>
      <p:grpSp>
        <p:nvGrpSpPr>
          <p:cNvPr id="42" name="Gruppieren 41"/>
          <p:cNvGrpSpPr/>
          <p:nvPr/>
        </p:nvGrpSpPr>
        <p:grpSpPr>
          <a:xfrm>
            <a:off x="2052000" y="3968716"/>
            <a:ext cx="432000" cy="756000"/>
            <a:chOff x="5436610" y="1341320"/>
            <a:chExt cx="432000" cy="756000"/>
          </a:xfrm>
        </p:grpSpPr>
        <p:sp>
          <p:nvSpPr>
            <p:cNvPr id="43" name="Freihandform 42"/>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4" name="Freihandform 43"/>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sp>
          <p:nvSpPr>
            <p:cNvPr id="45" name="Freihandform 44"/>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grpSp>
      <p:grpSp>
        <p:nvGrpSpPr>
          <p:cNvPr id="46" name="Gruppieren 45"/>
          <p:cNvGrpSpPr/>
          <p:nvPr/>
        </p:nvGrpSpPr>
        <p:grpSpPr>
          <a:xfrm>
            <a:off x="2052000" y="4832716"/>
            <a:ext cx="432000" cy="756000"/>
            <a:chOff x="5436610" y="1341320"/>
            <a:chExt cx="432000" cy="756000"/>
          </a:xfrm>
        </p:grpSpPr>
        <p:sp>
          <p:nvSpPr>
            <p:cNvPr id="47" name="Freihandform 46"/>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8" name="Freihandform 47"/>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sp>
          <p:nvSpPr>
            <p:cNvPr id="49" name="Freihandform 48"/>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grpSp>
      <p:grpSp>
        <p:nvGrpSpPr>
          <p:cNvPr id="50" name="Gruppieren 49"/>
          <p:cNvGrpSpPr/>
          <p:nvPr/>
        </p:nvGrpSpPr>
        <p:grpSpPr>
          <a:xfrm>
            <a:off x="2052000" y="5696716"/>
            <a:ext cx="432000" cy="756000"/>
            <a:chOff x="5436610" y="1341320"/>
            <a:chExt cx="432000" cy="756000"/>
          </a:xfrm>
        </p:grpSpPr>
        <p:sp>
          <p:nvSpPr>
            <p:cNvPr id="51" name="Freihandform 50"/>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52" name="Freihandform 51"/>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B</a:t>
              </a:r>
            </a:p>
          </p:txBody>
        </p:sp>
        <p:sp>
          <p:nvSpPr>
            <p:cNvPr id="53" name="Freihandform 52"/>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A</a:t>
              </a:r>
            </a:p>
          </p:txBody>
        </p:sp>
      </p:grpSp>
    </p:spTree>
    <p:extLst>
      <p:ext uri="{BB962C8B-B14F-4D97-AF65-F5344CB8AC3E}">
        <p14:creationId xmlns:p14="http://schemas.microsoft.com/office/powerpoint/2010/main" val="8261592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5" name="Gruppieren 424"/>
          <p:cNvGrpSpPr/>
          <p:nvPr/>
        </p:nvGrpSpPr>
        <p:grpSpPr>
          <a:xfrm>
            <a:off x="5544000" y="3717000"/>
            <a:ext cx="756000" cy="432000"/>
            <a:chOff x="6912610" y="1341320"/>
            <a:chExt cx="756000" cy="432000"/>
          </a:xfrm>
        </p:grpSpPr>
        <p:sp>
          <p:nvSpPr>
            <p:cNvPr id="426" name="Freihandform 425"/>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27" name="Freihandform 426"/>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28" name="Freihandform 427"/>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361" name="Rechteck 360"/>
          <p:cNvSpPr/>
          <p:nvPr/>
        </p:nvSpPr>
        <p:spPr>
          <a:xfrm>
            <a:off x="3348000" y="508522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4" name="Rechteck 383"/>
          <p:cNvSpPr/>
          <p:nvPr/>
        </p:nvSpPr>
        <p:spPr>
          <a:xfrm>
            <a:off x="3492000" y="508522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5" name="Rechteck 384"/>
          <p:cNvSpPr/>
          <p:nvPr/>
        </p:nvSpPr>
        <p:spPr>
          <a:xfrm>
            <a:off x="3204000" y="508522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7" name="Rechteck 156"/>
          <p:cNvSpPr/>
          <p:nvPr/>
        </p:nvSpPr>
        <p:spPr>
          <a:xfrm>
            <a:off x="39602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p:cNvSpPr/>
          <p:nvPr/>
        </p:nvSpPr>
        <p:spPr>
          <a:xfrm>
            <a:off x="54004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p:cNvSpPr/>
          <p:nvPr/>
        </p:nvSpPr>
        <p:spPr>
          <a:xfrm>
            <a:off x="68406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p:cNvSpPr/>
          <p:nvPr/>
        </p:nvSpPr>
        <p:spPr>
          <a:xfrm>
            <a:off x="82808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p:cNvSpPr/>
          <p:nvPr/>
        </p:nvSpPr>
        <p:spPr>
          <a:xfrm>
            <a:off x="97210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p:cNvSpPr/>
          <p:nvPr/>
        </p:nvSpPr>
        <p:spPr>
          <a:xfrm>
            <a:off x="111612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p:cNvSpPr/>
          <p:nvPr/>
        </p:nvSpPr>
        <p:spPr>
          <a:xfrm>
            <a:off x="39625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2" name="Rechteck 151"/>
          <p:cNvSpPr/>
          <p:nvPr/>
        </p:nvSpPr>
        <p:spPr>
          <a:xfrm>
            <a:off x="54027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p:cNvSpPr/>
          <p:nvPr/>
        </p:nvSpPr>
        <p:spPr>
          <a:xfrm>
            <a:off x="68429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4" name="Rechteck 153"/>
          <p:cNvSpPr/>
          <p:nvPr/>
        </p:nvSpPr>
        <p:spPr>
          <a:xfrm>
            <a:off x="82831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p:cNvSpPr/>
          <p:nvPr/>
        </p:nvSpPr>
        <p:spPr>
          <a:xfrm>
            <a:off x="97233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252000" y="1628810"/>
            <a:ext cx="1008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Merge – Output Models</a:t>
            </a:r>
          </a:p>
        </p:txBody>
      </p:sp>
      <p:sp>
        <p:nvSpPr>
          <p:cNvPr id="365" name="Rechteck 364"/>
          <p:cNvSpPr/>
          <p:nvPr/>
        </p:nvSpPr>
        <p:spPr>
          <a:xfrm>
            <a:off x="252000" y="177283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2" name="Rechteck 121"/>
          <p:cNvSpPr/>
          <p:nvPr/>
        </p:nvSpPr>
        <p:spPr>
          <a:xfrm>
            <a:off x="396020" y="162881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123" name="Rechteck 122"/>
          <p:cNvSpPr/>
          <p:nvPr/>
        </p:nvSpPr>
        <p:spPr>
          <a:xfrm>
            <a:off x="54004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24" name="Rechteck 123"/>
          <p:cNvSpPr/>
          <p:nvPr/>
        </p:nvSpPr>
        <p:spPr>
          <a:xfrm>
            <a:off x="684060" y="162881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125" name="Rechteck 124"/>
          <p:cNvSpPr/>
          <p:nvPr/>
        </p:nvSpPr>
        <p:spPr>
          <a:xfrm>
            <a:off x="82808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26" name="Rechteck 125"/>
          <p:cNvSpPr/>
          <p:nvPr/>
        </p:nvSpPr>
        <p:spPr>
          <a:xfrm>
            <a:off x="972100" y="162881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127" name="Rechteck 126"/>
          <p:cNvSpPr/>
          <p:nvPr/>
        </p:nvSpPr>
        <p:spPr>
          <a:xfrm>
            <a:off x="111612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2" name="Rechteck 141"/>
          <p:cNvSpPr/>
          <p:nvPr/>
        </p:nvSpPr>
        <p:spPr>
          <a:xfrm>
            <a:off x="252230" y="3717000"/>
            <a:ext cx="144020" cy="72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p:cNvSpPr/>
          <p:nvPr/>
        </p:nvSpPr>
        <p:spPr>
          <a:xfrm>
            <a:off x="39625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44" name="Rechteck 143"/>
          <p:cNvSpPr/>
          <p:nvPr/>
        </p:nvSpPr>
        <p:spPr>
          <a:xfrm>
            <a:off x="54027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45" name="Rechteck 144"/>
          <p:cNvSpPr/>
          <p:nvPr/>
        </p:nvSpPr>
        <p:spPr>
          <a:xfrm>
            <a:off x="68429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6" name="Rechteck 145"/>
          <p:cNvSpPr/>
          <p:nvPr/>
        </p:nvSpPr>
        <p:spPr>
          <a:xfrm>
            <a:off x="82831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147" name="Rechteck 146"/>
          <p:cNvSpPr/>
          <p:nvPr/>
        </p:nvSpPr>
        <p:spPr>
          <a:xfrm>
            <a:off x="97233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163" name="Rechteck 162"/>
          <p:cNvSpPr/>
          <p:nvPr/>
        </p:nvSpPr>
        <p:spPr>
          <a:xfrm>
            <a:off x="252230" y="3788680"/>
            <a:ext cx="863770" cy="719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0" name="Rechteck 139"/>
          <p:cNvSpPr/>
          <p:nvPr/>
        </p:nvSpPr>
        <p:spPr>
          <a:xfrm>
            <a:off x="252230" y="3572980"/>
            <a:ext cx="863770" cy="863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1" name="Rechteck 140"/>
          <p:cNvSpPr/>
          <p:nvPr/>
        </p:nvSpPr>
        <p:spPr>
          <a:xfrm>
            <a:off x="252230" y="3717000"/>
            <a:ext cx="863770" cy="71968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8" name="Rechteck 167"/>
          <p:cNvSpPr/>
          <p:nvPr/>
        </p:nvSpPr>
        <p:spPr>
          <a:xfrm>
            <a:off x="252230" y="4004640"/>
            <a:ext cx="863770" cy="288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9" name="Rechteck 168"/>
          <p:cNvSpPr/>
          <p:nvPr/>
        </p:nvSpPr>
        <p:spPr>
          <a:xfrm>
            <a:off x="252230" y="400467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p:cNvSpPr/>
          <p:nvPr/>
        </p:nvSpPr>
        <p:spPr>
          <a:xfrm>
            <a:off x="252230" y="4004640"/>
            <a:ext cx="144000" cy="28804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3" name="Rechteck 172"/>
          <p:cNvSpPr/>
          <p:nvPr/>
        </p:nvSpPr>
        <p:spPr>
          <a:xfrm>
            <a:off x="252000" y="184484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4" name="Rechteck 173"/>
          <p:cNvSpPr/>
          <p:nvPr/>
        </p:nvSpPr>
        <p:spPr>
          <a:xfrm>
            <a:off x="252000" y="206100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5" name="Rechteck 174"/>
          <p:cNvSpPr/>
          <p:nvPr/>
        </p:nvSpPr>
        <p:spPr>
          <a:xfrm>
            <a:off x="252000" y="22770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6" name="Rechteck 175"/>
          <p:cNvSpPr/>
          <p:nvPr/>
        </p:nvSpPr>
        <p:spPr>
          <a:xfrm>
            <a:off x="39625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7" name="Rechteck 176"/>
          <p:cNvSpPr/>
          <p:nvPr/>
        </p:nvSpPr>
        <p:spPr>
          <a:xfrm>
            <a:off x="39625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p:cNvSpPr/>
          <p:nvPr/>
        </p:nvSpPr>
        <p:spPr>
          <a:xfrm>
            <a:off x="54027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p:cNvSpPr/>
          <p:nvPr/>
        </p:nvSpPr>
        <p:spPr>
          <a:xfrm>
            <a:off x="54027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p:cNvSpPr/>
          <p:nvPr/>
        </p:nvSpPr>
        <p:spPr>
          <a:xfrm>
            <a:off x="68429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1" name="Rechteck 180"/>
          <p:cNvSpPr/>
          <p:nvPr/>
        </p:nvSpPr>
        <p:spPr>
          <a:xfrm>
            <a:off x="68429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2" name="Rechteck 181"/>
          <p:cNvSpPr/>
          <p:nvPr/>
        </p:nvSpPr>
        <p:spPr>
          <a:xfrm>
            <a:off x="82831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3" name="Rechteck 182"/>
          <p:cNvSpPr/>
          <p:nvPr/>
        </p:nvSpPr>
        <p:spPr>
          <a:xfrm>
            <a:off x="82831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4" name="Rechteck 183"/>
          <p:cNvSpPr/>
          <p:nvPr/>
        </p:nvSpPr>
        <p:spPr>
          <a:xfrm>
            <a:off x="97233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5" name="Rechteck 184"/>
          <p:cNvSpPr/>
          <p:nvPr/>
        </p:nvSpPr>
        <p:spPr>
          <a:xfrm>
            <a:off x="97233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p:cNvSpPr/>
          <p:nvPr/>
        </p:nvSpPr>
        <p:spPr>
          <a:xfrm>
            <a:off x="39602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54004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68406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1" name="Rechteck 190"/>
          <p:cNvSpPr/>
          <p:nvPr/>
        </p:nvSpPr>
        <p:spPr>
          <a:xfrm>
            <a:off x="82808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p:cNvSpPr/>
          <p:nvPr/>
        </p:nvSpPr>
        <p:spPr>
          <a:xfrm>
            <a:off x="97210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3" name="Rechteck 192"/>
          <p:cNvSpPr/>
          <p:nvPr/>
        </p:nvSpPr>
        <p:spPr>
          <a:xfrm>
            <a:off x="111612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39602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p:cNvSpPr/>
          <p:nvPr/>
        </p:nvSpPr>
        <p:spPr>
          <a:xfrm>
            <a:off x="54004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p:cNvSpPr/>
          <p:nvPr/>
        </p:nvSpPr>
        <p:spPr>
          <a:xfrm>
            <a:off x="68406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p:cNvSpPr/>
          <p:nvPr/>
        </p:nvSpPr>
        <p:spPr>
          <a:xfrm>
            <a:off x="82808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97210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9" name="Rechteck 198"/>
          <p:cNvSpPr/>
          <p:nvPr/>
        </p:nvSpPr>
        <p:spPr>
          <a:xfrm>
            <a:off x="111612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6" name="Rechteck 205"/>
          <p:cNvSpPr/>
          <p:nvPr/>
        </p:nvSpPr>
        <p:spPr>
          <a:xfrm>
            <a:off x="39602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7" name="Rechteck 206"/>
          <p:cNvSpPr/>
          <p:nvPr/>
        </p:nvSpPr>
        <p:spPr>
          <a:xfrm>
            <a:off x="54004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8" name="Rechteck 207"/>
          <p:cNvSpPr/>
          <p:nvPr/>
        </p:nvSpPr>
        <p:spPr>
          <a:xfrm>
            <a:off x="68406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9" name="Rechteck 208"/>
          <p:cNvSpPr/>
          <p:nvPr/>
        </p:nvSpPr>
        <p:spPr>
          <a:xfrm>
            <a:off x="82808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p:cNvSpPr/>
          <p:nvPr/>
        </p:nvSpPr>
        <p:spPr>
          <a:xfrm>
            <a:off x="97210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p:cNvSpPr/>
          <p:nvPr/>
        </p:nvSpPr>
        <p:spPr>
          <a:xfrm>
            <a:off x="111612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4" name="Rechteck 73"/>
          <p:cNvSpPr/>
          <p:nvPr/>
        </p:nvSpPr>
        <p:spPr>
          <a:xfrm>
            <a:off x="252000" y="1772830"/>
            <a:ext cx="1008140" cy="12241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8" name="Rechteck 217"/>
          <p:cNvSpPr/>
          <p:nvPr/>
        </p:nvSpPr>
        <p:spPr>
          <a:xfrm>
            <a:off x="3204170" y="148508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9" name="Rechteck 218"/>
          <p:cNvSpPr/>
          <p:nvPr/>
        </p:nvSpPr>
        <p:spPr>
          <a:xfrm>
            <a:off x="3348190" y="148508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0" name="Rechteck 219"/>
          <p:cNvSpPr/>
          <p:nvPr/>
        </p:nvSpPr>
        <p:spPr>
          <a:xfrm>
            <a:off x="3492210" y="148508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1" name="Rechteck 220"/>
          <p:cNvSpPr/>
          <p:nvPr/>
        </p:nvSpPr>
        <p:spPr>
          <a:xfrm>
            <a:off x="3636230" y="148508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2" name="Rechteck 221"/>
          <p:cNvSpPr/>
          <p:nvPr/>
        </p:nvSpPr>
        <p:spPr>
          <a:xfrm>
            <a:off x="3780250" y="148508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3" name="Rechteck 222"/>
          <p:cNvSpPr/>
          <p:nvPr/>
        </p:nvSpPr>
        <p:spPr>
          <a:xfrm>
            <a:off x="3924270" y="148508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p:cNvSpPr/>
          <p:nvPr/>
        </p:nvSpPr>
        <p:spPr>
          <a:xfrm>
            <a:off x="3060150" y="1341060"/>
            <a:ext cx="1008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6" name="Rechteck 225"/>
          <p:cNvSpPr/>
          <p:nvPr/>
        </p:nvSpPr>
        <p:spPr>
          <a:xfrm>
            <a:off x="3060150" y="148508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7" name="Rechteck 226"/>
          <p:cNvSpPr/>
          <p:nvPr/>
        </p:nvSpPr>
        <p:spPr>
          <a:xfrm>
            <a:off x="320417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228" name="Rechteck 227"/>
          <p:cNvSpPr/>
          <p:nvPr/>
        </p:nvSpPr>
        <p:spPr>
          <a:xfrm>
            <a:off x="334819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229" name="Rechteck 228"/>
          <p:cNvSpPr/>
          <p:nvPr/>
        </p:nvSpPr>
        <p:spPr>
          <a:xfrm>
            <a:off x="349221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230" name="Rechteck 229"/>
          <p:cNvSpPr/>
          <p:nvPr/>
        </p:nvSpPr>
        <p:spPr>
          <a:xfrm>
            <a:off x="363623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231" name="Rechteck 230"/>
          <p:cNvSpPr/>
          <p:nvPr/>
        </p:nvSpPr>
        <p:spPr>
          <a:xfrm>
            <a:off x="378025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232" name="Rechteck 231"/>
          <p:cNvSpPr/>
          <p:nvPr/>
        </p:nvSpPr>
        <p:spPr>
          <a:xfrm>
            <a:off x="392427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233" name="Rechteck 232"/>
          <p:cNvSpPr/>
          <p:nvPr/>
        </p:nvSpPr>
        <p:spPr>
          <a:xfrm>
            <a:off x="3060150" y="155709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4" name="Rechteck 233"/>
          <p:cNvSpPr/>
          <p:nvPr/>
        </p:nvSpPr>
        <p:spPr>
          <a:xfrm>
            <a:off x="3060150" y="177312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5" name="Rechteck 234"/>
          <p:cNvSpPr/>
          <p:nvPr/>
        </p:nvSpPr>
        <p:spPr>
          <a:xfrm>
            <a:off x="3060150" y="198915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6" name="Rechteck 235"/>
          <p:cNvSpPr/>
          <p:nvPr/>
        </p:nvSpPr>
        <p:spPr>
          <a:xfrm>
            <a:off x="3204170" y="198915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7" name="Rechteck 236"/>
          <p:cNvSpPr/>
          <p:nvPr/>
        </p:nvSpPr>
        <p:spPr>
          <a:xfrm>
            <a:off x="3348190" y="198915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8" name="Rechteck 237"/>
          <p:cNvSpPr/>
          <p:nvPr/>
        </p:nvSpPr>
        <p:spPr>
          <a:xfrm>
            <a:off x="3492210" y="198915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9" name="Rechteck 238"/>
          <p:cNvSpPr/>
          <p:nvPr/>
        </p:nvSpPr>
        <p:spPr>
          <a:xfrm>
            <a:off x="3636230" y="198915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0" name="Rechteck 239"/>
          <p:cNvSpPr/>
          <p:nvPr/>
        </p:nvSpPr>
        <p:spPr>
          <a:xfrm>
            <a:off x="3780250" y="198915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1" name="Rechteck 240"/>
          <p:cNvSpPr/>
          <p:nvPr/>
        </p:nvSpPr>
        <p:spPr>
          <a:xfrm>
            <a:off x="3924270" y="198915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2" name="Rechteck 241"/>
          <p:cNvSpPr/>
          <p:nvPr/>
        </p:nvSpPr>
        <p:spPr>
          <a:xfrm>
            <a:off x="3204170" y="155709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3" name="Rechteck 242"/>
          <p:cNvSpPr/>
          <p:nvPr/>
        </p:nvSpPr>
        <p:spPr>
          <a:xfrm>
            <a:off x="3348190" y="1557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4" name="Rechteck 243"/>
          <p:cNvSpPr/>
          <p:nvPr/>
        </p:nvSpPr>
        <p:spPr>
          <a:xfrm>
            <a:off x="3492210" y="155709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5" name="Rechteck 244"/>
          <p:cNvSpPr/>
          <p:nvPr/>
        </p:nvSpPr>
        <p:spPr>
          <a:xfrm>
            <a:off x="3636230" y="1557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6" name="Rechteck 245"/>
          <p:cNvSpPr/>
          <p:nvPr/>
        </p:nvSpPr>
        <p:spPr>
          <a:xfrm>
            <a:off x="3780250" y="155709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7" name="Rechteck 246"/>
          <p:cNvSpPr/>
          <p:nvPr/>
        </p:nvSpPr>
        <p:spPr>
          <a:xfrm>
            <a:off x="3924270" y="1557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8" name="Rechteck 247"/>
          <p:cNvSpPr/>
          <p:nvPr/>
        </p:nvSpPr>
        <p:spPr>
          <a:xfrm>
            <a:off x="3204170" y="177312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9" name="Rechteck 248"/>
          <p:cNvSpPr/>
          <p:nvPr/>
        </p:nvSpPr>
        <p:spPr>
          <a:xfrm>
            <a:off x="3348190" y="177312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0" name="Rechteck 249"/>
          <p:cNvSpPr/>
          <p:nvPr/>
        </p:nvSpPr>
        <p:spPr>
          <a:xfrm>
            <a:off x="3492210" y="177312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1" name="Rechteck 250"/>
          <p:cNvSpPr/>
          <p:nvPr/>
        </p:nvSpPr>
        <p:spPr>
          <a:xfrm>
            <a:off x="3636230" y="177312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2" name="Rechteck 251"/>
          <p:cNvSpPr/>
          <p:nvPr/>
        </p:nvSpPr>
        <p:spPr>
          <a:xfrm>
            <a:off x="3780250" y="177312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3" name="Rechteck 252"/>
          <p:cNvSpPr/>
          <p:nvPr/>
        </p:nvSpPr>
        <p:spPr>
          <a:xfrm>
            <a:off x="3924270" y="177312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4" name="Rechteck 253"/>
          <p:cNvSpPr/>
          <p:nvPr/>
        </p:nvSpPr>
        <p:spPr>
          <a:xfrm>
            <a:off x="3060150" y="1485080"/>
            <a:ext cx="1008140" cy="1583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6" name="Rechteck 255"/>
          <p:cNvSpPr/>
          <p:nvPr/>
        </p:nvSpPr>
        <p:spPr>
          <a:xfrm>
            <a:off x="3347890" y="270925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7" name="Rechteck 256"/>
          <p:cNvSpPr/>
          <p:nvPr/>
        </p:nvSpPr>
        <p:spPr>
          <a:xfrm>
            <a:off x="3635930" y="270925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8" name="Rechteck 257"/>
          <p:cNvSpPr/>
          <p:nvPr/>
        </p:nvSpPr>
        <p:spPr>
          <a:xfrm>
            <a:off x="3923970" y="270925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9" name="Rechteck 258"/>
          <p:cNvSpPr/>
          <p:nvPr/>
        </p:nvSpPr>
        <p:spPr>
          <a:xfrm>
            <a:off x="3060000" y="2709250"/>
            <a:ext cx="14417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0" name="Rechteck 269"/>
          <p:cNvSpPr/>
          <p:nvPr/>
        </p:nvSpPr>
        <p:spPr>
          <a:xfrm>
            <a:off x="2988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merge (…)</a:t>
            </a:r>
          </a:p>
        </p:txBody>
      </p:sp>
      <p:sp>
        <p:nvSpPr>
          <p:cNvPr id="3" name="Geschweifte Klammer rechts 2"/>
          <p:cNvSpPr/>
          <p:nvPr/>
        </p:nvSpPr>
        <p:spPr>
          <a:xfrm>
            <a:off x="2124000" y="1341000"/>
            <a:ext cx="432000" cy="3312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255" name="Rechteck 254"/>
          <p:cNvSpPr/>
          <p:nvPr/>
        </p:nvSpPr>
        <p:spPr>
          <a:xfrm>
            <a:off x="180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destination table</a:t>
            </a:r>
          </a:p>
        </p:txBody>
      </p:sp>
      <p:sp>
        <p:nvSpPr>
          <p:cNvPr id="262" name="Rechteck 261"/>
          <p:cNvSpPr/>
          <p:nvPr/>
        </p:nvSpPr>
        <p:spPr>
          <a:xfrm>
            <a:off x="4284000" y="1125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 Columns</a:t>
            </a:r>
          </a:p>
        </p:txBody>
      </p:sp>
      <p:sp>
        <p:nvSpPr>
          <p:cNvPr id="265" name="Rechteck 264"/>
          <p:cNvSpPr/>
          <p:nvPr/>
        </p:nvSpPr>
        <p:spPr>
          <a:xfrm>
            <a:off x="4284000" y="1917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No further columns</a:t>
            </a:r>
          </a:p>
          <a:p>
            <a:r>
              <a:rPr lang="en-US" sz="1000" dirty="0">
                <a:solidFill>
                  <a:schemeClr val="tx1"/>
                </a:solidFill>
              </a:rPr>
              <a:t>are added to the </a:t>
            </a:r>
          </a:p>
          <a:p>
            <a:r>
              <a:rPr lang="en-US" sz="1000" dirty="0">
                <a:solidFill>
                  <a:schemeClr val="tx1"/>
                </a:solidFill>
              </a:rPr>
              <a:t>destination table</a:t>
            </a:r>
          </a:p>
        </p:txBody>
      </p:sp>
      <p:grpSp>
        <p:nvGrpSpPr>
          <p:cNvPr id="267" name="Gruppieren 266"/>
          <p:cNvGrpSpPr/>
          <p:nvPr/>
        </p:nvGrpSpPr>
        <p:grpSpPr>
          <a:xfrm>
            <a:off x="1620000" y="2889000"/>
            <a:ext cx="432000" cy="756000"/>
            <a:chOff x="5436610" y="1341320"/>
            <a:chExt cx="432000" cy="756000"/>
          </a:xfrm>
        </p:grpSpPr>
        <p:sp>
          <p:nvSpPr>
            <p:cNvPr id="268" name="Freihandform 267"/>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69" name="Freihandform 268"/>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sp>
          <p:nvSpPr>
            <p:cNvPr id="271" name="Freihandform 270"/>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grpSp>
      <p:grpSp>
        <p:nvGrpSpPr>
          <p:cNvPr id="10" name="Gruppieren 9"/>
          <p:cNvGrpSpPr/>
          <p:nvPr/>
        </p:nvGrpSpPr>
        <p:grpSpPr>
          <a:xfrm>
            <a:off x="4320000" y="1341340"/>
            <a:ext cx="756000" cy="432000"/>
            <a:chOff x="6912610" y="1341320"/>
            <a:chExt cx="756000" cy="432000"/>
          </a:xfrm>
        </p:grpSpPr>
        <p:sp>
          <p:nvSpPr>
            <p:cNvPr id="273" name="Freihandform 272"/>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74" name="Freihandform 273"/>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275" name="Freihandform 274"/>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139" name="Rechteck 138"/>
          <p:cNvSpPr/>
          <p:nvPr/>
        </p:nvSpPr>
        <p:spPr>
          <a:xfrm>
            <a:off x="6011990" y="148512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Rechteck 147"/>
          <p:cNvSpPr/>
          <p:nvPr/>
        </p:nvSpPr>
        <p:spPr>
          <a:xfrm>
            <a:off x="6156010" y="148512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0" name="Rechteck 149"/>
          <p:cNvSpPr/>
          <p:nvPr/>
        </p:nvSpPr>
        <p:spPr>
          <a:xfrm>
            <a:off x="6300000" y="14851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6" name="Rechteck 155"/>
          <p:cNvSpPr/>
          <p:nvPr/>
        </p:nvSpPr>
        <p:spPr>
          <a:xfrm>
            <a:off x="6444050" y="148512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4" name="Rechteck 163"/>
          <p:cNvSpPr/>
          <p:nvPr/>
        </p:nvSpPr>
        <p:spPr>
          <a:xfrm>
            <a:off x="6588070" y="148512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p:cNvSpPr/>
          <p:nvPr/>
        </p:nvSpPr>
        <p:spPr>
          <a:xfrm>
            <a:off x="6732090" y="148512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6" name="Rechteck 165"/>
          <p:cNvSpPr/>
          <p:nvPr/>
        </p:nvSpPr>
        <p:spPr>
          <a:xfrm>
            <a:off x="5867970" y="1341100"/>
            <a:ext cx="12954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7" name="Rechteck 166"/>
          <p:cNvSpPr/>
          <p:nvPr/>
        </p:nvSpPr>
        <p:spPr>
          <a:xfrm>
            <a:off x="5867970" y="148512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1" name="Rechteck 170"/>
          <p:cNvSpPr/>
          <p:nvPr/>
        </p:nvSpPr>
        <p:spPr>
          <a:xfrm>
            <a:off x="6011990" y="13411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172" name="Rechteck 171"/>
          <p:cNvSpPr/>
          <p:nvPr/>
        </p:nvSpPr>
        <p:spPr>
          <a:xfrm>
            <a:off x="6156010" y="13411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86" name="Rechteck 185"/>
          <p:cNvSpPr/>
          <p:nvPr/>
        </p:nvSpPr>
        <p:spPr>
          <a:xfrm>
            <a:off x="6300030" y="13411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187" name="Rechteck 186"/>
          <p:cNvSpPr/>
          <p:nvPr/>
        </p:nvSpPr>
        <p:spPr>
          <a:xfrm>
            <a:off x="6444050" y="13411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201" name="Rechteck 200"/>
          <p:cNvSpPr/>
          <p:nvPr/>
        </p:nvSpPr>
        <p:spPr>
          <a:xfrm>
            <a:off x="6588070" y="13411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202" name="Rechteck 201"/>
          <p:cNvSpPr/>
          <p:nvPr/>
        </p:nvSpPr>
        <p:spPr>
          <a:xfrm>
            <a:off x="6732090" y="13411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203" name="Rechteck 202"/>
          <p:cNvSpPr/>
          <p:nvPr/>
        </p:nvSpPr>
        <p:spPr>
          <a:xfrm>
            <a:off x="5867970" y="155713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4" name="Rechteck 203"/>
          <p:cNvSpPr/>
          <p:nvPr/>
        </p:nvSpPr>
        <p:spPr>
          <a:xfrm>
            <a:off x="5867970" y="1773160"/>
            <a:ext cx="144020" cy="14402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5" name="Rechteck 204"/>
          <p:cNvSpPr/>
          <p:nvPr/>
        </p:nvSpPr>
        <p:spPr>
          <a:xfrm>
            <a:off x="5867970" y="198919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3" name="Rechteck 212"/>
          <p:cNvSpPr/>
          <p:nvPr/>
        </p:nvSpPr>
        <p:spPr>
          <a:xfrm>
            <a:off x="6011840" y="19891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4" name="Rechteck 213"/>
          <p:cNvSpPr/>
          <p:nvPr/>
        </p:nvSpPr>
        <p:spPr>
          <a:xfrm>
            <a:off x="6155860" y="198919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5" name="Rechteck 214"/>
          <p:cNvSpPr/>
          <p:nvPr/>
        </p:nvSpPr>
        <p:spPr>
          <a:xfrm>
            <a:off x="6299880" y="19891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7" name="Rechteck 216"/>
          <p:cNvSpPr/>
          <p:nvPr/>
        </p:nvSpPr>
        <p:spPr>
          <a:xfrm>
            <a:off x="6443900" y="198919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5" name="Rechteck 224"/>
          <p:cNvSpPr/>
          <p:nvPr/>
        </p:nvSpPr>
        <p:spPr>
          <a:xfrm>
            <a:off x="6587920" y="19891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4" name="Rechteck 263"/>
          <p:cNvSpPr/>
          <p:nvPr/>
        </p:nvSpPr>
        <p:spPr>
          <a:xfrm>
            <a:off x="6731940" y="198919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6" name="Rechteck 265"/>
          <p:cNvSpPr/>
          <p:nvPr/>
        </p:nvSpPr>
        <p:spPr>
          <a:xfrm>
            <a:off x="6011840" y="15571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2" name="Rechteck 271"/>
          <p:cNvSpPr/>
          <p:nvPr/>
        </p:nvSpPr>
        <p:spPr>
          <a:xfrm>
            <a:off x="6155860" y="155713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6" name="Rechteck 275"/>
          <p:cNvSpPr/>
          <p:nvPr/>
        </p:nvSpPr>
        <p:spPr>
          <a:xfrm>
            <a:off x="6300030" y="15571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7" name="Rechteck 276"/>
          <p:cNvSpPr/>
          <p:nvPr/>
        </p:nvSpPr>
        <p:spPr>
          <a:xfrm>
            <a:off x="6444050" y="155713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8" name="Rechteck 277"/>
          <p:cNvSpPr/>
          <p:nvPr/>
        </p:nvSpPr>
        <p:spPr>
          <a:xfrm>
            <a:off x="6588070" y="15571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9" name="Rechteck 278"/>
          <p:cNvSpPr/>
          <p:nvPr/>
        </p:nvSpPr>
        <p:spPr>
          <a:xfrm>
            <a:off x="6732090" y="155713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0" name="Rechteck 279"/>
          <p:cNvSpPr/>
          <p:nvPr/>
        </p:nvSpPr>
        <p:spPr>
          <a:xfrm>
            <a:off x="6011840" y="17731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1" name="Rechteck 280"/>
          <p:cNvSpPr/>
          <p:nvPr/>
        </p:nvSpPr>
        <p:spPr>
          <a:xfrm>
            <a:off x="6155860" y="17731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2" name="Rechteck 281"/>
          <p:cNvSpPr/>
          <p:nvPr/>
        </p:nvSpPr>
        <p:spPr>
          <a:xfrm>
            <a:off x="6300030" y="17731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3" name="Rechteck 282"/>
          <p:cNvSpPr/>
          <p:nvPr/>
        </p:nvSpPr>
        <p:spPr>
          <a:xfrm>
            <a:off x="6444050" y="17731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4" name="Rechteck 283"/>
          <p:cNvSpPr/>
          <p:nvPr/>
        </p:nvSpPr>
        <p:spPr>
          <a:xfrm>
            <a:off x="6588070" y="17731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5" name="Rechteck 284"/>
          <p:cNvSpPr/>
          <p:nvPr/>
        </p:nvSpPr>
        <p:spPr>
          <a:xfrm>
            <a:off x="6732090" y="17731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6" name="Rechteck 285"/>
          <p:cNvSpPr/>
          <p:nvPr/>
        </p:nvSpPr>
        <p:spPr>
          <a:xfrm>
            <a:off x="5867970" y="1485120"/>
            <a:ext cx="1295440" cy="1583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7" name="Rechteck 286"/>
          <p:cNvSpPr/>
          <p:nvPr/>
        </p:nvSpPr>
        <p:spPr>
          <a:xfrm>
            <a:off x="6155300" y="2709290"/>
            <a:ext cx="14458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8" name="Rechteck 287"/>
          <p:cNvSpPr/>
          <p:nvPr/>
        </p:nvSpPr>
        <p:spPr>
          <a:xfrm>
            <a:off x="6443340" y="2709290"/>
            <a:ext cx="14458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9" name="Rechteck 288"/>
          <p:cNvSpPr/>
          <p:nvPr/>
        </p:nvSpPr>
        <p:spPr>
          <a:xfrm>
            <a:off x="6731380" y="2709290"/>
            <a:ext cx="14458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0" name="Rechteck 289"/>
          <p:cNvSpPr/>
          <p:nvPr/>
        </p:nvSpPr>
        <p:spPr>
          <a:xfrm>
            <a:off x="5867410" y="2709290"/>
            <a:ext cx="14458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1" name="Rechteck 290"/>
          <p:cNvSpPr/>
          <p:nvPr/>
        </p:nvSpPr>
        <p:spPr>
          <a:xfrm>
            <a:off x="6875960" y="13411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292" name="Rechteck 291"/>
          <p:cNvSpPr/>
          <p:nvPr/>
        </p:nvSpPr>
        <p:spPr>
          <a:xfrm>
            <a:off x="7019980" y="13411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293" name="Rechteck 292"/>
          <p:cNvSpPr/>
          <p:nvPr/>
        </p:nvSpPr>
        <p:spPr>
          <a:xfrm>
            <a:off x="6875960" y="198919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4" name="Rechteck 293"/>
          <p:cNvSpPr/>
          <p:nvPr/>
        </p:nvSpPr>
        <p:spPr>
          <a:xfrm>
            <a:off x="7019980" y="198919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5" name="Rechteck 294"/>
          <p:cNvSpPr/>
          <p:nvPr/>
        </p:nvSpPr>
        <p:spPr>
          <a:xfrm>
            <a:off x="6875960" y="155713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6" name="Rechteck 295"/>
          <p:cNvSpPr/>
          <p:nvPr/>
        </p:nvSpPr>
        <p:spPr>
          <a:xfrm>
            <a:off x="7019980" y="155713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8" name="Rechteck 297"/>
          <p:cNvSpPr/>
          <p:nvPr/>
        </p:nvSpPr>
        <p:spPr>
          <a:xfrm>
            <a:off x="6875960" y="177316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9" name="Rechteck 298"/>
          <p:cNvSpPr/>
          <p:nvPr/>
        </p:nvSpPr>
        <p:spPr>
          <a:xfrm>
            <a:off x="7019980" y="177316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0" name="Rechteck 299"/>
          <p:cNvSpPr/>
          <p:nvPr/>
        </p:nvSpPr>
        <p:spPr>
          <a:xfrm>
            <a:off x="6875400" y="2709290"/>
            <a:ext cx="14458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1" name="Rechteck 300"/>
          <p:cNvSpPr/>
          <p:nvPr/>
        </p:nvSpPr>
        <p:spPr>
          <a:xfrm>
            <a:off x="7019420" y="2709290"/>
            <a:ext cx="144580" cy="360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3" name="Rechteck 302"/>
          <p:cNvSpPr/>
          <p:nvPr/>
        </p:nvSpPr>
        <p:spPr>
          <a:xfrm>
            <a:off x="5796000" y="11250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merge extend columns (…)</a:t>
            </a:r>
          </a:p>
        </p:txBody>
      </p:sp>
      <p:grpSp>
        <p:nvGrpSpPr>
          <p:cNvPr id="308" name="Gruppieren 307"/>
          <p:cNvGrpSpPr/>
          <p:nvPr/>
        </p:nvGrpSpPr>
        <p:grpSpPr>
          <a:xfrm>
            <a:off x="7416000" y="1341040"/>
            <a:ext cx="756000" cy="432000"/>
            <a:chOff x="6912610" y="1341320"/>
            <a:chExt cx="756000" cy="432000"/>
          </a:xfrm>
        </p:grpSpPr>
        <p:sp>
          <p:nvSpPr>
            <p:cNvPr id="309" name="Freihandform 308"/>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10" name="Freihandform 309"/>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11" name="Freihandform 310"/>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313" name="Rechteck 312"/>
          <p:cNvSpPr/>
          <p:nvPr/>
        </p:nvSpPr>
        <p:spPr>
          <a:xfrm>
            <a:off x="7380000" y="1845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324" name="Rechteck 323"/>
          <p:cNvSpPr/>
          <p:nvPr/>
        </p:nvSpPr>
        <p:spPr>
          <a:xfrm>
            <a:off x="756000" y="580500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6" name="Rechteck 325"/>
          <p:cNvSpPr/>
          <p:nvPr/>
        </p:nvSpPr>
        <p:spPr>
          <a:xfrm>
            <a:off x="324000" y="4797000"/>
            <a:ext cx="144000" cy="14400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7" name="Rechteck 326"/>
          <p:cNvSpPr/>
          <p:nvPr/>
        </p:nvSpPr>
        <p:spPr>
          <a:xfrm>
            <a:off x="540000" y="479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Matching rows</a:t>
            </a:r>
            <a:br>
              <a:rPr lang="en-US" sz="1000" dirty="0">
                <a:solidFill>
                  <a:schemeClr val="tx1"/>
                </a:solidFill>
              </a:rPr>
            </a:br>
            <a:r>
              <a:rPr lang="en-US" sz="1000" dirty="0">
                <a:solidFill>
                  <a:schemeClr val="tx1"/>
                </a:solidFill>
              </a:rPr>
              <a:t>(Common values in Parameter 3)</a:t>
            </a:r>
          </a:p>
        </p:txBody>
      </p:sp>
      <p:sp>
        <p:nvSpPr>
          <p:cNvPr id="328" name="Rechteck 327"/>
          <p:cNvSpPr/>
          <p:nvPr/>
        </p:nvSpPr>
        <p:spPr>
          <a:xfrm>
            <a:off x="324000" y="501300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9" name="Rechteck 328"/>
          <p:cNvSpPr/>
          <p:nvPr/>
        </p:nvSpPr>
        <p:spPr>
          <a:xfrm>
            <a:off x="324000" y="5229000"/>
            <a:ext cx="144000" cy="144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0" name="Rechteck 329"/>
          <p:cNvSpPr/>
          <p:nvPr/>
        </p:nvSpPr>
        <p:spPr>
          <a:xfrm>
            <a:off x="540000" y="5229000"/>
            <a:ext cx="2088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Merged matching rows</a:t>
            </a:r>
          </a:p>
        </p:txBody>
      </p:sp>
      <p:sp>
        <p:nvSpPr>
          <p:cNvPr id="331" name="Rechteck 330"/>
          <p:cNvSpPr/>
          <p:nvPr/>
        </p:nvSpPr>
        <p:spPr>
          <a:xfrm>
            <a:off x="324000" y="5589000"/>
            <a:ext cx="144000" cy="14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2" name="Rechteck 331"/>
          <p:cNvSpPr/>
          <p:nvPr/>
        </p:nvSpPr>
        <p:spPr>
          <a:xfrm>
            <a:off x="324000" y="5805000"/>
            <a:ext cx="144000" cy="144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3" name="Rechteck 332"/>
          <p:cNvSpPr/>
          <p:nvPr/>
        </p:nvSpPr>
        <p:spPr>
          <a:xfrm>
            <a:off x="972000" y="551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Left to right: Columns in source table, destination table and both</a:t>
            </a:r>
          </a:p>
          <a:p>
            <a:r>
              <a:rPr lang="en-US" sz="1000" dirty="0">
                <a:solidFill>
                  <a:schemeClr val="tx1"/>
                </a:solidFill>
              </a:rPr>
              <a:t>Darker shades indicate common rows</a:t>
            </a:r>
          </a:p>
          <a:p>
            <a:r>
              <a:rPr lang="en-US" sz="1000" dirty="0">
                <a:solidFill>
                  <a:schemeClr val="tx1"/>
                </a:solidFill>
              </a:rPr>
              <a:t>Dark gray: Contents consolidated from source to destination</a:t>
            </a:r>
          </a:p>
        </p:txBody>
      </p:sp>
      <p:sp>
        <p:nvSpPr>
          <p:cNvPr id="314" name="Rechteck 313"/>
          <p:cNvSpPr/>
          <p:nvPr/>
        </p:nvSpPr>
        <p:spPr>
          <a:xfrm>
            <a:off x="3204000" y="386105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5" name="Rechteck 314"/>
          <p:cNvSpPr/>
          <p:nvPr/>
        </p:nvSpPr>
        <p:spPr>
          <a:xfrm>
            <a:off x="3348000" y="386105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6" name="Rechteck 315"/>
          <p:cNvSpPr/>
          <p:nvPr/>
        </p:nvSpPr>
        <p:spPr>
          <a:xfrm>
            <a:off x="3492000" y="386105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0" name="Rechteck 319"/>
          <p:cNvSpPr/>
          <p:nvPr/>
        </p:nvSpPr>
        <p:spPr>
          <a:xfrm>
            <a:off x="3060000" y="3717030"/>
            <a:ext cx="57585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1" name="Rechteck 320"/>
          <p:cNvSpPr/>
          <p:nvPr/>
        </p:nvSpPr>
        <p:spPr>
          <a:xfrm>
            <a:off x="3060000" y="386105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2" name="Rechteck 321"/>
          <p:cNvSpPr/>
          <p:nvPr/>
        </p:nvSpPr>
        <p:spPr>
          <a:xfrm>
            <a:off x="3204020" y="371703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323" name="Rechteck 322"/>
          <p:cNvSpPr/>
          <p:nvPr/>
        </p:nvSpPr>
        <p:spPr>
          <a:xfrm>
            <a:off x="3348040" y="371703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325" name="Rechteck 324"/>
          <p:cNvSpPr/>
          <p:nvPr/>
        </p:nvSpPr>
        <p:spPr>
          <a:xfrm>
            <a:off x="3492060" y="371703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339" name="Rechteck 338"/>
          <p:cNvSpPr/>
          <p:nvPr/>
        </p:nvSpPr>
        <p:spPr>
          <a:xfrm>
            <a:off x="3060000" y="393306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0" name="Rechteck 339"/>
          <p:cNvSpPr/>
          <p:nvPr/>
        </p:nvSpPr>
        <p:spPr>
          <a:xfrm>
            <a:off x="3060000" y="414909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1" name="Rechteck 340"/>
          <p:cNvSpPr/>
          <p:nvPr/>
        </p:nvSpPr>
        <p:spPr>
          <a:xfrm>
            <a:off x="3060000" y="436512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2" name="Rechteck 341"/>
          <p:cNvSpPr/>
          <p:nvPr/>
        </p:nvSpPr>
        <p:spPr>
          <a:xfrm>
            <a:off x="3204020" y="436512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3" name="Rechteck 342"/>
          <p:cNvSpPr/>
          <p:nvPr/>
        </p:nvSpPr>
        <p:spPr>
          <a:xfrm>
            <a:off x="3348040" y="436512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4" name="Rechteck 343"/>
          <p:cNvSpPr/>
          <p:nvPr/>
        </p:nvSpPr>
        <p:spPr>
          <a:xfrm>
            <a:off x="3492060" y="436512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8" name="Rechteck 347"/>
          <p:cNvSpPr/>
          <p:nvPr/>
        </p:nvSpPr>
        <p:spPr>
          <a:xfrm>
            <a:off x="3204020" y="39330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9" name="Rechteck 348"/>
          <p:cNvSpPr/>
          <p:nvPr/>
        </p:nvSpPr>
        <p:spPr>
          <a:xfrm>
            <a:off x="3348040" y="39330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0" name="Rechteck 349"/>
          <p:cNvSpPr/>
          <p:nvPr/>
        </p:nvSpPr>
        <p:spPr>
          <a:xfrm>
            <a:off x="3492060" y="39330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4" name="Rechteck 353"/>
          <p:cNvSpPr/>
          <p:nvPr/>
        </p:nvSpPr>
        <p:spPr>
          <a:xfrm>
            <a:off x="3204020" y="4149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5" name="Rechteck 354"/>
          <p:cNvSpPr/>
          <p:nvPr/>
        </p:nvSpPr>
        <p:spPr>
          <a:xfrm>
            <a:off x="3348040" y="4149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6" name="Rechteck 355"/>
          <p:cNvSpPr/>
          <p:nvPr/>
        </p:nvSpPr>
        <p:spPr>
          <a:xfrm>
            <a:off x="3492060" y="4149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0" name="Rechteck 359"/>
          <p:cNvSpPr/>
          <p:nvPr/>
        </p:nvSpPr>
        <p:spPr>
          <a:xfrm>
            <a:off x="3060000" y="3861050"/>
            <a:ext cx="575850" cy="1583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4" name="Rechteck 363"/>
          <p:cNvSpPr/>
          <p:nvPr/>
        </p:nvSpPr>
        <p:spPr>
          <a:xfrm>
            <a:off x="3060000" y="5085220"/>
            <a:ext cx="14417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7" name="Rechteck 366"/>
          <p:cNvSpPr/>
          <p:nvPr/>
        </p:nvSpPr>
        <p:spPr>
          <a:xfrm>
            <a:off x="29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merge</a:t>
            </a:r>
            <a:br>
              <a:rPr lang="en-US" sz="1100" b="1" dirty="0">
                <a:solidFill>
                  <a:schemeClr val="tx1"/>
                </a:solidFill>
              </a:rPr>
            </a:br>
            <a:r>
              <a:rPr lang="en-US" sz="1100" b="1" dirty="0">
                <a:solidFill>
                  <a:schemeClr val="tx1"/>
                </a:solidFill>
              </a:rPr>
              <a:t>intersect columns (…)</a:t>
            </a:r>
          </a:p>
        </p:txBody>
      </p:sp>
      <p:sp>
        <p:nvSpPr>
          <p:cNvPr id="371" name="Rechteck 370"/>
          <p:cNvSpPr/>
          <p:nvPr/>
        </p:nvSpPr>
        <p:spPr>
          <a:xfrm>
            <a:off x="3708000" y="4221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common</a:t>
            </a:r>
            <a:br>
              <a:rPr lang="en-US" sz="1000" dirty="0">
                <a:solidFill>
                  <a:schemeClr val="tx1"/>
                </a:solidFill>
              </a:rPr>
            </a:br>
            <a:r>
              <a:rPr lang="en-US" sz="1000" dirty="0">
                <a:solidFill>
                  <a:schemeClr val="tx1"/>
                </a:solidFill>
              </a:rPr>
              <a:t>columns</a:t>
            </a:r>
          </a:p>
          <a:p>
            <a:r>
              <a:rPr lang="en-US" sz="1000" dirty="0">
                <a:solidFill>
                  <a:schemeClr val="tx1"/>
                </a:solidFill>
              </a:rPr>
              <a:t>are included</a:t>
            </a:r>
          </a:p>
        </p:txBody>
      </p:sp>
      <p:grpSp>
        <p:nvGrpSpPr>
          <p:cNvPr id="380" name="Gruppieren 379"/>
          <p:cNvGrpSpPr/>
          <p:nvPr/>
        </p:nvGrpSpPr>
        <p:grpSpPr>
          <a:xfrm>
            <a:off x="3743390" y="3716950"/>
            <a:ext cx="756000" cy="432000"/>
            <a:chOff x="6912610" y="1341320"/>
            <a:chExt cx="756000" cy="432000"/>
          </a:xfrm>
        </p:grpSpPr>
        <p:sp>
          <p:nvSpPr>
            <p:cNvPr id="381" name="Freihandform 380"/>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82" name="Freihandform 381"/>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83" name="Freihandform 382"/>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14" name="Rechteck 413"/>
          <p:cNvSpPr/>
          <p:nvPr/>
        </p:nvSpPr>
        <p:spPr>
          <a:xfrm>
            <a:off x="47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merge</a:t>
            </a:r>
            <a:br>
              <a:rPr lang="en-US" sz="1100" b="1" dirty="0">
                <a:solidFill>
                  <a:schemeClr val="tx1"/>
                </a:solidFill>
              </a:rPr>
            </a:br>
            <a:r>
              <a:rPr lang="en-US" sz="1100" b="1" dirty="0">
                <a:solidFill>
                  <a:schemeClr val="tx1"/>
                </a:solidFill>
              </a:rPr>
              <a:t>subtract columns (…)</a:t>
            </a:r>
          </a:p>
        </p:txBody>
      </p:sp>
      <p:sp>
        <p:nvSpPr>
          <p:cNvPr id="416" name="Rechteck 415"/>
          <p:cNvSpPr/>
          <p:nvPr/>
        </p:nvSpPr>
        <p:spPr>
          <a:xfrm>
            <a:off x="5508000" y="422105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common</a:t>
            </a:r>
          </a:p>
          <a:p>
            <a:r>
              <a:rPr lang="en-US" sz="1000" dirty="0">
                <a:solidFill>
                  <a:schemeClr val="tx1"/>
                </a:solidFill>
              </a:rPr>
              <a:t>columns</a:t>
            </a:r>
            <a:br>
              <a:rPr lang="en-US" sz="1000" dirty="0">
                <a:solidFill>
                  <a:schemeClr val="tx1"/>
                </a:solidFill>
              </a:rPr>
            </a:br>
            <a:r>
              <a:rPr lang="en-US" sz="1000" dirty="0">
                <a:solidFill>
                  <a:schemeClr val="tx1"/>
                </a:solidFill>
              </a:rPr>
              <a:t>removed</a:t>
            </a:r>
          </a:p>
          <a:p>
            <a:r>
              <a:rPr lang="en-US" sz="1000" dirty="0">
                <a:solidFill>
                  <a:schemeClr val="tx1"/>
                </a:solidFill>
              </a:rPr>
              <a:t>from destination</a:t>
            </a:r>
          </a:p>
          <a:p>
            <a:r>
              <a:rPr lang="en-US" sz="1000" dirty="0">
                <a:solidFill>
                  <a:schemeClr val="tx1"/>
                </a:solidFill>
              </a:rPr>
              <a:t>table (except</a:t>
            </a:r>
          </a:p>
          <a:p>
            <a:r>
              <a:rPr lang="en-US" sz="1000" dirty="0">
                <a:solidFill>
                  <a:schemeClr val="tx1"/>
                </a:solidFill>
              </a:rPr>
              <a:t>identifier columns)</a:t>
            </a:r>
          </a:p>
        </p:txBody>
      </p:sp>
      <p:sp>
        <p:nvSpPr>
          <p:cNvPr id="304" name="Rechteck 303"/>
          <p:cNvSpPr/>
          <p:nvPr/>
        </p:nvSpPr>
        <p:spPr>
          <a:xfrm>
            <a:off x="5003880" y="38610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6" name="Rechteck 305"/>
          <p:cNvSpPr/>
          <p:nvPr/>
        </p:nvSpPr>
        <p:spPr>
          <a:xfrm>
            <a:off x="5148000" y="38610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2" name="Rechteck 311"/>
          <p:cNvSpPr/>
          <p:nvPr/>
        </p:nvSpPr>
        <p:spPr>
          <a:xfrm>
            <a:off x="5291980" y="38610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8" name="Rechteck 317"/>
          <p:cNvSpPr/>
          <p:nvPr/>
        </p:nvSpPr>
        <p:spPr>
          <a:xfrm>
            <a:off x="4859860" y="3716980"/>
            <a:ext cx="576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9" name="Rechteck 318"/>
          <p:cNvSpPr/>
          <p:nvPr/>
        </p:nvSpPr>
        <p:spPr>
          <a:xfrm>
            <a:off x="4859860" y="386100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6" name="Rechteck 335"/>
          <p:cNvSpPr/>
          <p:nvPr/>
        </p:nvSpPr>
        <p:spPr>
          <a:xfrm>
            <a:off x="500388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37" name="Rechteck 336"/>
          <p:cNvSpPr/>
          <p:nvPr/>
        </p:nvSpPr>
        <p:spPr>
          <a:xfrm>
            <a:off x="514790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338" name="Rechteck 337"/>
          <p:cNvSpPr/>
          <p:nvPr/>
        </p:nvSpPr>
        <p:spPr>
          <a:xfrm>
            <a:off x="529192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353" name="Rechteck 352"/>
          <p:cNvSpPr/>
          <p:nvPr/>
        </p:nvSpPr>
        <p:spPr>
          <a:xfrm>
            <a:off x="4859860" y="393301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7" name="Rechteck 356"/>
          <p:cNvSpPr/>
          <p:nvPr/>
        </p:nvSpPr>
        <p:spPr>
          <a:xfrm>
            <a:off x="4859860" y="414904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8" name="Rechteck 357"/>
          <p:cNvSpPr/>
          <p:nvPr/>
        </p:nvSpPr>
        <p:spPr>
          <a:xfrm>
            <a:off x="4859860" y="436507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8" name="Rechteck 367"/>
          <p:cNvSpPr/>
          <p:nvPr/>
        </p:nvSpPr>
        <p:spPr>
          <a:xfrm>
            <a:off x="5003880" y="436507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9" name="Rechteck 368"/>
          <p:cNvSpPr/>
          <p:nvPr/>
        </p:nvSpPr>
        <p:spPr>
          <a:xfrm>
            <a:off x="5147900" y="436507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0" name="Rechteck 369"/>
          <p:cNvSpPr/>
          <p:nvPr/>
        </p:nvSpPr>
        <p:spPr>
          <a:xfrm>
            <a:off x="5291920" y="436507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5" name="Rechteck 374"/>
          <p:cNvSpPr/>
          <p:nvPr/>
        </p:nvSpPr>
        <p:spPr>
          <a:xfrm>
            <a:off x="5003880" y="393301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6" name="Rechteck 375"/>
          <p:cNvSpPr/>
          <p:nvPr/>
        </p:nvSpPr>
        <p:spPr>
          <a:xfrm>
            <a:off x="5147900" y="393301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7" name="Rechteck 376"/>
          <p:cNvSpPr/>
          <p:nvPr/>
        </p:nvSpPr>
        <p:spPr>
          <a:xfrm>
            <a:off x="5291920" y="393301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7" name="Rechteck 386"/>
          <p:cNvSpPr/>
          <p:nvPr/>
        </p:nvSpPr>
        <p:spPr>
          <a:xfrm>
            <a:off x="5003880" y="41490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8" name="Rechteck 387"/>
          <p:cNvSpPr/>
          <p:nvPr/>
        </p:nvSpPr>
        <p:spPr>
          <a:xfrm>
            <a:off x="5147900" y="41490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9" name="Rechteck 388"/>
          <p:cNvSpPr/>
          <p:nvPr/>
        </p:nvSpPr>
        <p:spPr>
          <a:xfrm>
            <a:off x="5291920" y="41490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3" name="Rechteck 392"/>
          <p:cNvSpPr/>
          <p:nvPr/>
        </p:nvSpPr>
        <p:spPr>
          <a:xfrm>
            <a:off x="4859860" y="3861000"/>
            <a:ext cx="576140" cy="1583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7" name="Rechteck 396"/>
          <p:cNvSpPr/>
          <p:nvPr/>
        </p:nvSpPr>
        <p:spPr>
          <a:xfrm>
            <a:off x="4859710" y="5085170"/>
            <a:ext cx="14417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0" name="Rechteck 399"/>
          <p:cNvSpPr/>
          <p:nvPr/>
        </p:nvSpPr>
        <p:spPr>
          <a:xfrm>
            <a:off x="6803990" y="386102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5" name="Rechteck 414"/>
          <p:cNvSpPr/>
          <p:nvPr/>
        </p:nvSpPr>
        <p:spPr>
          <a:xfrm>
            <a:off x="6948120" y="38610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8" name="Rechteck 417"/>
          <p:cNvSpPr/>
          <p:nvPr/>
        </p:nvSpPr>
        <p:spPr>
          <a:xfrm>
            <a:off x="7092270" y="386102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0" name="Rechteck 419"/>
          <p:cNvSpPr/>
          <p:nvPr/>
        </p:nvSpPr>
        <p:spPr>
          <a:xfrm>
            <a:off x="6659970" y="3717000"/>
            <a:ext cx="86403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1" name="Rechteck 420"/>
          <p:cNvSpPr/>
          <p:nvPr/>
        </p:nvSpPr>
        <p:spPr>
          <a:xfrm>
            <a:off x="6659970" y="386102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2" name="Rechteck 421"/>
          <p:cNvSpPr/>
          <p:nvPr/>
        </p:nvSpPr>
        <p:spPr>
          <a:xfrm>
            <a:off x="680399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424" name="Rechteck 423"/>
          <p:cNvSpPr/>
          <p:nvPr/>
        </p:nvSpPr>
        <p:spPr>
          <a:xfrm>
            <a:off x="694815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433" name="Rechteck 432"/>
          <p:cNvSpPr/>
          <p:nvPr/>
        </p:nvSpPr>
        <p:spPr>
          <a:xfrm>
            <a:off x="709227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435" name="Rechteck 434"/>
          <p:cNvSpPr/>
          <p:nvPr/>
        </p:nvSpPr>
        <p:spPr>
          <a:xfrm>
            <a:off x="6659970" y="393303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6" name="Rechteck 435"/>
          <p:cNvSpPr/>
          <p:nvPr/>
        </p:nvSpPr>
        <p:spPr>
          <a:xfrm>
            <a:off x="6659970" y="4149060"/>
            <a:ext cx="144020" cy="14402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7" name="Rechteck 436"/>
          <p:cNvSpPr/>
          <p:nvPr/>
        </p:nvSpPr>
        <p:spPr>
          <a:xfrm>
            <a:off x="6659970" y="436509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8" name="Rechteck 437"/>
          <p:cNvSpPr/>
          <p:nvPr/>
        </p:nvSpPr>
        <p:spPr>
          <a:xfrm>
            <a:off x="6803840" y="43650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0" name="Rechteck 439"/>
          <p:cNvSpPr/>
          <p:nvPr/>
        </p:nvSpPr>
        <p:spPr>
          <a:xfrm>
            <a:off x="6948000" y="43650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2" name="Rechteck 441"/>
          <p:cNvSpPr/>
          <p:nvPr/>
        </p:nvSpPr>
        <p:spPr>
          <a:xfrm>
            <a:off x="7092120" y="43650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4" name="Rechteck 443"/>
          <p:cNvSpPr/>
          <p:nvPr/>
        </p:nvSpPr>
        <p:spPr>
          <a:xfrm>
            <a:off x="6803840" y="39330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6" name="Rechteck 445"/>
          <p:cNvSpPr/>
          <p:nvPr/>
        </p:nvSpPr>
        <p:spPr>
          <a:xfrm>
            <a:off x="6948150" y="39330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8" name="Rechteck 447"/>
          <p:cNvSpPr/>
          <p:nvPr/>
        </p:nvSpPr>
        <p:spPr>
          <a:xfrm>
            <a:off x="7092270" y="39330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0" name="Rechteck 449"/>
          <p:cNvSpPr/>
          <p:nvPr/>
        </p:nvSpPr>
        <p:spPr>
          <a:xfrm>
            <a:off x="6803840" y="41490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2" name="Rechteck 451"/>
          <p:cNvSpPr/>
          <p:nvPr/>
        </p:nvSpPr>
        <p:spPr>
          <a:xfrm>
            <a:off x="6948150" y="41490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4" name="Rechteck 453"/>
          <p:cNvSpPr/>
          <p:nvPr/>
        </p:nvSpPr>
        <p:spPr>
          <a:xfrm>
            <a:off x="7092270" y="41490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6" name="Rechteck 455"/>
          <p:cNvSpPr/>
          <p:nvPr/>
        </p:nvSpPr>
        <p:spPr>
          <a:xfrm>
            <a:off x="6659970" y="3861020"/>
            <a:ext cx="864030" cy="1583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60" name="Rechteck 459"/>
          <p:cNvSpPr/>
          <p:nvPr/>
        </p:nvSpPr>
        <p:spPr>
          <a:xfrm>
            <a:off x="6659410" y="5085190"/>
            <a:ext cx="14458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1" name="Rechteck 460"/>
          <p:cNvSpPr/>
          <p:nvPr/>
        </p:nvSpPr>
        <p:spPr>
          <a:xfrm>
            <a:off x="7236760" y="3717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462" name="Rechteck 461"/>
          <p:cNvSpPr/>
          <p:nvPr/>
        </p:nvSpPr>
        <p:spPr>
          <a:xfrm>
            <a:off x="7380780" y="3717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463" name="Rechteck 462"/>
          <p:cNvSpPr/>
          <p:nvPr/>
        </p:nvSpPr>
        <p:spPr>
          <a:xfrm>
            <a:off x="7236760" y="436509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4" name="Rechteck 463"/>
          <p:cNvSpPr/>
          <p:nvPr/>
        </p:nvSpPr>
        <p:spPr>
          <a:xfrm>
            <a:off x="7380780" y="436509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5" name="Rechteck 464"/>
          <p:cNvSpPr/>
          <p:nvPr/>
        </p:nvSpPr>
        <p:spPr>
          <a:xfrm>
            <a:off x="7236760" y="393303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6" name="Rechteck 465"/>
          <p:cNvSpPr/>
          <p:nvPr/>
        </p:nvSpPr>
        <p:spPr>
          <a:xfrm>
            <a:off x="7380780" y="393303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7" name="Rechteck 466"/>
          <p:cNvSpPr/>
          <p:nvPr/>
        </p:nvSpPr>
        <p:spPr>
          <a:xfrm>
            <a:off x="7236760" y="414906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8" name="Rechteck 467"/>
          <p:cNvSpPr/>
          <p:nvPr/>
        </p:nvSpPr>
        <p:spPr>
          <a:xfrm>
            <a:off x="7380780" y="414906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9" name="Rechteck 468"/>
          <p:cNvSpPr/>
          <p:nvPr/>
        </p:nvSpPr>
        <p:spPr>
          <a:xfrm>
            <a:off x="7236200" y="5085190"/>
            <a:ext cx="14458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0" name="Rechteck 469"/>
          <p:cNvSpPr/>
          <p:nvPr/>
        </p:nvSpPr>
        <p:spPr>
          <a:xfrm>
            <a:off x="7380220" y="5085190"/>
            <a:ext cx="144580" cy="360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2" name="Rechteck 471"/>
          <p:cNvSpPr/>
          <p:nvPr/>
        </p:nvSpPr>
        <p:spPr>
          <a:xfrm>
            <a:off x="65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merge</a:t>
            </a:r>
            <a:br>
              <a:rPr lang="en-US" sz="1100" b="1" dirty="0">
                <a:solidFill>
                  <a:schemeClr val="tx1"/>
                </a:solidFill>
              </a:rPr>
            </a:br>
            <a:r>
              <a:rPr lang="en-US" sz="1100" b="1" dirty="0">
                <a:solidFill>
                  <a:schemeClr val="tx1"/>
                </a:solidFill>
              </a:rPr>
              <a:t>exclusive columns (…)</a:t>
            </a:r>
          </a:p>
        </p:txBody>
      </p:sp>
      <p:grpSp>
        <p:nvGrpSpPr>
          <p:cNvPr id="473" name="Gruppieren 472"/>
          <p:cNvGrpSpPr/>
          <p:nvPr/>
        </p:nvGrpSpPr>
        <p:grpSpPr>
          <a:xfrm>
            <a:off x="7632000" y="3717000"/>
            <a:ext cx="756000" cy="432000"/>
            <a:chOff x="6912610" y="1341320"/>
            <a:chExt cx="756000" cy="432000"/>
          </a:xfrm>
        </p:grpSpPr>
        <p:sp>
          <p:nvSpPr>
            <p:cNvPr id="474" name="Freihandform 473"/>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75" name="Freihandform 474"/>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76" name="Freihandform 475"/>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77" name="Rechteck 476"/>
          <p:cNvSpPr/>
          <p:nvPr/>
        </p:nvSpPr>
        <p:spPr>
          <a:xfrm>
            <a:off x="7596000" y="422098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478" name="Rechteck 477"/>
          <p:cNvSpPr/>
          <p:nvPr/>
        </p:nvSpPr>
        <p:spPr>
          <a:xfrm>
            <a:off x="180000" y="3140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source table</a:t>
            </a:r>
          </a:p>
        </p:txBody>
      </p:sp>
      <p:sp>
        <p:nvSpPr>
          <p:cNvPr id="479" name="Rechteck 478"/>
          <p:cNvSpPr/>
          <p:nvPr/>
        </p:nvSpPr>
        <p:spPr>
          <a:xfrm>
            <a:off x="180000" y="12773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2)</a:t>
            </a:r>
          </a:p>
        </p:txBody>
      </p:sp>
      <p:sp>
        <p:nvSpPr>
          <p:cNvPr id="480" name="Rechteck 479"/>
          <p:cNvSpPr/>
          <p:nvPr/>
        </p:nvSpPr>
        <p:spPr>
          <a:xfrm>
            <a:off x="180000" y="328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1)</a:t>
            </a:r>
          </a:p>
        </p:txBody>
      </p:sp>
      <p:sp>
        <p:nvSpPr>
          <p:cNvPr id="481" name="Rechteck 480"/>
          <p:cNvSpPr/>
          <p:nvPr/>
        </p:nvSpPr>
        <p:spPr>
          <a:xfrm>
            <a:off x="540000" y="5589000"/>
            <a:ext cx="144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2" name="Rechteck 481"/>
          <p:cNvSpPr/>
          <p:nvPr/>
        </p:nvSpPr>
        <p:spPr>
          <a:xfrm>
            <a:off x="540000" y="580500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3" name="Rechteck 482"/>
          <p:cNvSpPr/>
          <p:nvPr/>
        </p:nvSpPr>
        <p:spPr>
          <a:xfrm>
            <a:off x="756000" y="5589000"/>
            <a:ext cx="144000" cy="14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4" name="Rechteck 483"/>
          <p:cNvSpPr/>
          <p:nvPr/>
        </p:nvSpPr>
        <p:spPr>
          <a:xfrm>
            <a:off x="1476000" y="2493000"/>
            <a:ext cx="79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a:t>
            </a:r>
          </a:p>
          <a:p>
            <a:r>
              <a:rPr lang="en-US" sz="1100" dirty="0">
                <a:solidFill>
                  <a:schemeClr val="tx1"/>
                </a:solidFill>
              </a:rPr>
              <a:t>Rows:</a:t>
            </a:r>
          </a:p>
        </p:txBody>
      </p:sp>
    </p:spTree>
    <p:extLst>
      <p:ext uri="{BB962C8B-B14F-4D97-AF65-F5344CB8AC3E}">
        <p14:creationId xmlns:p14="http://schemas.microsoft.com/office/powerpoint/2010/main" val="20578224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5" name="Gruppieren 424"/>
          <p:cNvGrpSpPr/>
          <p:nvPr/>
        </p:nvGrpSpPr>
        <p:grpSpPr>
          <a:xfrm>
            <a:off x="5544000" y="3717000"/>
            <a:ext cx="756000" cy="432000"/>
            <a:chOff x="6912610" y="1341320"/>
            <a:chExt cx="756000" cy="432000"/>
          </a:xfrm>
        </p:grpSpPr>
        <p:sp>
          <p:nvSpPr>
            <p:cNvPr id="426" name="Freihandform 425"/>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27" name="Freihandform 426"/>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28" name="Freihandform 427"/>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157" name="Rechteck 156"/>
          <p:cNvSpPr/>
          <p:nvPr/>
        </p:nvSpPr>
        <p:spPr>
          <a:xfrm>
            <a:off x="39602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p:cNvSpPr/>
          <p:nvPr/>
        </p:nvSpPr>
        <p:spPr>
          <a:xfrm>
            <a:off x="54004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p:cNvSpPr/>
          <p:nvPr/>
        </p:nvSpPr>
        <p:spPr>
          <a:xfrm>
            <a:off x="68406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p:cNvSpPr/>
          <p:nvPr/>
        </p:nvSpPr>
        <p:spPr>
          <a:xfrm>
            <a:off x="82808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p:cNvSpPr/>
          <p:nvPr/>
        </p:nvSpPr>
        <p:spPr>
          <a:xfrm>
            <a:off x="97210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p:cNvSpPr/>
          <p:nvPr/>
        </p:nvSpPr>
        <p:spPr>
          <a:xfrm>
            <a:off x="111612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p:cNvSpPr/>
          <p:nvPr/>
        </p:nvSpPr>
        <p:spPr>
          <a:xfrm>
            <a:off x="39625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2" name="Rechteck 151"/>
          <p:cNvSpPr/>
          <p:nvPr/>
        </p:nvSpPr>
        <p:spPr>
          <a:xfrm>
            <a:off x="54027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p:cNvSpPr/>
          <p:nvPr/>
        </p:nvSpPr>
        <p:spPr>
          <a:xfrm>
            <a:off x="68429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4" name="Rechteck 153"/>
          <p:cNvSpPr/>
          <p:nvPr/>
        </p:nvSpPr>
        <p:spPr>
          <a:xfrm>
            <a:off x="82831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p:cNvSpPr/>
          <p:nvPr/>
        </p:nvSpPr>
        <p:spPr>
          <a:xfrm>
            <a:off x="97233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252000" y="1628810"/>
            <a:ext cx="1008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Overlay – Output Models</a:t>
            </a:r>
          </a:p>
        </p:txBody>
      </p:sp>
      <p:sp>
        <p:nvSpPr>
          <p:cNvPr id="365" name="Rechteck 364"/>
          <p:cNvSpPr/>
          <p:nvPr/>
        </p:nvSpPr>
        <p:spPr>
          <a:xfrm>
            <a:off x="252000" y="177283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2" name="Rechteck 121"/>
          <p:cNvSpPr/>
          <p:nvPr/>
        </p:nvSpPr>
        <p:spPr>
          <a:xfrm>
            <a:off x="396020" y="162881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123" name="Rechteck 122"/>
          <p:cNvSpPr/>
          <p:nvPr/>
        </p:nvSpPr>
        <p:spPr>
          <a:xfrm>
            <a:off x="54004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24" name="Rechteck 123"/>
          <p:cNvSpPr/>
          <p:nvPr/>
        </p:nvSpPr>
        <p:spPr>
          <a:xfrm>
            <a:off x="684060" y="162881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125" name="Rechteck 124"/>
          <p:cNvSpPr/>
          <p:nvPr/>
        </p:nvSpPr>
        <p:spPr>
          <a:xfrm>
            <a:off x="82808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26" name="Rechteck 125"/>
          <p:cNvSpPr/>
          <p:nvPr/>
        </p:nvSpPr>
        <p:spPr>
          <a:xfrm>
            <a:off x="972100" y="162881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127" name="Rechteck 126"/>
          <p:cNvSpPr/>
          <p:nvPr/>
        </p:nvSpPr>
        <p:spPr>
          <a:xfrm>
            <a:off x="111612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2" name="Rechteck 141"/>
          <p:cNvSpPr/>
          <p:nvPr/>
        </p:nvSpPr>
        <p:spPr>
          <a:xfrm>
            <a:off x="252230" y="3717000"/>
            <a:ext cx="144020" cy="72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p:cNvSpPr/>
          <p:nvPr/>
        </p:nvSpPr>
        <p:spPr>
          <a:xfrm>
            <a:off x="39625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44" name="Rechteck 143"/>
          <p:cNvSpPr/>
          <p:nvPr/>
        </p:nvSpPr>
        <p:spPr>
          <a:xfrm>
            <a:off x="54027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45" name="Rechteck 144"/>
          <p:cNvSpPr/>
          <p:nvPr/>
        </p:nvSpPr>
        <p:spPr>
          <a:xfrm>
            <a:off x="68429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6" name="Rechteck 145"/>
          <p:cNvSpPr/>
          <p:nvPr/>
        </p:nvSpPr>
        <p:spPr>
          <a:xfrm>
            <a:off x="82831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147" name="Rechteck 146"/>
          <p:cNvSpPr/>
          <p:nvPr/>
        </p:nvSpPr>
        <p:spPr>
          <a:xfrm>
            <a:off x="97233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163" name="Rechteck 162"/>
          <p:cNvSpPr/>
          <p:nvPr/>
        </p:nvSpPr>
        <p:spPr>
          <a:xfrm>
            <a:off x="252230" y="3788680"/>
            <a:ext cx="863770" cy="719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0" name="Rechteck 139"/>
          <p:cNvSpPr/>
          <p:nvPr/>
        </p:nvSpPr>
        <p:spPr>
          <a:xfrm>
            <a:off x="252230" y="3572980"/>
            <a:ext cx="863770" cy="863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1" name="Rechteck 140"/>
          <p:cNvSpPr/>
          <p:nvPr/>
        </p:nvSpPr>
        <p:spPr>
          <a:xfrm>
            <a:off x="252230" y="3717000"/>
            <a:ext cx="863770" cy="71968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8" name="Rechteck 167"/>
          <p:cNvSpPr/>
          <p:nvPr/>
        </p:nvSpPr>
        <p:spPr>
          <a:xfrm>
            <a:off x="252230" y="4004640"/>
            <a:ext cx="863770" cy="288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9" name="Rechteck 168"/>
          <p:cNvSpPr/>
          <p:nvPr/>
        </p:nvSpPr>
        <p:spPr>
          <a:xfrm>
            <a:off x="252230" y="400467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p:cNvSpPr/>
          <p:nvPr/>
        </p:nvSpPr>
        <p:spPr>
          <a:xfrm>
            <a:off x="252230" y="4004640"/>
            <a:ext cx="144000" cy="28804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3" name="Rechteck 172"/>
          <p:cNvSpPr/>
          <p:nvPr/>
        </p:nvSpPr>
        <p:spPr>
          <a:xfrm>
            <a:off x="252000" y="184484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4" name="Rechteck 173"/>
          <p:cNvSpPr/>
          <p:nvPr/>
        </p:nvSpPr>
        <p:spPr>
          <a:xfrm>
            <a:off x="252000" y="206100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5" name="Rechteck 174"/>
          <p:cNvSpPr/>
          <p:nvPr/>
        </p:nvSpPr>
        <p:spPr>
          <a:xfrm>
            <a:off x="252000" y="22770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6" name="Rechteck 175"/>
          <p:cNvSpPr/>
          <p:nvPr/>
        </p:nvSpPr>
        <p:spPr>
          <a:xfrm>
            <a:off x="39625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7" name="Rechteck 176"/>
          <p:cNvSpPr/>
          <p:nvPr/>
        </p:nvSpPr>
        <p:spPr>
          <a:xfrm>
            <a:off x="39625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p:cNvSpPr/>
          <p:nvPr/>
        </p:nvSpPr>
        <p:spPr>
          <a:xfrm>
            <a:off x="54027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p:cNvSpPr/>
          <p:nvPr/>
        </p:nvSpPr>
        <p:spPr>
          <a:xfrm>
            <a:off x="54027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p:cNvSpPr/>
          <p:nvPr/>
        </p:nvSpPr>
        <p:spPr>
          <a:xfrm>
            <a:off x="68429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1" name="Rechteck 180"/>
          <p:cNvSpPr/>
          <p:nvPr/>
        </p:nvSpPr>
        <p:spPr>
          <a:xfrm>
            <a:off x="68429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2" name="Rechteck 181"/>
          <p:cNvSpPr/>
          <p:nvPr/>
        </p:nvSpPr>
        <p:spPr>
          <a:xfrm>
            <a:off x="82831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3" name="Rechteck 182"/>
          <p:cNvSpPr/>
          <p:nvPr/>
        </p:nvSpPr>
        <p:spPr>
          <a:xfrm>
            <a:off x="82831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4" name="Rechteck 183"/>
          <p:cNvSpPr/>
          <p:nvPr/>
        </p:nvSpPr>
        <p:spPr>
          <a:xfrm>
            <a:off x="97233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5" name="Rechteck 184"/>
          <p:cNvSpPr/>
          <p:nvPr/>
        </p:nvSpPr>
        <p:spPr>
          <a:xfrm>
            <a:off x="97233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p:cNvSpPr/>
          <p:nvPr/>
        </p:nvSpPr>
        <p:spPr>
          <a:xfrm>
            <a:off x="39602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54004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68406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1" name="Rechteck 190"/>
          <p:cNvSpPr/>
          <p:nvPr/>
        </p:nvSpPr>
        <p:spPr>
          <a:xfrm>
            <a:off x="82808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p:cNvSpPr/>
          <p:nvPr/>
        </p:nvSpPr>
        <p:spPr>
          <a:xfrm>
            <a:off x="97210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3" name="Rechteck 192"/>
          <p:cNvSpPr/>
          <p:nvPr/>
        </p:nvSpPr>
        <p:spPr>
          <a:xfrm>
            <a:off x="111612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39602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p:cNvSpPr/>
          <p:nvPr/>
        </p:nvSpPr>
        <p:spPr>
          <a:xfrm>
            <a:off x="54004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p:cNvSpPr/>
          <p:nvPr/>
        </p:nvSpPr>
        <p:spPr>
          <a:xfrm>
            <a:off x="68406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p:cNvSpPr/>
          <p:nvPr/>
        </p:nvSpPr>
        <p:spPr>
          <a:xfrm>
            <a:off x="82808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97210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9" name="Rechteck 198"/>
          <p:cNvSpPr/>
          <p:nvPr/>
        </p:nvSpPr>
        <p:spPr>
          <a:xfrm>
            <a:off x="111612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6" name="Rechteck 205"/>
          <p:cNvSpPr/>
          <p:nvPr/>
        </p:nvSpPr>
        <p:spPr>
          <a:xfrm>
            <a:off x="39602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7" name="Rechteck 206"/>
          <p:cNvSpPr/>
          <p:nvPr/>
        </p:nvSpPr>
        <p:spPr>
          <a:xfrm>
            <a:off x="54004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8" name="Rechteck 207"/>
          <p:cNvSpPr/>
          <p:nvPr/>
        </p:nvSpPr>
        <p:spPr>
          <a:xfrm>
            <a:off x="68406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9" name="Rechteck 208"/>
          <p:cNvSpPr/>
          <p:nvPr/>
        </p:nvSpPr>
        <p:spPr>
          <a:xfrm>
            <a:off x="82808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p:cNvSpPr/>
          <p:nvPr/>
        </p:nvSpPr>
        <p:spPr>
          <a:xfrm>
            <a:off x="97210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p:cNvSpPr/>
          <p:nvPr/>
        </p:nvSpPr>
        <p:spPr>
          <a:xfrm>
            <a:off x="111612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4" name="Rechteck 73"/>
          <p:cNvSpPr/>
          <p:nvPr/>
        </p:nvSpPr>
        <p:spPr>
          <a:xfrm>
            <a:off x="252000" y="1772830"/>
            <a:ext cx="1008140" cy="12241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8" name="Rechteck 217"/>
          <p:cNvSpPr/>
          <p:nvPr/>
        </p:nvSpPr>
        <p:spPr>
          <a:xfrm>
            <a:off x="3204170" y="148508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9" name="Rechteck 218"/>
          <p:cNvSpPr/>
          <p:nvPr/>
        </p:nvSpPr>
        <p:spPr>
          <a:xfrm>
            <a:off x="3348190" y="148508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0" name="Rechteck 219"/>
          <p:cNvSpPr/>
          <p:nvPr/>
        </p:nvSpPr>
        <p:spPr>
          <a:xfrm>
            <a:off x="3492210" y="148508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1" name="Rechteck 220"/>
          <p:cNvSpPr/>
          <p:nvPr/>
        </p:nvSpPr>
        <p:spPr>
          <a:xfrm>
            <a:off x="3636230" y="148508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2" name="Rechteck 221"/>
          <p:cNvSpPr/>
          <p:nvPr/>
        </p:nvSpPr>
        <p:spPr>
          <a:xfrm>
            <a:off x="3780250" y="148508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3" name="Rechteck 222"/>
          <p:cNvSpPr/>
          <p:nvPr/>
        </p:nvSpPr>
        <p:spPr>
          <a:xfrm>
            <a:off x="3924270" y="148508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p:cNvSpPr/>
          <p:nvPr/>
        </p:nvSpPr>
        <p:spPr>
          <a:xfrm>
            <a:off x="3060150" y="1341060"/>
            <a:ext cx="1008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6" name="Rechteck 225"/>
          <p:cNvSpPr/>
          <p:nvPr/>
        </p:nvSpPr>
        <p:spPr>
          <a:xfrm>
            <a:off x="3060150" y="148508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7" name="Rechteck 226"/>
          <p:cNvSpPr/>
          <p:nvPr/>
        </p:nvSpPr>
        <p:spPr>
          <a:xfrm>
            <a:off x="320417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228" name="Rechteck 227"/>
          <p:cNvSpPr/>
          <p:nvPr/>
        </p:nvSpPr>
        <p:spPr>
          <a:xfrm>
            <a:off x="334819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229" name="Rechteck 228"/>
          <p:cNvSpPr/>
          <p:nvPr/>
        </p:nvSpPr>
        <p:spPr>
          <a:xfrm>
            <a:off x="349221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230" name="Rechteck 229"/>
          <p:cNvSpPr/>
          <p:nvPr/>
        </p:nvSpPr>
        <p:spPr>
          <a:xfrm>
            <a:off x="363623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231" name="Rechteck 230"/>
          <p:cNvSpPr/>
          <p:nvPr/>
        </p:nvSpPr>
        <p:spPr>
          <a:xfrm>
            <a:off x="378025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232" name="Rechteck 231"/>
          <p:cNvSpPr/>
          <p:nvPr/>
        </p:nvSpPr>
        <p:spPr>
          <a:xfrm>
            <a:off x="392427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233" name="Rechteck 232"/>
          <p:cNvSpPr/>
          <p:nvPr/>
        </p:nvSpPr>
        <p:spPr>
          <a:xfrm>
            <a:off x="3060150" y="155709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4" name="Rechteck 233"/>
          <p:cNvSpPr/>
          <p:nvPr/>
        </p:nvSpPr>
        <p:spPr>
          <a:xfrm>
            <a:off x="3060150" y="177312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5" name="Rechteck 234"/>
          <p:cNvSpPr/>
          <p:nvPr/>
        </p:nvSpPr>
        <p:spPr>
          <a:xfrm>
            <a:off x="3060150" y="198915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6" name="Rechteck 235"/>
          <p:cNvSpPr/>
          <p:nvPr/>
        </p:nvSpPr>
        <p:spPr>
          <a:xfrm>
            <a:off x="3204170" y="198915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7" name="Rechteck 236"/>
          <p:cNvSpPr/>
          <p:nvPr/>
        </p:nvSpPr>
        <p:spPr>
          <a:xfrm>
            <a:off x="3348190" y="198915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8" name="Rechteck 237"/>
          <p:cNvSpPr/>
          <p:nvPr/>
        </p:nvSpPr>
        <p:spPr>
          <a:xfrm>
            <a:off x="3492210" y="198915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9" name="Rechteck 238"/>
          <p:cNvSpPr/>
          <p:nvPr/>
        </p:nvSpPr>
        <p:spPr>
          <a:xfrm>
            <a:off x="3636230" y="198915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0" name="Rechteck 239"/>
          <p:cNvSpPr/>
          <p:nvPr/>
        </p:nvSpPr>
        <p:spPr>
          <a:xfrm>
            <a:off x="3780250" y="198915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1" name="Rechteck 240"/>
          <p:cNvSpPr/>
          <p:nvPr/>
        </p:nvSpPr>
        <p:spPr>
          <a:xfrm>
            <a:off x="3924270" y="198915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2" name="Rechteck 241"/>
          <p:cNvSpPr/>
          <p:nvPr/>
        </p:nvSpPr>
        <p:spPr>
          <a:xfrm>
            <a:off x="3204170" y="155709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3" name="Rechteck 242"/>
          <p:cNvSpPr/>
          <p:nvPr/>
        </p:nvSpPr>
        <p:spPr>
          <a:xfrm>
            <a:off x="3348190" y="1557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4" name="Rechteck 243"/>
          <p:cNvSpPr/>
          <p:nvPr/>
        </p:nvSpPr>
        <p:spPr>
          <a:xfrm>
            <a:off x="3492210" y="155709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5" name="Rechteck 244"/>
          <p:cNvSpPr/>
          <p:nvPr/>
        </p:nvSpPr>
        <p:spPr>
          <a:xfrm>
            <a:off x="3636230" y="1557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6" name="Rechteck 245"/>
          <p:cNvSpPr/>
          <p:nvPr/>
        </p:nvSpPr>
        <p:spPr>
          <a:xfrm>
            <a:off x="3780250" y="155709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7" name="Rechteck 246"/>
          <p:cNvSpPr/>
          <p:nvPr/>
        </p:nvSpPr>
        <p:spPr>
          <a:xfrm>
            <a:off x="3924270" y="1557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8" name="Rechteck 247"/>
          <p:cNvSpPr/>
          <p:nvPr/>
        </p:nvSpPr>
        <p:spPr>
          <a:xfrm>
            <a:off x="3204170" y="177312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9" name="Rechteck 248"/>
          <p:cNvSpPr/>
          <p:nvPr/>
        </p:nvSpPr>
        <p:spPr>
          <a:xfrm>
            <a:off x="3348190" y="177312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0" name="Rechteck 249"/>
          <p:cNvSpPr/>
          <p:nvPr/>
        </p:nvSpPr>
        <p:spPr>
          <a:xfrm>
            <a:off x="3492210" y="177312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1" name="Rechteck 250"/>
          <p:cNvSpPr/>
          <p:nvPr/>
        </p:nvSpPr>
        <p:spPr>
          <a:xfrm>
            <a:off x="3636230" y="177312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2" name="Rechteck 251"/>
          <p:cNvSpPr/>
          <p:nvPr/>
        </p:nvSpPr>
        <p:spPr>
          <a:xfrm>
            <a:off x="3780250" y="177312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3" name="Rechteck 252"/>
          <p:cNvSpPr/>
          <p:nvPr/>
        </p:nvSpPr>
        <p:spPr>
          <a:xfrm>
            <a:off x="3924270" y="177312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4" name="Rechteck 253"/>
          <p:cNvSpPr/>
          <p:nvPr/>
        </p:nvSpPr>
        <p:spPr>
          <a:xfrm>
            <a:off x="3060150" y="1485080"/>
            <a:ext cx="1008140" cy="1223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0" name="Rechteck 269"/>
          <p:cNvSpPr/>
          <p:nvPr/>
        </p:nvSpPr>
        <p:spPr>
          <a:xfrm>
            <a:off x="2988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overlay (…)</a:t>
            </a:r>
          </a:p>
        </p:txBody>
      </p:sp>
      <p:sp>
        <p:nvSpPr>
          <p:cNvPr id="3" name="Geschweifte Klammer rechts 2"/>
          <p:cNvSpPr/>
          <p:nvPr/>
        </p:nvSpPr>
        <p:spPr>
          <a:xfrm>
            <a:off x="2124000" y="1341000"/>
            <a:ext cx="432000" cy="3312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255" name="Rechteck 254"/>
          <p:cNvSpPr/>
          <p:nvPr/>
        </p:nvSpPr>
        <p:spPr>
          <a:xfrm>
            <a:off x="180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destination table</a:t>
            </a:r>
          </a:p>
        </p:txBody>
      </p:sp>
      <p:sp>
        <p:nvSpPr>
          <p:cNvPr id="262" name="Rechteck 261"/>
          <p:cNvSpPr/>
          <p:nvPr/>
        </p:nvSpPr>
        <p:spPr>
          <a:xfrm>
            <a:off x="4284000" y="1125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 Columns</a:t>
            </a:r>
          </a:p>
        </p:txBody>
      </p:sp>
      <p:sp>
        <p:nvSpPr>
          <p:cNvPr id="265" name="Rechteck 264"/>
          <p:cNvSpPr/>
          <p:nvPr/>
        </p:nvSpPr>
        <p:spPr>
          <a:xfrm>
            <a:off x="4284000" y="1917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No further columns</a:t>
            </a:r>
          </a:p>
          <a:p>
            <a:r>
              <a:rPr lang="en-US" sz="1000" dirty="0">
                <a:solidFill>
                  <a:schemeClr val="tx1"/>
                </a:solidFill>
              </a:rPr>
              <a:t>are added to the </a:t>
            </a:r>
          </a:p>
          <a:p>
            <a:r>
              <a:rPr lang="en-US" sz="1000" dirty="0">
                <a:solidFill>
                  <a:schemeClr val="tx1"/>
                </a:solidFill>
              </a:rPr>
              <a:t>destination table</a:t>
            </a:r>
          </a:p>
        </p:txBody>
      </p:sp>
      <p:grpSp>
        <p:nvGrpSpPr>
          <p:cNvPr id="267" name="Gruppieren 266"/>
          <p:cNvGrpSpPr/>
          <p:nvPr/>
        </p:nvGrpSpPr>
        <p:grpSpPr>
          <a:xfrm>
            <a:off x="1620000" y="2889000"/>
            <a:ext cx="432000" cy="756000"/>
            <a:chOff x="5436610" y="1341320"/>
            <a:chExt cx="432000" cy="756000"/>
          </a:xfrm>
        </p:grpSpPr>
        <p:sp>
          <p:nvSpPr>
            <p:cNvPr id="268" name="Freihandform 267"/>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69" name="Freihandform 268"/>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sp>
          <p:nvSpPr>
            <p:cNvPr id="271" name="Freihandform 270"/>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grpSp>
      <p:grpSp>
        <p:nvGrpSpPr>
          <p:cNvPr id="10" name="Gruppieren 9"/>
          <p:cNvGrpSpPr/>
          <p:nvPr/>
        </p:nvGrpSpPr>
        <p:grpSpPr>
          <a:xfrm>
            <a:off x="4320000" y="1341340"/>
            <a:ext cx="756000" cy="432000"/>
            <a:chOff x="6912610" y="1341320"/>
            <a:chExt cx="756000" cy="432000"/>
          </a:xfrm>
        </p:grpSpPr>
        <p:sp>
          <p:nvSpPr>
            <p:cNvPr id="273" name="Freihandform 272"/>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74" name="Freihandform 273"/>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275" name="Freihandform 274"/>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139" name="Rechteck 138"/>
          <p:cNvSpPr/>
          <p:nvPr/>
        </p:nvSpPr>
        <p:spPr>
          <a:xfrm>
            <a:off x="6011990" y="148512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Rechteck 147"/>
          <p:cNvSpPr/>
          <p:nvPr/>
        </p:nvSpPr>
        <p:spPr>
          <a:xfrm>
            <a:off x="6156010" y="148512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0" name="Rechteck 149"/>
          <p:cNvSpPr/>
          <p:nvPr/>
        </p:nvSpPr>
        <p:spPr>
          <a:xfrm>
            <a:off x="6300000" y="14851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6" name="Rechteck 155"/>
          <p:cNvSpPr/>
          <p:nvPr/>
        </p:nvSpPr>
        <p:spPr>
          <a:xfrm>
            <a:off x="6444050" y="148512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4" name="Rechteck 163"/>
          <p:cNvSpPr/>
          <p:nvPr/>
        </p:nvSpPr>
        <p:spPr>
          <a:xfrm>
            <a:off x="6588070" y="148512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p:cNvSpPr/>
          <p:nvPr/>
        </p:nvSpPr>
        <p:spPr>
          <a:xfrm>
            <a:off x="6732090" y="148512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6" name="Rechteck 165"/>
          <p:cNvSpPr/>
          <p:nvPr/>
        </p:nvSpPr>
        <p:spPr>
          <a:xfrm>
            <a:off x="5867970" y="1341100"/>
            <a:ext cx="12954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7" name="Rechteck 166"/>
          <p:cNvSpPr/>
          <p:nvPr/>
        </p:nvSpPr>
        <p:spPr>
          <a:xfrm>
            <a:off x="5867970" y="148512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1" name="Rechteck 170"/>
          <p:cNvSpPr/>
          <p:nvPr/>
        </p:nvSpPr>
        <p:spPr>
          <a:xfrm>
            <a:off x="6011990" y="13411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172" name="Rechteck 171"/>
          <p:cNvSpPr/>
          <p:nvPr/>
        </p:nvSpPr>
        <p:spPr>
          <a:xfrm>
            <a:off x="6156010" y="13411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86" name="Rechteck 185"/>
          <p:cNvSpPr/>
          <p:nvPr/>
        </p:nvSpPr>
        <p:spPr>
          <a:xfrm>
            <a:off x="6300030" y="13411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187" name="Rechteck 186"/>
          <p:cNvSpPr/>
          <p:nvPr/>
        </p:nvSpPr>
        <p:spPr>
          <a:xfrm>
            <a:off x="6444050" y="13411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201" name="Rechteck 200"/>
          <p:cNvSpPr/>
          <p:nvPr/>
        </p:nvSpPr>
        <p:spPr>
          <a:xfrm>
            <a:off x="6588070" y="13411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202" name="Rechteck 201"/>
          <p:cNvSpPr/>
          <p:nvPr/>
        </p:nvSpPr>
        <p:spPr>
          <a:xfrm>
            <a:off x="6732090" y="13411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203" name="Rechteck 202"/>
          <p:cNvSpPr/>
          <p:nvPr/>
        </p:nvSpPr>
        <p:spPr>
          <a:xfrm>
            <a:off x="5867970" y="155713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4" name="Rechteck 203"/>
          <p:cNvSpPr/>
          <p:nvPr/>
        </p:nvSpPr>
        <p:spPr>
          <a:xfrm>
            <a:off x="5867970" y="1773160"/>
            <a:ext cx="144020" cy="14402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5" name="Rechteck 204"/>
          <p:cNvSpPr/>
          <p:nvPr/>
        </p:nvSpPr>
        <p:spPr>
          <a:xfrm>
            <a:off x="5867970" y="198919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3" name="Rechteck 212"/>
          <p:cNvSpPr/>
          <p:nvPr/>
        </p:nvSpPr>
        <p:spPr>
          <a:xfrm>
            <a:off x="6011840" y="19891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4" name="Rechteck 213"/>
          <p:cNvSpPr/>
          <p:nvPr/>
        </p:nvSpPr>
        <p:spPr>
          <a:xfrm>
            <a:off x="6155860" y="198919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5" name="Rechteck 214"/>
          <p:cNvSpPr/>
          <p:nvPr/>
        </p:nvSpPr>
        <p:spPr>
          <a:xfrm>
            <a:off x="6299880" y="19891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7" name="Rechteck 216"/>
          <p:cNvSpPr/>
          <p:nvPr/>
        </p:nvSpPr>
        <p:spPr>
          <a:xfrm>
            <a:off x="6443900" y="198919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5" name="Rechteck 224"/>
          <p:cNvSpPr/>
          <p:nvPr/>
        </p:nvSpPr>
        <p:spPr>
          <a:xfrm>
            <a:off x="6587920" y="19891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4" name="Rechteck 263"/>
          <p:cNvSpPr/>
          <p:nvPr/>
        </p:nvSpPr>
        <p:spPr>
          <a:xfrm>
            <a:off x="6731940" y="198919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6" name="Rechteck 265"/>
          <p:cNvSpPr/>
          <p:nvPr/>
        </p:nvSpPr>
        <p:spPr>
          <a:xfrm>
            <a:off x="6011840" y="15571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2" name="Rechteck 271"/>
          <p:cNvSpPr/>
          <p:nvPr/>
        </p:nvSpPr>
        <p:spPr>
          <a:xfrm>
            <a:off x="6155860" y="155713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6" name="Rechteck 275"/>
          <p:cNvSpPr/>
          <p:nvPr/>
        </p:nvSpPr>
        <p:spPr>
          <a:xfrm>
            <a:off x="6300030" y="15571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7" name="Rechteck 276"/>
          <p:cNvSpPr/>
          <p:nvPr/>
        </p:nvSpPr>
        <p:spPr>
          <a:xfrm>
            <a:off x="6444050" y="155713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8" name="Rechteck 277"/>
          <p:cNvSpPr/>
          <p:nvPr/>
        </p:nvSpPr>
        <p:spPr>
          <a:xfrm>
            <a:off x="6588070" y="15571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9" name="Rechteck 278"/>
          <p:cNvSpPr/>
          <p:nvPr/>
        </p:nvSpPr>
        <p:spPr>
          <a:xfrm>
            <a:off x="6732090" y="155713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0" name="Rechteck 279"/>
          <p:cNvSpPr/>
          <p:nvPr/>
        </p:nvSpPr>
        <p:spPr>
          <a:xfrm>
            <a:off x="6011840" y="17731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1" name="Rechteck 280"/>
          <p:cNvSpPr/>
          <p:nvPr/>
        </p:nvSpPr>
        <p:spPr>
          <a:xfrm>
            <a:off x="6155860" y="17731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2" name="Rechteck 281"/>
          <p:cNvSpPr/>
          <p:nvPr/>
        </p:nvSpPr>
        <p:spPr>
          <a:xfrm>
            <a:off x="6300030" y="17731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3" name="Rechteck 282"/>
          <p:cNvSpPr/>
          <p:nvPr/>
        </p:nvSpPr>
        <p:spPr>
          <a:xfrm>
            <a:off x="6444050" y="17731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4" name="Rechteck 283"/>
          <p:cNvSpPr/>
          <p:nvPr/>
        </p:nvSpPr>
        <p:spPr>
          <a:xfrm>
            <a:off x="6588070" y="17731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5" name="Rechteck 284"/>
          <p:cNvSpPr/>
          <p:nvPr/>
        </p:nvSpPr>
        <p:spPr>
          <a:xfrm>
            <a:off x="6732090" y="17731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6" name="Rechteck 285"/>
          <p:cNvSpPr/>
          <p:nvPr/>
        </p:nvSpPr>
        <p:spPr>
          <a:xfrm>
            <a:off x="5867970" y="1485120"/>
            <a:ext cx="1295440" cy="122388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91" name="Rechteck 290"/>
          <p:cNvSpPr/>
          <p:nvPr/>
        </p:nvSpPr>
        <p:spPr>
          <a:xfrm>
            <a:off x="6875960" y="13411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292" name="Rechteck 291"/>
          <p:cNvSpPr/>
          <p:nvPr/>
        </p:nvSpPr>
        <p:spPr>
          <a:xfrm>
            <a:off x="7019980" y="13411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293" name="Rechteck 292"/>
          <p:cNvSpPr/>
          <p:nvPr/>
        </p:nvSpPr>
        <p:spPr>
          <a:xfrm>
            <a:off x="6875960" y="198919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4" name="Rechteck 293"/>
          <p:cNvSpPr/>
          <p:nvPr/>
        </p:nvSpPr>
        <p:spPr>
          <a:xfrm>
            <a:off x="7019980" y="198919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5" name="Rechteck 294"/>
          <p:cNvSpPr/>
          <p:nvPr/>
        </p:nvSpPr>
        <p:spPr>
          <a:xfrm>
            <a:off x="6875960" y="155713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6" name="Rechteck 295"/>
          <p:cNvSpPr/>
          <p:nvPr/>
        </p:nvSpPr>
        <p:spPr>
          <a:xfrm>
            <a:off x="7019980" y="155713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8" name="Rechteck 297"/>
          <p:cNvSpPr/>
          <p:nvPr/>
        </p:nvSpPr>
        <p:spPr>
          <a:xfrm>
            <a:off x="6875960" y="177316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9" name="Rechteck 298"/>
          <p:cNvSpPr/>
          <p:nvPr/>
        </p:nvSpPr>
        <p:spPr>
          <a:xfrm>
            <a:off x="7019980" y="177316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3" name="Rechteck 302"/>
          <p:cNvSpPr/>
          <p:nvPr/>
        </p:nvSpPr>
        <p:spPr>
          <a:xfrm>
            <a:off x="5796000" y="11250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overlay extend columns (…)</a:t>
            </a:r>
          </a:p>
        </p:txBody>
      </p:sp>
      <p:grpSp>
        <p:nvGrpSpPr>
          <p:cNvPr id="308" name="Gruppieren 307"/>
          <p:cNvGrpSpPr/>
          <p:nvPr/>
        </p:nvGrpSpPr>
        <p:grpSpPr>
          <a:xfrm>
            <a:off x="7416000" y="1341040"/>
            <a:ext cx="756000" cy="432000"/>
            <a:chOff x="6912610" y="1341320"/>
            <a:chExt cx="756000" cy="432000"/>
          </a:xfrm>
        </p:grpSpPr>
        <p:sp>
          <p:nvSpPr>
            <p:cNvPr id="309" name="Freihandform 308"/>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10" name="Freihandform 309"/>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11" name="Freihandform 310"/>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313" name="Rechteck 312"/>
          <p:cNvSpPr/>
          <p:nvPr/>
        </p:nvSpPr>
        <p:spPr>
          <a:xfrm>
            <a:off x="7380000" y="1845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324" name="Rechteck 323"/>
          <p:cNvSpPr/>
          <p:nvPr/>
        </p:nvSpPr>
        <p:spPr>
          <a:xfrm>
            <a:off x="756000" y="580500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6" name="Rechteck 325"/>
          <p:cNvSpPr/>
          <p:nvPr/>
        </p:nvSpPr>
        <p:spPr>
          <a:xfrm>
            <a:off x="324000" y="4797000"/>
            <a:ext cx="144000" cy="14400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7" name="Rechteck 326"/>
          <p:cNvSpPr/>
          <p:nvPr/>
        </p:nvSpPr>
        <p:spPr>
          <a:xfrm>
            <a:off x="540000" y="479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Matching rows</a:t>
            </a:r>
            <a:br>
              <a:rPr lang="en-US" sz="1000" dirty="0">
                <a:solidFill>
                  <a:schemeClr val="tx1"/>
                </a:solidFill>
              </a:rPr>
            </a:br>
            <a:r>
              <a:rPr lang="en-US" sz="1000" dirty="0">
                <a:solidFill>
                  <a:schemeClr val="tx1"/>
                </a:solidFill>
              </a:rPr>
              <a:t>(Common values in Parameter 3)</a:t>
            </a:r>
          </a:p>
        </p:txBody>
      </p:sp>
      <p:sp>
        <p:nvSpPr>
          <p:cNvPr id="328" name="Rechteck 327"/>
          <p:cNvSpPr/>
          <p:nvPr/>
        </p:nvSpPr>
        <p:spPr>
          <a:xfrm>
            <a:off x="324000" y="501300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9" name="Rechteck 328"/>
          <p:cNvSpPr/>
          <p:nvPr/>
        </p:nvSpPr>
        <p:spPr>
          <a:xfrm>
            <a:off x="324000" y="5229000"/>
            <a:ext cx="144000" cy="144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0" name="Rechteck 329"/>
          <p:cNvSpPr/>
          <p:nvPr/>
        </p:nvSpPr>
        <p:spPr>
          <a:xfrm>
            <a:off x="540000" y="5229000"/>
            <a:ext cx="2088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Merged matching rows</a:t>
            </a:r>
          </a:p>
        </p:txBody>
      </p:sp>
      <p:sp>
        <p:nvSpPr>
          <p:cNvPr id="331" name="Rechteck 330"/>
          <p:cNvSpPr/>
          <p:nvPr/>
        </p:nvSpPr>
        <p:spPr>
          <a:xfrm>
            <a:off x="324000" y="5589000"/>
            <a:ext cx="144000" cy="14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2" name="Rechteck 331"/>
          <p:cNvSpPr/>
          <p:nvPr/>
        </p:nvSpPr>
        <p:spPr>
          <a:xfrm>
            <a:off x="324000" y="5805000"/>
            <a:ext cx="144000" cy="144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3" name="Rechteck 332"/>
          <p:cNvSpPr/>
          <p:nvPr/>
        </p:nvSpPr>
        <p:spPr>
          <a:xfrm>
            <a:off x="972000" y="551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Left to right: Columns in source table, destination table and both</a:t>
            </a:r>
          </a:p>
          <a:p>
            <a:r>
              <a:rPr lang="en-US" sz="1000" dirty="0">
                <a:solidFill>
                  <a:schemeClr val="tx1"/>
                </a:solidFill>
              </a:rPr>
              <a:t>Darker shades indicate common rows</a:t>
            </a:r>
          </a:p>
          <a:p>
            <a:r>
              <a:rPr lang="en-US" sz="1000" dirty="0">
                <a:solidFill>
                  <a:schemeClr val="tx1"/>
                </a:solidFill>
              </a:rPr>
              <a:t>Dark gray: Contents consolidated from source to destination</a:t>
            </a:r>
          </a:p>
        </p:txBody>
      </p:sp>
      <p:sp>
        <p:nvSpPr>
          <p:cNvPr id="314" name="Rechteck 313"/>
          <p:cNvSpPr/>
          <p:nvPr/>
        </p:nvSpPr>
        <p:spPr>
          <a:xfrm>
            <a:off x="3204000" y="386105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5" name="Rechteck 314"/>
          <p:cNvSpPr/>
          <p:nvPr/>
        </p:nvSpPr>
        <p:spPr>
          <a:xfrm>
            <a:off x="3348000" y="386105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6" name="Rechteck 315"/>
          <p:cNvSpPr/>
          <p:nvPr/>
        </p:nvSpPr>
        <p:spPr>
          <a:xfrm>
            <a:off x="3492000" y="386105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0" name="Rechteck 319"/>
          <p:cNvSpPr/>
          <p:nvPr/>
        </p:nvSpPr>
        <p:spPr>
          <a:xfrm>
            <a:off x="3060000" y="3717030"/>
            <a:ext cx="57585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1" name="Rechteck 320"/>
          <p:cNvSpPr/>
          <p:nvPr/>
        </p:nvSpPr>
        <p:spPr>
          <a:xfrm>
            <a:off x="3060000" y="386105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2" name="Rechteck 321"/>
          <p:cNvSpPr/>
          <p:nvPr/>
        </p:nvSpPr>
        <p:spPr>
          <a:xfrm>
            <a:off x="3204020" y="371703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323" name="Rechteck 322"/>
          <p:cNvSpPr/>
          <p:nvPr/>
        </p:nvSpPr>
        <p:spPr>
          <a:xfrm>
            <a:off x="3348040" y="371703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325" name="Rechteck 324"/>
          <p:cNvSpPr/>
          <p:nvPr/>
        </p:nvSpPr>
        <p:spPr>
          <a:xfrm>
            <a:off x="3492060" y="371703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339" name="Rechteck 338"/>
          <p:cNvSpPr/>
          <p:nvPr/>
        </p:nvSpPr>
        <p:spPr>
          <a:xfrm>
            <a:off x="3060000" y="393306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0" name="Rechteck 339"/>
          <p:cNvSpPr/>
          <p:nvPr/>
        </p:nvSpPr>
        <p:spPr>
          <a:xfrm>
            <a:off x="3060000" y="414909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1" name="Rechteck 340"/>
          <p:cNvSpPr/>
          <p:nvPr/>
        </p:nvSpPr>
        <p:spPr>
          <a:xfrm>
            <a:off x="3060000" y="436512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2" name="Rechteck 341"/>
          <p:cNvSpPr/>
          <p:nvPr/>
        </p:nvSpPr>
        <p:spPr>
          <a:xfrm>
            <a:off x="3204020" y="436512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3" name="Rechteck 342"/>
          <p:cNvSpPr/>
          <p:nvPr/>
        </p:nvSpPr>
        <p:spPr>
          <a:xfrm>
            <a:off x="3348040" y="436512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4" name="Rechteck 343"/>
          <p:cNvSpPr/>
          <p:nvPr/>
        </p:nvSpPr>
        <p:spPr>
          <a:xfrm>
            <a:off x="3492060" y="4365120"/>
            <a:ext cx="144000" cy="7201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8" name="Rechteck 347"/>
          <p:cNvSpPr/>
          <p:nvPr/>
        </p:nvSpPr>
        <p:spPr>
          <a:xfrm>
            <a:off x="3204020" y="39330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9" name="Rechteck 348"/>
          <p:cNvSpPr/>
          <p:nvPr/>
        </p:nvSpPr>
        <p:spPr>
          <a:xfrm>
            <a:off x="3348040" y="39330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0" name="Rechteck 349"/>
          <p:cNvSpPr/>
          <p:nvPr/>
        </p:nvSpPr>
        <p:spPr>
          <a:xfrm>
            <a:off x="3492060" y="393306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4" name="Rechteck 353"/>
          <p:cNvSpPr/>
          <p:nvPr/>
        </p:nvSpPr>
        <p:spPr>
          <a:xfrm>
            <a:off x="3204020" y="4149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5" name="Rechteck 354"/>
          <p:cNvSpPr/>
          <p:nvPr/>
        </p:nvSpPr>
        <p:spPr>
          <a:xfrm>
            <a:off x="3348040" y="4149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6" name="Rechteck 355"/>
          <p:cNvSpPr/>
          <p:nvPr/>
        </p:nvSpPr>
        <p:spPr>
          <a:xfrm>
            <a:off x="3492060" y="414909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0" name="Rechteck 359"/>
          <p:cNvSpPr/>
          <p:nvPr/>
        </p:nvSpPr>
        <p:spPr>
          <a:xfrm>
            <a:off x="3060000" y="3861050"/>
            <a:ext cx="575850" cy="12239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7" name="Rechteck 366"/>
          <p:cNvSpPr/>
          <p:nvPr/>
        </p:nvSpPr>
        <p:spPr>
          <a:xfrm>
            <a:off x="29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overlay</a:t>
            </a:r>
            <a:br>
              <a:rPr lang="en-US" sz="1100" b="1" dirty="0">
                <a:solidFill>
                  <a:schemeClr val="tx1"/>
                </a:solidFill>
              </a:rPr>
            </a:br>
            <a:r>
              <a:rPr lang="en-US" sz="1100" b="1" dirty="0">
                <a:solidFill>
                  <a:schemeClr val="tx1"/>
                </a:solidFill>
              </a:rPr>
              <a:t>intersect columns (…)</a:t>
            </a:r>
          </a:p>
        </p:txBody>
      </p:sp>
      <p:sp>
        <p:nvSpPr>
          <p:cNvPr id="371" name="Rechteck 370"/>
          <p:cNvSpPr/>
          <p:nvPr/>
        </p:nvSpPr>
        <p:spPr>
          <a:xfrm>
            <a:off x="3708000" y="4221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common</a:t>
            </a:r>
            <a:br>
              <a:rPr lang="en-US" sz="1000" dirty="0">
                <a:solidFill>
                  <a:schemeClr val="tx1"/>
                </a:solidFill>
              </a:rPr>
            </a:br>
            <a:r>
              <a:rPr lang="en-US" sz="1000" dirty="0">
                <a:solidFill>
                  <a:schemeClr val="tx1"/>
                </a:solidFill>
              </a:rPr>
              <a:t>columns</a:t>
            </a:r>
          </a:p>
          <a:p>
            <a:r>
              <a:rPr lang="en-US" sz="1000" dirty="0">
                <a:solidFill>
                  <a:schemeClr val="tx1"/>
                </a:solidFill>
              </a:rPr>
              <a:t>are included</a:t>
            </a:r>
          </a:p>
        </p:txBody>
      </p:sp>
      <p:grpSp>
        <p:nvGrpSpPr>
          <p:cNvPr id="380" name="Gruppieren 379"/>
          <p:cNvGrpSpPr/>
          <p:nvPr/>
        </p:nvGrpSpPr>
        <p:grpSpPr>
          <a:xfrm>
            <a:off x="3743390" y="3716950"/>
            <a:ext cx="756000" cy="432000"/>
            <a:chOff x="6912610" y="1341320"/>
            <a:chExt cx="756000" cy="432000"/>
          </a:xfrm>
        </p:grpSpPr>
        <p:sp>
          <p:nvSpPr>
            <p:cNvPr id="381" name="Freihandform 380"/>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82" name="Freihandform 381"/>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83" name="Freihandform 382"/>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14" name="Rechteck 413"/>
          <p:cNvSpPr/>
          <p:nvPr/>
        </p:nvSpPr>
        <p:spPr>
          <a:xfrm>
            <a:off x="47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a:t>
            </a:r>
            <a:br>
              <a:rPr lang="en-US" sz="1100" b="1" dirty="0">
                <a:solidFill>
                  <a:schemeClr val="tx1"/>
                </a:solidFill>
              </a:rPr>
            </a:br>
            <a:r>
              <a:rPr lang="en-US" sz="1100" b="1" dirty="0">
                <a:solidFill>
                  <a:schemeClr val="tx1"/>
                </a:solidFill>
              </a:rPr>
              <a:t>subtract columns (…)</a:t>
            </a:r>
          </a:p>
        </p:txBody>
      </p:sp>
      <p:sp>
        <p:nvSpPr>
          <p:cNvPr id="416" name="Rechteck 415"/>
          <p:cNvSpPr/>
          <p:nvPr/>
        </p:nvSpPr>
        <p:spPr>
          <a:xfrm>
            <a:off x="5508000" y="422105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common</a:t>
            </a:r>
          </a:p>
          <a:p>
            <a:r>
              <a:rPr lang="en-US" sz="1000" dirty="0">
                <a:solidFill>
                  <a:schemeClr val="tx1"/>
                </a:solidFill>
              </a:rPr>
              <a:t>columns</a:t>
            </a:r>
            <a:br>
              <a:rPr lang="en-US" sz="1000" dirty="0">
                <a:solidFill>
                  <a:schemeClr val="tx1"/>
                </a:solidFill>
              </a:rPr>
            </a:br>
            <a:r>
              <a:rPr lang="en-US" sz="1000" dirty="0">
                <a:solidFill>
                  <a:schemeClr val="tx1"/>
                </a:solidFill>
              </a:rPr>
              <a:t>removed</a:t>
            </a:r>
          </a:p>
          <a:p>
            <a:r>
              <a:rPr lang="en-US" sz="1000" dirty="0">
                <a:solidFill>
                  <a:schemeClr val="tx1"/>
                </a:solidFill>
              </a:rPr>
              <a:t>from destination</a:t>
            </a:r>
          </a:p>
          <a:p>
            <a:r>
              <a:rPr lang="en-US" sz="1000" dirty="0">
                <a:solidFill>
                  <a:schemeClr val="tx1"/>
                </a:solidFill>
              </a:rPr>
              <a:t>table (except</a:t>
            </a:r>
          </a:p>
          <a:p>
            <a:r>
              <a:rPr lang="en-US" sz="1000" dirty="0">
                <a:solidFill>
                  <a:schemeClr val="tx1"/>
                </a:solidFill>
              </a:rPr>
              <a:t>identifier columns)</a:t>
            </a:r>
          </a:p>
        </p:txBody>
      </p:sp>
      <p:sp>
        <p:nvSpPr>
          <p:cNvPr id="304" name="Rechteck 303"/>
          <p:cNvSpPr/>
          <p:nvPr/>
        </p:nvSpPr>
        <p:spPr>
          <a:xfrm>
            <a:off x="5003880" y="38610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6" name="Rechteck 305"/>
          <p:cNvSpPr/>
          <p:nvPr/>
        </p:nvSpPr>
        <p:spPr>
          <a:xfrm>
            <a:off x="5148000" y="38610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2" name="Rechteck 311"/>
          <p:cNvSpPr/>
          <p:nvPr/>
        </p:nvSpPr>
        <p:spPr>
          <a:xfrm>
            <a:off x="5291980" y="38610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8" name="Rechteck 317"/>
          <p:cNvSpPr/>
          <p:nvPr/>
        </p:nvSpPr>
        <p:spPr>
          <a:xfrm>
            <a:off x="4859860" y="3716980"/>
            <a:ext cx="576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9" name="Rechteck 318"/>
          <p:cNvSpPr/>
          <p:nvPr/>
        </p:nvSpPr>
        <p:spPr>
          <a:xfrm>
            <a:off x="4859860" y="386100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6" name="Rechteck 335"/>
          <p:cNvSpPr/>
          <p:nvPr/>
        </p:nvSpPr>
        <p:spPr>
          <a:xfrm>
            <a:off x="500388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37" name="Rechteck 336"/>
          <p:cNvSpPr/>
          <p:nvPr/>
        </p:nvSpPr>
        <p:spPr>
          <a:xfrm>
            <a:off x="514790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338" name="Rechteck 337"/>
          <p:cNvSpPr/>
          <p:nvPr/>
        </p:nvSpPr>
        <p:spPr>
          <a:xfrm>
            <a:off x="529192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353" name="Rechteck 352"/>
          <p:cNvSpPr/>
          <p:nvPr/>
        </p:nvSpPr>
        <p:spPr>
          <a:xfrm>
            <a:off x="4859860" y="393301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7" name="Rechteck 356"/>
          <p:cNvSpPr/>
          <p:nvPr/>
        </p:nvSpPr>
        <p:spPr>
          <a:xfrm>
            <a:off x="4859860" y="414904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8" name="Rechteck 357"/>
          <p:cNvSpPr/>
          <p:nvPr/>
        </p:nvSpPr>
        <p:spPr>
          <a:xfrm>
            <a:off x="4859860" y="436507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8" name="Rechteck 367"/>
          <p:cNvSpPr/>
          <p:nvPr/>
        </p:nvSpPr>
        <p:spPr>
          <a:xfrm>
            <a:off x="5003880" y="436507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9" name="Rechteck 368"/>
          <p:cNvSpPr/>
          <p:nvPr/>
        </p:nvSpPr>
        <p:spPr>
          <a:xfrm>
            <a:off x="5147900" y="436507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0" name="Rechteck 369"/>
          <p:cNvSpPr/>
          <p:nvPr/>
        </p:nvSpPr>
        <p:spPr>
          <a:xfrm>
            <a:off x="5291920" y="436507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5" name="Rechteck 374"/>
          <p:cNvSpPr/>
          <p:nvPr/>
        </p:nvSpPr>
        <p:spPr>
          <a:xfrm>
            <a:off x="5003880" y="393301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6" name="Rechteck 375"/>
          <p:cNvSpPr/>
          <p:nvPr/>
        </p:nvSpPr>
        <p:spPr>
          <a:xfrm>
            <a:off x="5147900" y="393301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7" name="Rechteck 376"/>
          <p:cNvSpPr/>
          <p:nvPr/>
        </p:nvSpPr>
        <p:spPr>
          <a:xfrm>
            <a:off x="5291920" y="393301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7" name="Rechteck 386"/>
          <p:cNvSpPr/>
          <p:nvPr/>
        </p:nvSpPr>
        <p:spPr>
          <a:xfrm>
            <a:off x="5003880" y="41490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8" name="Rechteck 387"/>
          <p:cNvSpPr/>
          <p:nvPr/>
        </p:nvSpPr>
        <p:spPr>
          <a:xfrm>
            <a:off x="5147900" y="41490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9" name="Rechteck 388"/>
          <p:cNvSpPr/>
          <p:nvPr/>
        </p:nvSpPr>
        <p:spPr>
          <a:xfrm>
            <a:off x="5291920" y="41490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3" name="Rechteck 392"/>
          <p:cNvSpPr/>
          <p:nvPr/>
        </p:nvSpPr>
        <p:spPr>
          <a:xfrm>
            <a:off x="4859860" y="3861000"/>
            <a:ext cx="576140" cy="122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0" name="Rechteck 399"/>
          <p:cNvSpPr/>
          <p:nvPr/>
        </p:nvSpPr>
        <p:spPr>
          <a:xfrm>
            <a:off x="6803990" y="386102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5" name="Rechteck 414"/>
          <p:cNvSpPr/>
          <p:nvPr/>
        </p:nvSpPr>
        <p:spPr>
          <a:xfrm>
            <a:off x="6948120" y="386100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8" name="Rechteck 417"/>
          <p:cNvSpPr/>
          <p:nvPr/>
        </p:nvSpPr>
        <p:spPr>
          <a:xfrm>
            <a:off x="7092270" y="386102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0" name="Rechteck 419"/>
          <p:cNvSpPr/>
          <p:nvPr/>
        </p:nvSpPr>
        <p:spPr>
          <a:xfrm>
            <a:off x="6659970" y="3717000"/>
            <a:ext cx="86403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1" name="Rechteck 420"/>
          <p:cNvSpPr/>
          <p:nvPr/>
        </p:nvSpPr>
        <p:spPr>
          <a:xfrm>
            <a:off x="6659970" y="386102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2" name="Rechteck 421"/>
          <p:cNvSpPr/>
          <p:nvPr/>
        </p:nvSpPr>
        <p:spPr>
          <a:xfrm>
            <a:off x="680399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424" name="Rechteck 423"/>
          <p:cNvSpPr/>
          <p:nvPr/>
        </p:nvSpPr>
        <p:spPr>
          <a:xfrm>
            <a:off x="694815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433" name="Rechteck 432"/>
          <p:cNvSpPr/>
          <p:nvPr/>
        </p:nvSpPr>
        <p:spPr>
          <a:xfrm>
            <a:off x="709227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435" name="Rechteck 434"/>
          <p:cNvSpPr/>
          <p:nvPr/>
        </p:nvSpPr>
        <p:spPr>
          <a:xfrm>
            <a:off x="6659970" y="3933030"/>
            <a:ext cx="144020" cy="14402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6" name="Rechteck 435"/>
          <p:cNvSpPr/>
          <p:nvPr/>
        </p:nvSpPr>
        <p:spPr>
          <a:xfrm>
            <a:off x="6659970" y="4149060"/>
            <a:ext cx="144020" cy="144020"/>
          </a:xfrm>
          <a:prstGeom prst="rect">
            <a:avLst/>
          </a:pr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7" name="Rechteck 436"/>
          <p:cNvSpPr/>
          <p:nvPr/>
        </p:nvSpPr>
        <p:spPr>
          <a:xfrm>
            <a:off x="6659970" y="4365090"/>
            <a:ext cx="14402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8" name="Rechteck 437"/>
          <p:cNvSpPr/>
          <p:nvPr/>
        </p:nvSpPr>
        <p:spPr>
          <a:xfrm>
            <a:off x="6803840" y="43650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0" name="Rechteck 439"/>
          <p:cNvSpPr/>
          <p:nvPr/>
        </p:nvSpPr>
        <p:spPr>
          <a:xfrm>
            <a:off x="6948000" y="43650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2" name="Rechteck 441"/>
          <p:cNvSpPr/>
          <p:nvPr/>
        </p:nvSpPr>
        <p:spPr>
          <a:xfrm>
            <a:off x="7092120" y="436509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4" name="Rechteck 443"/>
          <p:cNvSpPr/>
          <p:nvPr/>
        </p:nvSpPr>
        <p:spPr>
          <a:xfrm>
            <a:off x="6803840" y="39330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6" name="Rechteck 445"/>
          <p:cNvSpPr/>
          <p:nvPr/>
        </p:nvSpPr>
        <p:spPr>
          <a:xfrm>
            <a:off x="6948150" y="39330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8" name="Rechteck 447"/>
          <p:cNvSpPr/>
          <p:nvPr/>
        </p:nvSpPr>
        <p:spPr>
          <a:xfrm>
            <a:off x="7092270" y="393303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0" name="Rechteck 449"/>
          <p:cNvSpPr/>
          <p:nvPr/>
        </p:nvSpPr>
        <p:spPr>
          <a:xfrm>
            <a:off x="6803840" y="41490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2" name="Rechteck 451"/>
          <p:cNvSpPr/>
          <p:nvPr/>
        </p:nvSpPr>
        <p:spPr>
          <a:xfrm>
            <a:off x="6948150" y="41490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4" name="Rechteck 453"/>
          <p:cNvSpPr/>
          <p:nvPr/>
        </p:nvSpPr>
        <p:spPr>
          <a:xfrm>
            <a:off x="7092270" y="414906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6" name="Rechteck 455"/>
          <p:cNvSpPr/>
          <p:nvPr/>
        </p:nvSpPr>
        <p:spPr>
          <a:xfrm>
            <a:off x="6659970" y="3861020"/>
            <a:ext cx="864030" cy="122398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61" name="Rechteck 460"/>
          <p:cNvSpPr/>
          <p:nvPr/>
        </p:nvSpPr>
        <p:spPr>
          <a:xfrm>
            <a:off x="7236760" y="3717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462" name="Rechteck 461"/>
          <p:cNvSpPr/>
          <p:nvPr/>
        </p:nvSpPr>
        <p:spPr>
          <a:xfrm>
            <a:off x="7380780" y="3717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463" name="Rechteck 462"/>
          <p:cNvSpPr/>
          <p:nvPr/>
        </p:nvSpPr>
        <p:spPr>
          <a:xfrm>
            <a:off x="7236760" y="436509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4" name="Rechteck 463"/>
          <p:cNvSpPr/>
          <p:nvPr/>
        </p:nvSpPr>
        <p:spPr>
          <a:xfrm>
            <a:off x="7380780" y="436509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5" name="Rechteck 464"/>
          <p:cNvSpPr/>
          <p:nvPr/>
        </p:nvSpPr>
        <p:spPr>
          <a:xfrm>
            <a:off x="7236760" y="393303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6" name="Rechteck 465"/>
          <p:cNvSpPr/>
          <p:nvPr/>
        </p:nvSpPr>
        <p:spPr>
          <a:xfrm>
            <a:off x="7380780" y="393303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7" name="Rechteck 466"/>
          <p:cNvSpPr/>
          <p:nvPr/>
        </p:nvSpPr>
        <p:spPr>
          <a:xfrm>
            <a:off x="7236760" y="414906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8" name="Rechteck 467"/>
          <p:cNvSpPr/>
          <p:nvPr/>
        </p:nvSpPr>
        <p:spPr>
          <a:xfrm>
            <a:off x="7380780" y="414906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2" name="Rechteck 471"/>
          <p:cNvSpPr/>
          <p:nvPr/>
        </p:nvSpPr>
        <p:spPr>
          <a:xfrm>
            <a:off x="65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overlay</a:t>
            </a:r>
            <a:br>
              <a:rPr lang="en-US" sz="1100" b="1" dirty="0">
                <a:solidFill>
                  <a:schemeClr val="tx1"/>
                </a:solidFill>
              </a:rPr>
            </a:br>
            <a:r>
              <a:rPr lang="en-US" sz="1100" b="1" dirty="0">
                <a:solidFill>
                  <a:schemeClr val="tx1"/>
                </a:solidFill>
              </a:rPr>
              <a:t>exclusive columns (…)</a:t>
            </a:r>
          </a:p>
        </p:txBody>
      </p:sp>
      <p:grpSp>
        <p:nvGrpSpPr>
          <p:cNvPr id="473" name="Gruppieren 472"/>
          <p:cNvGrpSpPr/>
          <p:nvPr/>
        </p:nvGrpSpPr>
        <p:grpSpPr>
          <a:xfrm>
            <a:off x="7632000" y="3717000"/>
            <a:ext cx="756000" cy="432000"/>
            <a:chOff x="6912610" y="1341320"/>
            <a:chExt cx="756000" cy="432000"/>
          </a:xfrm>
        </p:grpSpPr>
        <p:sp>
          <p:nvSpPr>
            <p:cNvPr id="474" name="Freihandform 473"/>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75" name="Freihandform 474"/>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76" name="Freihandform 475"/>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77" name="Rechteck 476"/>
          <p:cNvSpPr/>
          <p:nvPr/>
        </p:nvSpPr>
        <p:spPr>
          <a:xfrm>
            <a:off x="7596000" y="422098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478" name="Rechteck 477"/>
          <p:cNvSpPr/>
          <p:nvPr/>
        </p:nvSpPr>
        <p:spPr>
          <a:xfrm>
            <a:off x="180000" y="3140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source table</a:t>
            </a:r>
          </a:p>
        </p:txBody>
      </p:sp>
      <p:sp>
        <p:nvSpPr>
          <p:cNvPr id="479" name="Rechteck 478"/>
          <p:cNvSpPr/>
          <p:nvPr/>
        </p:nvSpPr>
        <p:spPr>
          <a:xfrm>
            <a:off x="180000" y="12773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2)</a:t>
            </a:r>
          </a:p>
        </p:txBody>
      </p:sp>
      <p:sp>
        <p:nvSpPr>
          <p:cNvPr id="480" name="Rechteck 479"/>
          <p:cNvSpPr/>
          <p:nvPr/>
        </p:nvSpPr>
        <p:spPr>
          <a:xfrm>
            <a:off x="180000" y="328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1)</a:t>
            </a:r>
          </a:p>
        </p:txBody>
      </p:sp>
      <p:sp>
        <p:nvSpPr>
          <p:cNvPr id="481" name="Rechteck 480"/>
          <p:cNvSpPr/>
          <p:nvPr/>
        </p:nvSpPr>
        <p:spPr>
          <a:xfrm>
            <a:off x="540000" y="5589000"/>
            <a:ext cx="144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2" name="Rechteck 481"/>
          <p:cNvSpPr/>
          <p:nvPr/>
        </p:nvSpPr>
        <p:spPr>
          <a:xfrm>
            <a:off x="540000" y="580500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3" name="Rechteck 482"/>
          <p:cNvSpPr/>
          <p:nvPr/>
        </p:nvSpPr>
        <p:spPr>
          <a:xfrm>
            <a:off x="756000" y="5589000"/>
            <a:ext cx="144000" cy="14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4" name="Rechteck 483"/>
          <p:cNvSpPr/>
          <p:nvPr/>
        </p:nvSpPr>
        <p:spPr>
          <a:xfrm>
            <a:off x="1476000" y="2493000"/>
            <a:ext cx="79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a:t>
            </a:r>
          </a:p>
          <a:p>
            <a:r>
              <a:rPr lang="en-US" sz="1100" dirty="0">
                <a:solidFill>
                  <a:schemeClr val="tx1"/>
                </a:solidFill>
              </a:rPr>
              <a:t>Rows:</a:t>
            </a:r>
          </a:p>
        </p:txBody>
      </p:sp>
      <p:sp>
        <p:nvSpPr>
          <p:cNvPr id="297" name="Rechteck 296"/>
          <p:cNvSpPr/>
          <p:nvPr/>
        </p:nvSpPr>
        <p:spPr>
          <a:xfrm>
            <a:off x="5580000" y="2925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Attention:</a:t>
            </a:r>
            <a:r>
              <a:rPr lang="en-US" sz="1100" dirty="0">
                <a:solidFill>
                  <a:schemeClr val="tx1"/>
                </a:solidFill>
              </a:rPr>
              <a:t> Do not write</a:t>
            </a:r>
          </a:p>
          <a:p>
            <a:r>
              <a:rPr lang="en-US" sz="1100" dirty="0">
                <a:solidFill>
                  <a:schemeClr val="tx1"/>
                </a:solidFill>
              </a:rPr>
              <a:t>“table overlay subtract columns”</a:t>
            </a:r>
          </a:p>
        </p:txBody>
      </p:sp>
      <p:cxnSp>
        <p:nvCxnSpPr>
          <p:cNvPr id="5" name="Gerade Verbindung mit Pfeil 4"/>
          <p:cNvCxnSpPr>
            <a:stCxn id="297" idx="1"/>
          </p:cNvCxnSpPr>
          <p:nvPr/>
        </p:nvCxnSpPr>
        <p:spPr>
          <a:xfrm flipH="1">
            <a:off x="5148000" y="2997010"/>
            <a:ext cx="432000" cy="2879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25899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5" name="Gruppieren 424"/>
          <p:cNvGrpSpPr/>
          <p:nvPr/>
        </p:nvGrpSpPr>
        <p:grpSpPr>
          <a:xfrm>
            <a:off x="5544000" y="3717000"/>
            <a:ext cx="756000" cy="432000"/>
            <a:chOff x="6912610" y="1341320"/>
            <a:chExt cx="756000" cy="432000"/>
          </a:xfrm>
        </p:grpSpPr>
        <p:sp>
          <p:nvSpPr>
            <p:cNvPr id="426" name="Freihandform 425"/>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27" name="Freihandform 426"/>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28" name="Freihandform 427"/>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157" name="Rechteck 156"/>
          <p:cNvSpPr/>
          <p:nvPr/>
        </p:nvSpPr>
        <p:spPr>
          <a:xfrm>
            <a:off x="39602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p:cNvSpPr/>
          <p:nvPr/>
        </p:nvSpPr>
        <p:spPr>
          <a:xfrm>
            <a:off x="54004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p:cNvSpPr/>
          <p:nvPr/>
        </p:nvSpPr>
        <p:spPr>
          <a:xfrm>
            <a:off x="68406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p:cNvSpPr/>
          <p:nvPr/>
        </p:nvSpPr>
        <p:spPr>
          <a:xfrm>
            <a:off x="82808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p:cNvSpPr/>
          <p:nvPr/>
        </p:nvSpPr>
        <p:spPr>
          <a:xfrm>
            <a:off x="97210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p:cNvSpPr/>
          <p:nvPr/>
        </p:nvSpPr>
        <p:spPr>
          <a:xfrm>
            <a:off x="111612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p:cNvSpPr/>
          <p:nvPr/>
        </p:nvSpPr>
        <p:spPr>
          <a:xfrm>
            <a:off x="39625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2" name="Rechteck 151"/>
          <p:cNvSpPr/>
          <p:nvPr/>
        </p:nvSpPr>
        <p:spPr>
          <a:xfrm>
            <a:off x="54027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p:cNvSpPr/>
          <p:nvPr/>
        </p:nvSpPr>
        <p:spPr>
          <a:xfrm>
            <a:off x="68429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4" name="Rechteck 153"/>
          <p:cNvSpPr/>
          <p:nvPr/>
        </p:nvSpPr>
        <p:spPr>
          <a:xfrm>
            <a:off x="82831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p:cNvSpPr/>
          <p:nvPr/>
        </p:nvSpPr>
        <p:spPr>
          <a:xfrm>
            <a:off x="97233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252000" y="1628810"/>
            <a:ext cx="1008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Intersect – Output Models</a:t>
            </a:r>
          </a:p>
        </p:txBody>
      </p:sp>
      <p:sp>
        <p:nvSpPr>
          <p:cNvPr id="365" name="Rechteck 364"/>
          <p:cNvSpPr/>
          <p:nvPr/>
        </p:nvSpPr>
        <p:spPr>
          <a:xfrm>
            <a:off x="252000" y="177283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2" name="Rechteck 121"/>
          <p:cNvSpPr/>
          <p:nvPr/>
        </p:nvSpPr>
        <p:spPr>
          <a:xfrm>
            <a:off x="396020" y="162881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123" name="Rechteck 122"/>
          <p:cNvSpPr/>
          <p:nvPr/>
        </p:nvSpPr>
        <p:spPr>
          <a:xfrm>
            <a:off x="54004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24" name="Rechteck 123"/>
          <p:cNvSpPr/>
          <p:nvPr/>
        </p:nvSpPr>
        <p:spPr>
          <a:xfrm>
            <a:off x="684060" y="162881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125" name="Rechteck 124"/>
          <p:cNvSpPr/>
          <p:nvPr/>
        </p:nvSpPr>
        <p:spPr>
          <a:xfrm>
            <a:off x="82808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26" name="Rechteck 125"/>
          <p:cNvSpPr/>
          <p:nvPr/>
        </p:nvSpPr>
        <p:spPr>
          <a:xfrm>
            <a:off x="972100" y="162881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127" name="Rechteck 126"/>
          <p:cNvSpPr/>
          <p:nvPr/>
        </p:nvSpPr>
        <p:spPr>
          <a:xfrm>
            <a:off x="111612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2" name="Rechteck 141"/>
          <p:cNvSpPr/>
          <p:nvPr/>
        </p:nvSpPr>
        <p:spPr>
          <a:xfrm>
            <a:off x="252230" y="3717000"/>
            <a:ext cx="144020" cy="72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p:cNvSpPr/>
          <p:nvPr/>
        </p:nvSpPr>
        <p:spPr>
          <a:xfrm>
            <a:off x="39625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44" name="Rechteck 143"/>
          <p:cNvSpPr/>
          <p:nvPr/>
        </p:nvSpPr>
        <p:spPr>
          <a:xfrm>
            <a:off x="54027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45" name="Rechteck 144"/>
          <p:cNvSpPr/>
          <p:nvPr/>
        </p:nvSpPr>
        <p:spPr>
          <a:xfrm>
            <a:off x="68429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6" name="Rechteck 145"/>
          <p:cNvSpPr/>
          <p:nvPr/>
        </p:nvSpPr>
        <p:spPr>
          <a:xfrm>
            <a:off x="82831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147" name="Rechteck 146"/>
          <p:cNvSpPr/>
          <p:nvPr/>
        </p:nvSpPr>
        <p:spPr>
          <a:xfrm>
            <a:off x="97233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163" name="Rechteck 162"/>
          <p:cNvSpPr/>
          <p:nvPr/>
        </p:nvSpPr>
        <p:spPr>
          <a:xfrm>
            <a:off x="252230" y="3788680"/>
            <a:ext cx="863770" cy="719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0" name="Rechteck 139"/>
          <p:cNvSpPr/>
          <p:nvPr/>
        </p:nvSpPr>
        <p:spPr>
          <a:xfrm>
            <a:off x="252230" y="3572980"/>
            <a:ext cx="863770" cy="863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1" name="Rechteck 140"/>
          <p:cNvSpPr/>
          <p:nvPr/>
        </p:nvSpPr>
        <p:spPr>
          <a:xfrm>
            <a:off x="252230" y="3717000"/>
            <a:ext cx="863770" cy="71968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8" name="Rechteck 167"/>
          <p:cNvSpPr/>
          <p:nvPr/>
        </p:nvSpPr>
        <p:spPr>
          <a:xfrm>
            <a:off x="252230" y="4004640"/>
            <a:ext cx="863770" cy="288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9" name="Rechteck 168"/>
          <p:cNvSpPr/>
          <p:nvPr/>
        </p:nvSpPr>
        <p:spPr>
          <a:xfrm>
            <a:off x="252230" y="400467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p:cNvSpPr/>
          <p:nvPr/>
        </p:nvSpPr>
        <p:spPr>
          <a:xfrm>
            <a:off x="252230" y="4004640"/>
            <a:ext cx="144000" cy="28804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3" name="Rechteck 172"/>
          <p:cNvSpPr/>
          <p:nvPr/>
        </p:nvSpPr>
        <p:spPr>
          <a:xfrm>
            <a:off x="252000" y="184484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4" name="Rechteck 173"/>
          <p:cNvSpPr/>
          <p:nvPr/>
        </p:nvSpPr>
        <p:spPr>
          <a:xfrm>
            <a:off x="252000" y="206100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5" name="Rechteck 174"/>
          <p:cNvSpPr/>
          <p:nvPr/>
        </p:nvSpPr>
        <p:spPr>
          <a:xfrm>
            <a:off x="252000" y="22770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6" name="Rechteck 175"/>
          <p:cNvSpPr/>
          <p:nvPr/>
        </p:nvSpPr>
        <p:spPr>
          <a:xfrm>
            <a:off x="39625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7" name="Rechteck 176"/>
          <p:cNvSpPr/>
          <p:nvPr/>
        </p:nvSpPr>
        <p:spPr>
          <a:xfrm>
            <a:off x="39625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p:cNvSpPr/>
          <p:nvPr/>
        </p:nvSpPr>
        <p:spPr>
          <a:xfrm>
            <a:off x="54027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p:cNvSpPr/>
          <p:nvPr/>
        </p:nvSpPr>
        <p:spPr>
          <a:xfrm>
            <a:off x="54027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p:cNvSpPr/>
          <p:nvPr/>
        </p:nvSpPr>
        <p:spPr>
          <a:xfrm>
            <a:off x="68429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1" name="Rechteck 180"/>
          <p:cNvSpPr/>
          <p:nvPr/>
        </p:nvSpPr>
        <p:spPr>
          <a:xfrm>
            <a:off x="68429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2" name="Rechteck 181"/>
          <p:cNvSpPr/>
          <p:nvPr/>
        </p:nvSpPr>
        <p:spPr>
          <a:xfrm>
            <a:off x="82831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3" name="Rechteck 182"/>
          <p:cNvSpPr/>
          <p:nvPr/>
        </p:nvSpPr>
        <p:spPr>
          <a:xfrm>
            <a:off x="82831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4" name="Rechteck 183"/>
          <p:cNvSpPr/>
          <p:nvPr/>
        </p:nvSpPr>
        <p:spPr>
          <a:xfrm>
            <a:off x="97233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5" name="Rechteck 184"/>
          <p:cNvSpPr/>
          <p:nvPr/>
        </p:nvSpPr>
        <p:spPr>
          <a:xfrm>
            <a:off x="97233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p:cNvSpPr/>
          <p:nvPr/>
        </p:nvSpPr>
        <p:spPr>
          <a:xfrm>
            <a:off x="39602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54004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68406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1" name="Rechteck 190"/>
          <p:cNvSpPr/>
          <p:nvPr/>
        </p:nvSpPr>
        <p:spPr>
          <a:xfrm>
            <a:off x="82808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p:cNvSpPr/>
          <p:nvPr/>
        </p:nvSpPr>
        <p:spPr>
          <a:xfrm>
            <a:off x="97210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3" name="Rechteck 192"/>
          <p:cNvSpPr/>
          <p:nvPr/>
        </p:nvSpPr>
        <p:spPr>
          <a:xfrm>
            <a:off x="111612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39602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p:cNvSpPr/>
          <p:nvPr/>
        </p:nvSpPr>
        <p:spPr>
          <a:xfrm>
            <a:off x="54004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p:cNvSpPr/>
          <p:nvPr/>
        </p:nvSpPr>
        <p:spPr>
          <a:xfrm>
            <a:off x="68406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p:cNvSpPr/>
          <p:nvPr/>
        </p:nvSpPr>
        <p:spPr>
          <a:xfrm>
            <a:off x="82808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97210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9" name="Rechteck 198"/>
          <p:cNvSpPr/>
          <p:nvPr/>
        </p:nvSpPr>
        <p:spPr>
          <a:xfrm>
            <a:off x="111612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6" name="Rechteck 205"/>
          <p:cNvSpPr/>
          <p:nvPr/>
        </p:nvSpPr>
        <p:spPr>
          <a:xfrm>
            <a:off x="39602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7" name="Rechteck 206"/>
          <p:cNvSpPr/>
          <p:nvPr/>
        </p:nvSpPr>
        <p:spPr>
          <a:xfrm>
            <a:off x="54004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8" name="Rechteck 207"/>
          <p:cNvSpPr/>
          <p:nvPr/>
        </p:nvSpPr>
        <p:spPr>
          <a:xfrm>
            <a:off x="68406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9" name="Rechteck 208"/>
          <p:cNvSpPr/>
          <p:nvPr/>
        </p:nvSpPr>
        <p:spPr>
          <a:xfrm>
            <a:off x="82808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p:cNvSpPr/>
          <p:nvPr/>
        </p:nvSpPr>
        <p:spPr>
          <a:xfrm>
            <a:off x="97210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p:cNvSpPr/>
          <p:nvPr/>
        </p:nvSpPr>
        <p:spPr>
          <a:xfrm>
            <a:off x="111612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4" name="Rechteck 73"/>
          <p:cNvSpPr/>
          <p:nvPr/>
        </p:nvSpPr>
        <p:spPr>
          <a:xfrm>
            <a:off x="252000" y="1772830"/>
            <a:ext cx="1008140" cy="12241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0" name="Rechteck 269"/>
          <p:cNvSpPr/>
          <p:nvPr/>
        </p:nvSpPr>
        <p:spPr>
          <a:xfrm>
            <a:off x="2988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intersect (…)</a:t>
            </a:r>
          </a:p>
        </p:txBody>
      </p:sp>
      <p:sp>
        <p:nvSpPr>
          <p:cNvPr id="3" name="Geschweifte Klammer rechts 2"/>
          <p:cNvSpPr/>
          <p:nvPr/>
        </p:nvSpPr>
        <p:spPr>
          <a:xfrm>
            <a:off x="2124000" y="1341000"/>
            <a:ext cx="432000" cy="3312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255" name="Rechteck 254"/>
          <p:cNvSpPr/>
          <p:nvPr/>
        </p:nvSpPr>
        <p:spPr>
          <a:xfrm>
            <a:off x="180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destination table</a:t>
            </a:r>
          </a:p>
        </p:txBody>
      </p:sp>
      <p:sp>
        <p:nvSpPr>
          <p:cNvPr id="262" name="Rechteck 261"/>
          <p:cNvSpPr/>
          <p:nvPr/>
        </p:nvSpPr>
        <p:spPr>
          <a:xfrm>
            <a:off x="4284000" y="1125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 Columns</a:t>
            </a:r>
          </a:p>
        </p:txBody>
      </p:sp>
      <p:sp>
        <p:nvSpPr>
          <p:cNvPr id="265" name="Rechteck 264"/>
          <p:cNvSpPr/>
          <p:nvPr/>
        </p:nvSpPr>
        <p:spPr>
          <a:xfrm>
            <a:off x="4284000" y="1917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No further columns</a:t>
            </a:r>
          </a:p>
          <a:p>
            <a:r>
              <a:rPr lang="en-US" sz="1000" dirty="0">
                <a:solidFill>
                  <a:schemeClr val="tx1"/>
                </a:solidFill>
              </a:rPr>
              <a:t>are added to the </a:t>
            </a:r>
          </a:p>
          <a:p>
            <a:r>
              <a:rPr lang="en-US" sz="1000" dirty="0">
                <a:solidFill>
                  <a:schemeClr val="tx1"/>
                </a:solidFill>
              </a:rPr>
              <a:t>destination table</a:t>
            </a:r>
          </a:p>
        </p:txBody>
      </p:sp>
      <p:grpSp>
        <p:nvGrpSpPr>
          <p:cNvPr id="267" name="Gruppieren 266"/>
          <p:cNvGrpSpPr/>
          <p:nvPr/>
        </p:nvGrpSpPr>
        <p:grpSpPr>
          <a:xfrm>
            <a:off x="1620000" y="2889000"/>
            <a:ext cx="432000" cy="756000"/>
            <a:chOff x="5436610" y="1341320"/>
            <a:chExt cx="432000" cy="756000"/>
          </a:xfrm>
        </p:grpSpPr>
        <p:sp>
          <p:nvSpPr>
            <p:cNvPr id="268" name="Freihandform 267"/>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solidFill>
              <a:srgbClr val="FFCC8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69" name="Freihandform 268"/>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sp>
          <p:nvSpPr>
            <p:cNvPr id="271" name="Freihandform 270"/>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grpSp>
      <p:grpSp>
        <p:nvGrpSpPr>
          <p:cNvPr id="10" name="Gruppieren 9"/>
          <p:cNvGrpSpPr/>
          <p:nvPr/>
        </p:nvGrpSpPr>
        <p:grpSpPr>
          <a:xfrm>
            <a:off x="4320000" y="1341340"/>
            <a:ext cx="756000" cy="432000"/>
            <a:chOff x="6912610" y="1341320"/>
            <a:chExt cx="756000" cy="432000"/>
          </a:xfrm>
        </p:grpSpPr>
        <p:sp>
          <p:nvSpPr>
            <p:cNvPr id="273" name="Freihandform 272"/>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74" name="Freihandform 273"/>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275" name="Freihandform 274"/>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303" name="Rechteck 302"/>
          <p:cNvSpPr/>
          <p:nvPr/>
        </p:nvSpPr>
        <p:spPr>
          <a:xfrm>
            <a:off x="5796000" y="11250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intersect extend columns (…)</a:t>
            </a:r>
          </a:p>
        </p:txBody>
      </p:sp>
      <p:grpSp>
        <p:nvGrpSpPr>
          <p:cNvPr id="308" name="Gruppieren 307"/>
          <p:cNvGrpSpPr/>
          <p:nvPr/>
        </p:nvGrpSpPr>
        <p:grpSpPr>
          <a:xfrm>
            <a:off x="7416000" y="1341040"/>
            <a:ext cx="756000" cy="432000"/>
            <a:chOff x="6912610" y="1341320"/>
            <a:chExt cx="756000" cy="432000"/>
          </a:xfrm>
        </p:grpSpPr>
        <p:sp>
          <p:nvSpPr>
            <p:cNvPr id="309" name="Freihandform 308"/>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10" name="Freihandform 309"/>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11" name="Freihandform 310"/>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313" name="Rechteck 312"/>
          <p:cNvSpPr/>
          <p:nvPr/>
        </p:nvSpPr>
        <p:spPr>
          <a:xfrm>
            <a:off x="7380000" y="1845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324" name="Rechteck 323"/>
          <p:cNvSpPr/>
          <p:nvPr/>
        </p:nvSpPr>
        <p:spPr>
          <a:xfrm>
            <a:off x="756000" y="580500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6" name="Rechteck 325"/>
          <p:cNvSpPr/>
          <p:nvPr/>
        </p:nvSpPr>
        <p:spPr>
          <a:xfrm>
            <a:off x="324000" y="4797000"/>
            <a:ext cx="144000" cy="14400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7" name="Rechteck 326"/>
          <p:cNvSpPr/>
          <p:nvPr/>
        </p:nvSpPr>
        <p:spPr>
          <a:xfrm>
            <a:off x="540000" y="479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Matching rows</a:t>
            </a:r>
            <a:br>
              <a:rPr lang="en-US" sz="1000" dirty="0">
                <a:solidFill>
                  <a:schemeClr val="tx1"/>
                </a:solidFill>
              </a:rPr>
            </a:br>
            <a:r>
              <a:rPr lang="en-US" sz="1000" dirty="0">
                <a:solidFill>
                  <a:schemeClr val="tx1"/>
                </a:solidFill>
              </a:rPr>
              <a:t>(Common values in Parameter 3)</a:t>
            </a:r>
          </a:p>
        </p:txBody>
      </p:sp>
      <p:sp>
        <p:nvSpPr>
          <p:cNvPr id="328" name="Rechteck 327"/>
          <p:cNvSpPr/>
          <p:nvPr/>
        </p:nvSpPr>
        <p:spPr>
          <a:xfrm>
            <a:off x="324000" y="501300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9" name="Rechteck 328"/>
          <p:cNvSpPr/>
          <p:nvPr/>
        </p:nvSpPr>
        <p:spPr>
          <a:xfrm>
            <a:off x="324000" y="5229000"/>
            <a:ext cx="144000" cy="144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0" name="Rechteck 329"/>
          <p:cNvSpPr/>
          <p:nvPr/>
        </p:nvSpPr>
        <p:spPr>
          <a:xfrm>
            <a:off x="540000" y="5229000"/>
            <a:ext cx="2088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Merged matching rows</a:t>
            </a:r>
          </a:p>
        </p:txBody>
      </p:sp>
      <p:sp>
        <p:nvSpPr>
          <p:cNvPr id="331" name="Rechteck 330"/>
          <p:cNvSpPr/>
          <p:nvPr/>
        </p:nvSpPr>
        <p:spPr>
          <a:xfrm>
            <a:off x="324000" y="5589000"/>
            <a:ext cx="144000" cy="14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2" name="Rechteck 331"/>
          <p:cNvSpPr/>
          <p:nvPr/>
        </p:nvSpPr>
        <p:spPr>
          <a:xfrm>
            <a:off x="324000" y="5805000"/>
            <a:ext cx="144000" cy="144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3" name="Rechteck 332"/>
          <p:cNvSpPr/>
          <p:nvPr/>
        </p:nvSpPr>
        <p:spPr>
          <a:xfrm>
            <a:off x="972000" y="551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Left to right: Columns in source table, destination table and both</a:t>
            </a:r>
          </a:p>
          <a:p>
            <a:r>
              <a:rPr lang="en-US" sz="1000" dirty="0">
                <a:solidFill>
                  <a:schemeClr val="tx1"/>
                </a:solidFill>
              </a:rPr>
              <a:t>Darker shades indicate common rows</a:t>
            </a:r>
          </a:p>
          <a:p>
            <a:r>
              <a:rPr lang="en-US" sz="1000" dirty="0">
                <a:solidFill>
                  <a:schemeClr val="tx1"/>
                </a:solidFill>
              </a:rPr>
              <a:t>Dark gray: Contents consolidated from source to destination</a:t>
            </a:r>
          </a:p>
        </p:txBody>
      </p:sp>
      <p:sp>
        <p:nvSpPr>
          <p:cNvPr id="367" name="Rechteck 366"/>
          <p:cNvSpPr/>
          <p:nvPr/>
        </p:nvSpPr>
        <p:spPr>
          <a:xfrm>
            <a:off x="29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intersect</a:t>
            </a:r>
            <a:br>
              <a:rPr lang="en-US" sz="1100" b="1" dirty="0">
                <a:solidFill>
                  <a:schemeClr val="tx1"/>
                </a:solidFill>
              </a:rPr>
            </a:br>
            <a:r>
              <a:rPr lang="en-US" sz="1100" b="1" dirty="0">
                <a:solidFill>
                  <a:schemeClr val="tx1"/>
                </a:solidFill>
              </a:rPr>
              <a:t>intersect columns (…)</a:t>
            </a:r>
          </a:p>
        </p:txBody>
      </p:sp>
      <p:sp>
        <p:nvSpPr>
          <p:cNvPr id="371" name="Rechteck 370"/>
          <p:cNvSpPr/>
          <p:nvPr/>
        </p:nvSpPr>
        <p:spPr>
          <a:xfrm>
            <a:off x="3708000" y="4221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common</a:t>
            </a:r>
            <a:br>
              <a:rPr lang="en-US" sz="1000" dirty="0">
                <a:solidFill>
                  <a:schemeClr val="tx1"/>
                </a:solidFill>
              </a:rPr>
            </a:br>
            <a:r>
              <a:rPr lang="en-US" sz="1000" dirty="0">
                <a:solidFill>
                  <a:schemeClr val="tx1"/>
                </a:solidFill>
              </a:rPr>
              <a:t>columns</a:t>
            </a:r>
          </a:p>
          <a:p>
            <a:r>
              <a:rPr lang="en-US" sz="1000" dirty="0">
                <a:solidFill>
                  <a:schemeClr val="tx1"/>
                </a:solidFill>
              </a:rPr>
              <a:t>are included</a:t>
            </a:r>
          </a:p>
        </p:txBody>
      </p:sp>
      <p:grpSp>
        <p:nvGrpSpPr>
          <p:cNvPr id="380" name="Gruppieren 379"/>
          <p:cNvGrpSpPr/>
          <p:nvPr/>
        </p:nvGrpSpPr>
        <p:grpSpPr>
          <a:xfrm>
            <a:off x="3743390" y="3716950"/>
            <a:ext cx="756000" cy="432000"/>
            <a:chOff x="6912610" y="1341320"/>
            <a:chExt cx="756000" cy="432000"/>
          </a:xfrm>
        </p:grpSpPr>
        <p:sp>
          <p:nvSpPr>
            <p:cNvPr id="381" name="Freihandform 380"/>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82" name="Freihandform 381"/>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83" name="Freihandform 382"/>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14" name="Rechteck 413"/>
          <p:cNvSpPr/>
          <p:nvPr/>
        </p:nvSpPr>
        <p:spPr>
          <a:xfrm>
            <a:off x="47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intersect</a:t>
            </a:r>
            <a:br>
              <a:rPr lang="en-US" sz="1100" b="1" dirty="0">
                <a:solidFill>
                  <a:schemeClr val="tx1"/>
                </a:solidFill>
              </a:rPr>
            </a:br>
            <a:r>
              <a:rPr lang="en-US" sz="1100" b="1" dirty="0">
                <a:solidFill>
                  <a:schemeClr val="tx1"/>
                </a:solidFill>
              </a:rPr>
              <a:t>subtract columns (…)</a:t>
            </a:r>
          </a:p>
        </p:txBody>
      </p:sp>
      <p:sp>
        <p:nvSpPr>
          <p:cNvPr id="416" name="Rechteck 415"/>
          <p:cNvSpPr/>
          <p:nvPr/>
        </p:nvSpPr>
        <p:spPr>
          <a:xfrm>
            <a:off x="5508000" y="422105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common</a:t>
            </a:r>
          </a:p>
          <a:p>
            <a:r>
              <a:rPr lang="en-US" sz="1000" dirty="0">
                <a:solidFill>
                  <a:schemeClr val="tx1"/>
                </a:solidFill>
              </a:rPr>
              <a:t>columns</a:t>
            </a:r>
            <a:br>
              <a:rPr lang="en-US" sz="1000" dirty="0">
                <a:solidFill>
                  <a:schemeClr val="tx1"/>
                </a:solidFill>
              </a:rPr>
            </a:br>
            <a:r>
              <a:rPr lang="en-US" sz="1000" dirty="0">
                <a:solidFill>
                  <a:schemeClr val="tx1"/>
                </a:solidFill>
              </a:rPr>
              <a:t>removed</a:t>
            </a:r>
          </a:p>
          <a:p>
            <a:r>
              <a:rPr lang="en-US" sz="1000" dirty="0">
                <a:solidFill>
                  <a:schemeClr val="tx1"/>
                </a:solidFill>
              </a:rPr>
              <a:t>from destination</a:t>
            </a:r>
          </a:p>
          <a:p>
            <a:r>
              <a:rPr lang="en-US" sz="1000" dirty="0">
                <a:solidFill>
                  <a:schemeClr val="tx1"/>
                </a:solidFill>
              </a:rPr>
              <a:t>table (except</a:t>
            </a:r>
          </a:p>
          <a:p>
            <a:r>
              <a:rPr lang="en-US" sz="1000" dirty="0">
                <a:solidFill>
                  <a:schemeClr val="tx1"/>
                </a:solidFill>
              </a:rPr>
              <a:t>identifier columns)</a:t>
            </a:r>
          </a:p>
        </p:txBody>
      </p:sp>
      <p:sp>
        <p:nvSpPr>
          <p:cNvPr id="472" name="Rechteck 471"/>
          <p:cNvSpPr/>
          <p:nvPr/>
        </p:nvSpPr>
        <p:spPr>
          <a:xfrm>
            <a:off x="65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intersect</a:t>
            </a:r>
            <a:br>
              <a:rPr lang="en-US" sz="1100" b="1" dirty="0">
                <a:solidFill>
                  <a:schemeClr val="tx1"/>
                </a:solidFill>
              </a:rPr>
            </a:br>
            <a:r>
              <a:rPr lang="en-US" sz="1100" b="1" dirty="0">
                <a:solidFill>
                  <a:schemeClr val="tx1"/>
                </a:solidFill>
              </a:rPr>
              <a:t>exclusive columns (…)</a:t>
            </a:r>
          </a:p>
        </p:txBody>
      </p:sp>
      <p:grpSp>
        <p:nvGrpSpPr>
          <p:cNvPr id="473" name="Gruppieren 472"/>
          <p:cNvGrpSpPr/>
          <p:nvPr/>
        </p:nvGrpSpPr>
        <p:grpSpPr>
          <a:xfrm>
            <a:off x="7632000" y="3717000"/>
            <a:ext cx="756000" cy="432000"/>
            <a:chOff x="6912610" y="1341320"/>
            <a:chExt cx="756000" cy="432000"/>
          </a:xfrm>
        </p:grpSpPr>
        <p:sp>
          <p:nvSpPr>
            <p:cNvPr id="474" name="Freihandform 473"/>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75" name="Freihandform 474"/>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76" name="Freihandform 475"/>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77" name="Rechteck 476"/>
          <p:cNvSpPr/>
          <p:nvPr/>
        </p:nvSpPr>
        <p:spPr>
          <a:xfrm>
            <a:off x="7596000" y="422098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478" name="Rechteck 477"/>
          <p:cNvSpPr/>
          <p:nvPr/>
        </p:nvSpPr>
        <p:spPr>
          <a:xfrm>
            <a:off x="180000" y="3140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source table</a:t>
            </a:r>
          </a:p>
        </p:txBody>
      </p:sp>
      <p:sp>
        <p:nvSpPr>
          <p:cNvPr id="479" name="Rechteck 478"/>
          <p:cNvSpPr/>
          <p:nvPr/>
        </p:nvSpPr>
        <p:spPr>
          <a:xfrm>
            <a:off x="180000" y="12773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2)</a:t>
            </a:r>
          </a:p>
        </p:txBody>
      </p:sp>
      <p:sp>
        <p:nvSpPr>
          <p:cNvPr id="480" name="Rechteck 479"/>
          <p:cNvSpPr/>
          <p:nvPr/>
        </p:nvSpPr>
        <p:spPr>
          <a:xfrm>
            <a:off x="180000" y="328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1)</a:t>
            </a:r>
          </a:p>
        </p:txBody>
      </p:sp>
      <p:sp>
        <p:nvSpPr>
          <p:cNvPr id="481" name="Rechteck 480"/>
          <p:cNvSpPr/>
          <p:nvPr/>
        </p:nvSpPr>
        <p:spPr>
          <a:xfrm>
            <a:off x="540000" y="5589000"/>
            <a:ext cx="144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2" name="Rechteck 481"/>
          <p:cNvSpPr/>
          <p:nvPr/>
        </p:nvSpPr>
        <p:spPr>
          <a:xfrm>
            <a:off x="540000" y="580500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3" name="Rechteck 482"/>
          <p:cNvSpPr/>
          <p:nvPr/>
        </p:nvSpPr>
        <p:spPr>
          <a:xfrm>
            <a:off x="756000" y="5589000"/>
            <a:ext cx="144000" cy="14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4" name="Rechteck 483"/>
          <p:cNvSpPr/>
          <p:nvPr/>
        </p:nvSpPr>
        <p:spPr>
          <a:xfrm>
            <a:off x="1476000" y="2493000"/>
            <a:ext cx="79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a:t>
            </a:r>
          </a:p>
          <a:p>
            <a:r>
              <a:rPr lang="en-US" sz="1100" dirty="0">
                <a:solidFill>
                  <a:schemeClr val="tx1"/>
                </a:solidFill>
              </a:rPr>
              <a:t>Rows:</a:t>
            </a:r>
          </a:p>
        </p:txBody>
      </p:sp>
      <p:sp>
        <p:nvSpPr>
          <p:cNvPr id="297" name="Rechteck 296"/>
          <p:cNvSpPr/>
          <p:nvPr/>
        </p:nvSpPr>
        <p:spPr>
          <a:xfrm>
            <a:off x="3204170" y="148508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2" name="Rechteck 301"/>
          <p:cNvSpPr/>
          <p:nvPr/>
        </p:nvSpPr>
        <p:spPr>
          <a:xfrm>
            <a:off x="3348190" y="1485080"/>
            <a:ext cx="144020" cy="360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5" name="Rechteck 304"/>
          <p:cNvSpPr/>
          <p:nvPr/>
        </p:nvSpPr>
        <p:spPr>
          <a:xfrm>
            <a:off x="3492210" y="148508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7" name="Rechteck 306"/>
          <p:cNvSpPr/>
          <p:nvPr/>
        </p:nvSpPr>
        <p:spPr>
          <a:xfrm>
            <a:off x="3636230" y="1485080"/>
            <a:ext cx="144020" cy="360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7" name="Rechteck 316"/>
          <p:cNvSpPr/>
          <p:nvPr/>
        </p:nvSpPr>
        <p:spPr>
          <a:xfrm>
            <a:off x="3780250" y="148508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4" name="Rechteck 333"/>
          <p:cNvSpPr/>
          <p:nvPr/>
        </p:nvSpPr>
        <p:spPr>
          <a:xfrm>
            <a:off x="3924270" y="1485080"/>
            <a:ext cx="144020" cy="360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5" name="Rechteck 334"/>
          <p:cNvSpPr/>
          <p:nvPr/>
        </p:nvSpPr>
        <p:spPr>
          <a:xfrm>
            <a:off x="3060150" y="1341060"/>
            <a:ext cx="1008140" cy="5039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5" name="Rechteck 344"/>
          <p:cNvSpPr/>
          <p:nvPr/>
        </p:nvSpPr>
        <p:spPr>
          <a:xfrm>
            <a:off x="3060150" y="1485080"/>
            <a:ext cx="144020" cy="360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6" name="Rechteck 345"/>
          <p:cNvSpPr/>
          <p:nvPr/>
        </p:nvSpPr>
        <p:spPr>
          <a:xfrm>
            <a:off x="320417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47" name="Rechteck 346"/>
          <p:cNvSpPr/>
          <p:nvPr/>
        </p:nvSpPr>
        <p:spPr>
          <a:xfrm>
            <a:off x="334819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351" name="Rechteck 350"/>
          <p:cNvSpPr/>
          <p:nvPr/>
        </p:nvSpPr>
        <p:spPr>
          <a:xfrm>
            <a:off x="349221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352" name="Rechteck 351"/>
          <p:cNvSpPr/>
          <p:nvPr/>
        </p:nvSpPr>
        <p:spPr>
          <a:xfrm>
            <a:off x="363623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359" name="Rechteck 358"/>
          <p:cNvSpPr/>
          <p:nvPr/>
        </p:nvSpPr>
        <p:spPr>
          <a:xfrm>
            <a:off x="378025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362" name="Rechteck 361"/>
          <p:cNvSpPr/>
          <p:nvPr/>
        </p:nvSpPr>
        <p:spPr>
          <a:xfrm>
            <a:off x="392427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363" name="Rechteck 362"/>
          <p:cNvSpPr/>
          <p:nvPr/>
        </p:nvSpPr>
        <p:spPr>
          <a:xfrm>
            <a:off x="3060000" y="1485000"/>
            <a:ext cx="1008140" cy="36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2" name="Rechteck 371"/>
          <p:cNvSpPr/>
          <p:nvPr/>
        </p:nvSpPr>
        <p:spPr>
          <a:xfrm>
            <a:off x="6875980" y="1485000"/>
            <a:ext cx="144020" cy="360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3" name="Rechteck 372"/>
          <p:cNvSpPr/>
          <p:nvPr/>
        </p:nvSpPr>
        <p:spPr>
          <a:xfrm>
            <a:off x="7019980" y="1485000"/>
            <a:ext cx="144020" cy="360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4" name="Rechteck 373"/>
          <p:cNvSpPr/>
          <p:nvPr/>
        </p:nvSpPr>
        <p:spPr>
          <a:xfrm>
            <a:off x="6011970" y="148502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8" name="Rechteck 377"/>
          <p:cNvSpPr/>
          <p:nvPr/>
        </p:nvSpPr>
        <p:spPr>
          <a:xfrm>
            <a:off x="6155990" y="1485020"/>
            <a:ext cx="144020" cy="360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9" name="Rechteck 378"/>
          <p:cNvSpPr/>
          <p:nvPr/>
        </p:nvSpPr>
        <p:spPr>
          <a:xfrm>
            <a:off x="6299980" y="148500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6" name="Rechteck 385"/>
          <p:cNvSpPr/>
          <p:nvPr/>
        </p:nvSpPr>
        <p:spPr>
          <a:xfrm>
            <a:off x="6444030" y="1485020"/>
            <a:ext cx="144020" cy="360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0" name="Rechteck 389"/>
          <p:cNvSpPr/>
          <p:nvPr/>
        </p:nvSpPr>
        <p:spPr>
          <a:xfrm>
            <a:off x="6588050" y="148500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1" name="Rechteck 390"/>
          <p:cNvSpPr/>
          <p:nvPr/>
        </p:nvSpPr>
        <p:spPr>
          <a:xfrm>
            <a:off x="6732070" y="1485020"/>
            <a:ext cx="144020" cy="360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2" name="Rechteck 391"/>
          <p:cNvSpPr/>
          <p:nvPr/>
        </p:nvSpPr>
        <p:spPr>
          <a:xfrm>
            <a:off x="5867950" y="1341000"/>
            <a:ext cx="1295440" cy="50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4" name="Rechteck 393"/>
          <p:cNvSpPr/>
          <p:nvPr/>
        </p:nvSpPr>
        <p:spPr>
          <a:xfrm>
            <a:off x="5867950" y="1485020"/>
            <a:ext cx="144020" cy="360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5" name="Rechteck 394"/>
          <p:cNvSpPr/>
          <p:nvPr/>
        </p:nvSpPr>
        <p:spPr>
          <a:xfrm>
            <a:off x="6011970" y="1341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96" name="Rechteck 395"/>
          <p:cNvSpPr/>
          <p:nvPr/>
        </p:nvSpPr>
        <p:spPr>
          <a:xfrm>
            <a:off x="6155990" y="1341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398" name="Rechteck 397"/>
          <p:cNvSpPr/>
          <p:nvPr/>
        </p:nvSpPr>
        <p:spPr>
          <a:xfrm>
            <a:off x="6300010" y="1341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399" name="Rechteck 398"/>
          <p:cNvSpPr/>
          <p:nvPr/>
        </p:nvSpPr>
        <p:spPr>
          <a:xfrm>
            <a:off x="6444030" y="1341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401" name="Rechteck 400"/>
          <p:cNvSpPr/>
          <p:nvPr/>
        </p:nvSpPr>
        <p:spPr>
          <a:xfrm>
            <a:off x="6588050" y="1341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402" name="Rechteck 401"/>
          <p:cNvSpPr/>
          <p:nvPr/>
        </p:nvSpPr>
        <p:spPr>
          <a:xfrm>
            <a:off x="6732070" y="1341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403" name="Rechteck 402"/>
          <p:cNvSpPr/>
          <p:nvPr/>
        </p:nvSpPr>
        <p:spPr>
          <a:xfrm>
            <a:off x="5867950" y="1485020"/>
            <a:ext cx="1295440" cy="36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4" name="Rechteck 403"/>
          <p:cNvSpPr/>
          <p:nvPr/>
        </p:nvSpPr>
        <p:spPr>
          <a:xfrm>
            <a:off x="6875940" y="1341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405" name="Rechteck 404"/>
          <p:cNvSpPr/>
          <p:nvPr/>
        </p:nvSpPr>
        <p:spPr>
          <a:xfrm>
            <a:off x="7019960" y="1341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429" name="Rechteck 428"/>
          <p:cNvSpPr/>
          <p:nvPr/>
        </p:nvSpPr>
        <p:spPr>
          <a:xfrm>
            <a:off x="3204000" y="3861020"/>
            <a:ext cx="144020" cy="360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0" name="Rechteck 429"/>
          <p:cNvSpPr/>
          <p:nvPr/>
        </p:nvSpPr>
        <p:spPr>
          <a:xfrm>
            <a:off x="3348010" y="3861040"/>
            <a:ext cx="144020" cy="360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1" name="Rechteck 430"/>
          <p:cNvSpPr/>
          <p:nvPr/>
        </p:nvSpPr>
        <p:spPr>
          <a:xfrm>
            <a:off x="3492000" y="3861020"/>
            <a:ext cx="144020" cy="360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2" name="Rechteck 431"/>
          <p:cNvSpPr/>
          <p:nvPr/>
        </p:nvSpPr>
        <p:spPr>
          <a:xfrm>
            <a:off x="3059970" y="3717020"/>
            <a:ext cx="576030" cy="50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34" name="Rechteck 433"/>
          <p:cNvSpPr/>
          <p:nvPr/>
        </p:nvSpPr>
        <p:spPr>
          <a:xfrm>
            <a:off x="3059970" y="3861040"/>
            <a:ext cx="144020" cy="360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9" name="Rechteck 438"/>
          <p:cNvSpPr/>
          <p:nvPr/>
        </p:nvSpPr>
        <p:spPr>
          <a:xfrm>
            <a:off x="3203990" y="371702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441" name="Rechteck 440"/>
          <p:cNvSpPr/>
          <p:nvPr/>
        </p:nvSpPr>
        <p:spPr>
          <a:xfrm>
            <a:off x="3348010" y="371702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443" name="Rechteck 442"/>
          <p:cNvSpPr/>
          <p:nvPr/>
        </p:nvSpPr>
        <p:spPr>
          <a:xfrm>
            <a:off x="3492030" y="371702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445" name="Rechteck 444"/>
          <p:cNvSpPr/>
          <p:nvPr/>
        </p:nvSpPr>
        <p:spPr>
          <a:xfrm>
            <a:off x="3059970" y="3861040"/>
            <a:ext cx="576030" cy="36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447" name="Gerade Verbindung 369"/>
          <p:cNvCxnSpPr/>
          <p:nvPr/>
        </p:nvCxnSpPr>
        <p:spPr>
          <a:xfrm flipV="1">
            <a:off x="3059820" y="3861020"/>
            <a:ext cx="576180" cy="20"/>
          </a:xfrm>
          <a:prstGeom prst="line">
            <a:avLst/>
          </a:prstGeom>
        </p:spPr>
        <p:style>
          <a:lnRef idx="1">
            <a:schemeClr val="accent1"/>
          </a:lnRef>
          <a:fillRef idx="0">
            <a:schemeClr val="accent1"/>
          </a:fillRef>
          <a:effectRef idx="0">
            <a:schemeClr val="accent1"/>
          </a:effectRef>
          <a:fontRef idx="minor">
            <a:schemeClr val="tx1"/>
          </a:fontRef>
        </p:style>
      </p:cxnSp>
      <p:sp>
        <p:nvSpPr>
          <p:cNvPr id="453" name="Rechteck 452"/>
          <p:cNvSpPr/>
          <p:nvPr/>
        </p:nvSpPr>
        <p:spPr>
          <a:xfrm>
            <a:off x="5004020" y="386100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7" name="Rechteck 456"/>
          <p:cNvSpPr/>
          <p:nvPr/>
        </p:nvSpPr>
        <p:spPr>
          <a:xfrm>
            <a:off x="5148000" y="386098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9" name="Rechteck 458"/>
          <p:cNvSpPr/>
          <p:nvPr/>
        </p:nvSpPr>
        <p:spPr>
          <a:xfrm>
            <a:off x="5292000" y="386098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5" name="Rechteck 484"/>
          <p:cNvSpPr/>
          <p:nvPr/>
        </p:nvSpPr>
        <p:spPr>
          <a:xfrm>
            <a:off x="4860000" y="3716980"/>
            <a:ext cx="576000" cy="50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6" name="Rechteck 485"/>
          <p:cNvSpPr/>
          <p:nvPr/>
        </p:nvSpPr>
        <p:spPr>
          <a:xfrm>
            <a:off x="4860000" y="3861000"/>
            <a:ext cx="144020" cy="360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7" name="Rechteck 486"/>
          <p:cNvSpPr/>
          <p:nvPr/>
        </p:nvSpPr>
        <p:spPr>
          <a:xfrm>
            <a:off x="500402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489" name="Rechteck 488"/>
          <p:cNvSpPr/>
          <p:nvPr/>
        </p:nvSpPr>
        <p:spPr>
          <a:xfrm>
            <a:off x="514803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491" name="Rechteck 490"/>
          <p:cNvSpPr/>
          <p:nvPr/>
        </p:nvSpPr>
        <p:spPr>
          <a:xfrm>
            <a:off x="529205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496" name="Rechteck 495"/>
          <p:cNvSpPr/>
          <p:nvPr/>
        </p:nvSpPr>
        <p:spPr>
          <a:xfrm>
            <a:off x="7236040" y="3860980"/>
            <a:ext cx="144020" cy="360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97" name="Rechteck 496"/>
          <p:cNvSpPr/>
          <p:nvPr/>
        </p:nvSpPr>
        <p:spPr>
          <a:xfrm>
            <a:off x="7380040" y="3860980"/>
            <a:ext cx="144020" cy="360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98" name="Rechteck 497"/>
          <p:cNvSpPr/>
          <p:nvPr/>
        </p:nvSpPr>
        <p:spPr>
          <a:xfrm>
            <a:off x="6804020" y="386100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99" name="Rechteck 498"/>
          <p:cNvSpPr/>
          <p:nvPr/>
        </p:nvSpPr>
        <p:spPr>
          <a:xfrm>
            <a:off x="6948000" y="386098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00" name="Rechteck 499"/>
          <p:cNvSpPr/>
          <p:nvPr/>
        </p:nvSpPr>
        <p:spPr>
          <a:xfrm>
            <a:off x="7092050" y="3860980"/>
            <a:ext cx="144020" cy="360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01" name="Rechteck 500"/>
          <p:cNvSpPr/>
          <p:nvPr/>
        </p:nvSpPr>
        <p:spPr>
          <a:xfrm>
            <a:off x="6660000" y="3716980"/>
            <a:ext cx="864000" cy="50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2" name="Rechteck 501"/>
          <p:cNvSpPr/>
          <p:nvPr/>
        </p:nvSpPr>
        <p:spPr>
          <a:xfrm>
            <a:off x="6660000" y="3861000"/>
            <a:ext cx="144020" cy="360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03" name="Rechteck 502"/>
          <p:cNvSpPr/>
          <p:nvPr/>
        </p:nvSpPr>
        <p:spPr>
          <a:xfrm>
            <a:off x="680402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504" name="Rechteck 503"/>
          <p:cNvSpPr/>
          <p:nvPr/>
        </p:nvSpPr>
        <p:spPr>
          <a:xfrm>
            <a:off x="694803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505" name="Rechteck 504"/>
          <p:cNvSpPr/>
          <p:nvPr/>
        </p:nvSpPr>
        <p:spPr>
          <a:xfrm>
            <a:off x="709205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506" name="Rechteck 505"/>
          <p:cNvSpPr/>
          <p:nvPr/>
        </p:nvSpPr>
        <p:spPr>
          <a:xfrm>
            <a:off x="6660000" y="3861000"/>
            <a:ext cx="864000" cy="360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7" name="Rechteck 506"/>
          <p:cNvSpPr/>
          <p:nvPr/>
        </p:nvSpPr>
        <p:spPr>
          <a:xfrm>
            <a:off x="7236000" y="3716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508" name="Rechteck 507"/>
          <p:cNvSpPr/>
          <p:nvPr/>
        </p:nvSpPr>
        <p:spPr>
          <a:xfrm>
            <a:off x="7380020" y="3716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Tree>
    <p:extLst>
      <p:ext uri="{BB962C8B-B14F-4D97-AF65-F5344CB8AC3E}">
        <p14:creationId xmlns:p14="http://schemas.microsoft.com/office/powerpoint/2010/main" val="38169697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5" name="Gruppieren 424"/>
          <p:cNvGrpSpPr/>
          <p:nvPr/>
        </p:nvGrpSpPr>
        <p:grpSpPr>
          <a:xfrm>
            <a:off x="5544000" y="3717000"/>
            <a:ext cx="756000" cy="432000"/>
            <a:chOff x="6912610" y="1341320"/>
            <a:chExt cx="756000" cy="432000"/>
          </a:xfrm>
        </p:grpSpPr>
        <p:sp>
          <p:nvSpPr>
            <p:cNvPr id="426" name="Freihandform 425"/>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27" name="Freihandform 426"/>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28" name="Freihandform 427"/>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157" name="Rechteck 156"/>
          <p:cNvSpPr/>
          <p:nvPr/>
        </p:nvSpPr>
        <p:spPr>
          <a:xfrm>
            <a:off x="39602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p:cNvSpPr/>
          <p:nvPr/>
        </p:nvSpPr>
        <p:spPr>
          <a:xfrm>
            <a:off x="54004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p:cNvSpPr/>
          <p:nvPr/>
        </p:nvSpPr>
        <p:spPr>
          <a:xfrm>
            <a:off x="68406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p:cNvSpPr/>
          <p:nvPr/>
        </p:nvSpPr>
        <p:spPr>
          <a:xfrm>
            <a:off x="82808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p:cNvSpPr/>
          <p:nvPr/>
        </p:nvSpPr>
        <p:spPr>
          <a:xfrm>
            <a:off x="97210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p:cNvSpPr/>
          <p:nvPr/>
        </p:nvSpPr>
        <p:spPr>
          <a:xfrm>
            <a:off x="111612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p:cNvSpPr/>
          <p:nvPr/>
        </p:nvSpPr>
        <p:spPr>
          <a:xfrm>
            <a:off x="39625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2" name="Rechteck 151"/>
          <p:cNvSpPr/>
          <p:nvPr/>
        </p:nvSpPr>
        <p:spPr>
          <a:xfrm>
            <a:off x="54027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p:cNvSpPr/>
          <p:nvPr/>
        </p:nvSpPr>
        <p:spPr>
          <a:xfrm>
            <a:off x="68429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4" name="Rechteck 153"/>
          <p:cNvSpPr/>
          <p:nvPr/>
        </p:nvSpPr>
        <p:spPr>
          <a:xfrm>
            <a:off x="82831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p:cNvSpPr/>
          <p:nvPr/>
        </p:nvSpPr>
        <p:spPr>
          <a:xfrm>
            <a:off x="97233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252000" y="1628810"/>
            <a:ext cx="1008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Exclude – Output Models</a:t>
            </a:r>
          </a:p>
        </p:txBody>
      </p:sp>
      <p:sp>
        <p:nvSpPr>
          <p:cNvPr id="365" name="Rechteck 364"/>
          <p:cNvSpPr/>
          <p:nvPr/>
        </p:nvSpPr>
        <p:spPr>
          <a:xfrm>
            <a:off x="252000" y="177283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2" name="Rechteck 121"/>
          <p:cNvSpPr/>
          <p:nvPr/>
        </p:nvSpPr>
        <p:spPr>
          <a:xfrm>
            <a:off x="39602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123" name="Rechteck 122"/>
          <p:cNvSpPr/>
          <p:nvPr/>
        </p:nvSpPr>
        <p:spPr>
          <a:xfrm>
            <a:off x="54004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24" name="Rechteck 123"/>
          <p:cNvSpPr/>
          <p:nvPr/>
        </p:nvSpPr>
        <p:spPr>
          <a:xfrm>
            <a:off x="68406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125" name="Rechteck 124"/>
          <p:cNvSpPr/>
          <p:nvPr/>
        </p:nvSpPr>
        <p:spPr>
          <a:xfrm>
            <a:off x="82808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26" name="Rechteck 125"/>
          <p:cNvSpPr/>
          <p:nvPr/>
        </p:nvSpPr>
        <p:spPr>
          <a:xfrm>
            <a:off x="97210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127" name="Rechteck 126"/>
          <p:cNvSpPr/>
          <p:nvPr/>
        </p:nvSpPr>
        <p:spPr>
          <a:xfrm>
            <a:off x="111612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2" name="Rechteck 141"/>
          <p:cNvSpPr/>
          <p:nvPr/>
        </p:nvSpPr>
        <p:spPr>
          <a:xfrm>
            <a:off x="252230" y="3717000"/>
            <a:ext cx="144020" cy="72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p:cNvSpPr/>
          <p:nvPr/>
        </p:nvSpPr>
        <p:spPr>
          <a:xfrm>
            <a:off x="39625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44" name="Rechteck 143"/>
          <p:cNvSpPr/>
          <p:nvPr/>
        </p:nvSpPr>
        <p:spPr>
          <a:xfrm>
            <a:off x="54027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45" name="Rechteck 144"/>
          <p:cNvSpPr/>
          <p:nvPr/>
        </p:nvSpPr>
        <p:spPr>
          <a:xfrm>
            <a:off x="68429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6" name="Rechteck 145"/>
          <p:cNvSpPr/>
          <p:nvPr/>
        </p:nvSpPr>
        <p:spPr>
          <a:xfrm>
            <a:off x="82831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147" name="Rechteck 146"/>
          <p:cNvSpPr/>
          <p:nvPr/>
        </p:nvSpPr>
        <p:spPr>
          <a:xfrm>
            <a:off x="97233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163" name="Rechteck 162"/>
          <p:cNvSpPr/>
          <p:nvPr/>
        </p:nvSpPr>
        <p:spPr>
          <a:xfrm>
            <a:off x="252230" y="3788680"/>
            <a:ext cx="863770" cy="719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0" name="Rechteck 139"/>
          <p:cNvSpPr/>
          <p:nvPr/>
        </p:nvSpPr>
        <p:spPr>
          <a:xfrm>
            <a:off x="252230" y="3572980"/>
            <a:ext cx="863770" cy="863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1" name="Rechteck 140"/>
          <p:cNvSpPr/>
          <p:nvPr/>
        </p:nvSpPr>
        <p:spPr>
          <a:xfrm>
            <a:off x="252230" y="3717000"/>
            <a:ext cx="863770" cy="71968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8" name="Rechteck 167"/>
          <p:cNvSpPr/>
          <p:nvPr/>
        </p:nvSpPr>
        <p:spPr>
          <a:xfrm>
            <a:off x="252230" y="4004640"/>
            <a:ext cx="863770" cy="288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9" name="Rechteck 168"/>
          <p:cNvSpPr/>
          <p:nvPr/>
        </p:nvSpPr>
        <p:spPr>
          <a:xfrm>
            <a:off x="252230" y="400467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p:cNvSpPr/>
          <p:nvPr/>
        </p:nvSpPr>
        <p:spPr>
          <a:xfrm>
            <a:off x="252230" y="4004640"/>
            <a:ext cx="144000" cy="28804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3" name="Rechteck 172"/>
          <p:cNvSpPr/>
          <p:nvPr/>
        </p:nvSpPr>
        <p:spPr>
          <a:xfrm>
            <a:off x="252000" y="184484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4" name="Rechteck 173"/>
          <p:cNvSpPr/>
          <p:nvPr/>
        </p:nvSpPr>
        <p:spPr>
          <a:xfrm>
            <a:off x="252000" y="206100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5" name="Rechteck 174"/>
          <p:cNvSpPr/>
          <p:nvPr/>
        </p:nvSpPr>
        <p:spPr>
          <a:xfrm>
            <a:off x="252000" y="22770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6" name="Rechteck 175"/>
          <p:cNvSpPr/>
          <p:nvPr/>
        </p:nvSpPr>
        <p:spPr>
          <a:xfrm>
            <a:off x="39625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7" name="Rechteck 176"/>
          <p:cNvSpPr/>
          <p:nvPr/>
        </p:nvSpPr>
        <p:spPr>
          <a:xfrm>
            <a:off x="39625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p:cNvSpPr/>
          <p:nvPr/>
        </p:nvSpPr>
        <p:spPr>
          <a:xfrm>
            <a:off x="54027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p:cNvSpPr/>
          <p:nvPr/>
        </p:nvSpPr>
        <p:spPr>
          <a:xfrm>
            <a:off x="54027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p:cNvSpPr/>
          <p:nvPr/>
        </p:nvSpPr>
        <p:spPr>
          <a:xfrm>
            <a:off x="68429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1" name="Rechteck 180"/>
          <p:cNvSpPr/>
          <p:nvPr/>
        </p:nvSpPr>
        <p:spPr>
          <a:xfrm>
            <a:off x="68429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2" name="Rechteck 181"/>
          <p:cNvSpPr/>
          <p:nvPr/>
        </p:nvSpPr>
        <p:spPr>
          <a:xfrm>
            <a:off x="82831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3" name="Rechteck 182"/>
          <p:cNvSpPr/>
          <p:nvPr/>
        </p:nvSpPr>
        <p:spPr>
          <a:xfrm>
            <a:off x="82831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4" name="Rechteck 183"/>
          <p:cNvSpPr/>
          <p:nvPr/>
        </p:nvSpPr>
        <p:spPr>
          <a:xfrm>
            <a:off x="97233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5" name="Rechteck 184"/>
          <p:cNvSpPr/>
          <p:nvPr/>
        </p:nvSpPr>
        <p:spPr>
          <a:xfrm>
            <a:off x="97233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p:cNvSpPr/>
          <p:nvPr/>
        </p:nvSpPr>
        <p:spPr>
          <a:xfrm>
            <a:off x="39602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54004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68406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1" name="Rechteck 190"/>
          <p:cNvSpPr/>
          <p:nvPr/>
        </p:nvSpPr>
        <p:spPr>
          <a:xfrm>
            <a:off x="82808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p:cNvSpPr/>
          <p:nvPr/>
        </p:nvSpPr>
        <p:spPr>
          <a:xfrm>
            <a:off x="97210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3" name="Rechteck 192"/>
          <p:cNvSpPr/>
          <p:nvPr/>
        </p:nvSpPr>
        <p:spPr>
          <a:xfrm>
            <a:off x="111612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39602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p:cNvSpPr/>
          <p:nvPr/>
        </p:nvSpPr>
        <p:spPr>
          <a:xfrm>
            <a:off x="54004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p:cNvSpPr/>
          <p:nvPr/>
        </p:nvSpPr>
        <p:spPr>
          <a:xfrm>
            <a:off x="68406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p:cNvSpPr/>
          <p:nvPr/>
        </p:nvSpPr>
        <p:spPr>
          <a:xfrm>
            <a:off x="82808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97210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9" name="Rechteck 198"/>
          <p:cNvSpPr/>
          <p:nvPr/>
        </p:nvSpPr>
        <p:spPr>
          <a:xfrm>
            <a:off x="111612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6" name="Rechteck 205"/>
          <p:cNvSpPr/>
          <p:nvPr/>
        </p:nvSpPr>
        <p:spPr>
          <a:xfrm>
            <a:off x="39602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7" name="Rechteck 206"/>
          <p:cNvSpPr/>
          <p:nvPr/>
        </p:nvSpPr>
        <p:spPr>
          <a:xfrm>
            <a:off x="54004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8" name="Rechteck 207"/>
          <p:cNvSpPr/>
          <p:nvPr/>
        </p:nvSpPr>
        <p:spPr>
          <a:xfrm>
            <a:off x="68406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9" name="Rechteck 208"/>
          <p:cNvSpPr/>
          <p:nvPr/>
        </p:nvSpPr>
        <p:spPr>
          <a:xfrm>
            <a:off x="82808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p:cNvSpPr/>
          <p:nvPr/>
        </p:nvSpPr>
        <p:spPr>
          <a:xfrm>
            <a:off x="97210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p:cNvSpPr/>
          <p:nvPr/>
        </p:nvSpPr>
        <p:spPr>
          <a:xfrm>
            <a:off x="111612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4" name="Rechteck 73"/>
          <p:cNvSpPr/>
          <p:nvPr/>
        </p:nvSpPr>
        <p:spPr>
          <a:xfrm>
            <a:off x="252000" y="1772830"/>
            <a:ext cx="1008140" cy="12241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0" name="Rechteck 269"/>
          <p:cNvSpPr/>
          <p:nvPr/>
        </p:nvSpPr>
        <p:spPr>
          <a:xfrm>
            <a:off x="2988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exclude (…)</a:t>
            </a:r>
          </a:p>
        </p:txBody>
      </p:sp>
      <p:sp>
        <p:nvSpPr>
          <p:cNvPr id="3" name="Geschweifte Klammer rechts 2"/>
          <p:cNvSpPr/>
          <p:nvPr/>
        </p:nvSpPr>
        <p:spPr>
          <a:xfrm>
            <a:off x="2124000" y="1341000"/>
            <a:ext cx="432000" cy="3312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255" name="Rechteck 254"/>
          <p:cNvSpPr/>
          <p:nvPr/>
        </p:nvSpPr>
        <p:spPr>
          <a:xfrm>
            <a:off x="180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destination table</a:t>
            </a:r>
          </a:p>
        </p:txBody>
      </p:sp>
      <p:sp>
        <p:nvSpPr>
          <p:cNvPr id="262" name="Rechteck 261"/>
          <p:cNvSpPr/>
          <p:nvPr/>
        </p:nvSpPr>
        <p:spPr>
          <a:xfrm>
            <a:off x="4284000" y="1125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 Columns</a:t>
            </a:r>
          </a:p>
        </p:txBody>
      </p:sp>
      <p:sp>
        <p:nvSpPr>
          <p:cNvPr id="265" name="Rechteck 264"/>
          <p:cNvSpPr/>
          <p:nvPr/>
        </p:nvSpPr>
        <p:spPr>
          <a:xfrm>
            <a:off x="4284000" y="1917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No further columns</a:t>
            </a:r>
          </a:p>
          <a:p>
            <a:r>
              <a:rPr lang="en-US" sz="1000" dirty="0">
                <a:solidFill>
                  <a:schemeClr val="tx1"/>
                </a:solidFill>
              </a:rPr>
              <a:t>are added to the </a:t>
            </a:r>
          </a:p>
          <a:p>
            <a:r>
              <a:rPr lang="en-US" sz="1000" dirty="0">
                <a:solidFill>
                  <a:schemeClr val="tx1"/>
                </a:solidFill>
              </a:rPr>
              <a:t>destination table</a:t>
            </a:r>
          </a:p>
        </p:txBody>
      </p:sp>
      <p:grpSp>
        <p:nvGrpSpPr>
          <p:cNvPr id="267" name="Gruppieren 266"/>
          <p:cNvGrpSpPr/>
          <p:nvPr/>
        </p:nvGrpSpPr>
        <p:grpSpPr>
          <a:xfrm>
            <a:off x="1620000" y="2889000"/>
            <a:ext cx="432000" cy="756000"/>
            <a:chOff x="5436610" y="1341320"/>
            <a:chExt cx="432000" cy="756000"/>
          </a:xfrm>
        </p:grpSpPr>
        <p:sp>
          <p:nvSpPr>
            <p:cNvPr id="268" name="Freihandform 267"/>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69" name="Freihandform 268"/>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sp>
          <p:nvSpPr>
            <p:cNvPr id="271" name="Freihandform 270"/>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grpSp>
      <p:grpSp>
        <p:nvGrpSpPr>
          <p:cNvPr id="10" name="Gruppieren 9"/>
          <p:cNvGrpSpPr/>
          <p:nvPr/>
        </p:nvGrpSpPr>
        <p:grpSpPr>
          <a:xfrm>
            <a:off x="4320000" y="1341340"/>
            <a:ext cx="756000" cy="432000"/>
            <a:chOff x="6912610" y="1341320"/>
            <a:chExt cx="756000" cy="432000"/>
          </a:xfrm>
        </p:grpSpPr>
        <p:sp>
          <p:nvSpPr>
            <p:cNvPr id="273" name="Freihandform 272"/>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74" name="Freihandform 273"/>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275" name="Freihandform 274"/>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303" name="Rechteck 302"/>
          <p:cNvSpPr/>
          <p:nvPr/>
        </p:nvSpPr>
        <p:spPr>
          <a:xfrm>
            <a:off x="5796000" y="11250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exclude extend columns (…)</a:t>
            </a:r>
          </a:p>
        </p:txBody>
      </p:sp>
      <p:grpSp>
        <p:nvGrpSpPr>
          <p:cNvPr id="308" name="Gruppieren 307"/>
          <p:cNvGrpSpPr/>
          <p:nvPr/>
        </p:nvGrpSpPr>
        <p:grpSpPr>
          <a:xfrm>
            <a:off x="7416000" y="1341040"/>
            <a:ext cx="756000" cy="432000"/>
            <a:chOff x="6912610" y="1341320"/>
            <a:chExt cx="756000" cy="432000"/>
          </a:xfrm>
        </p:grpSpPr>
        <p:sp>
          <p:nvSpPr>
            <p:cNvPr id="309" name="Freihandform 308"/>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10" name="Freihandform 309"/>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11" name="Freihandform 310"/>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313" name="Rechteck 312"/>
          <p:cNvSpPr/>
          <p:nvPr/>
        </p:nvSpPr>
        <p:spPr>
          <a:xfrm>
            <a:off x="7380000" y="1845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324" name="Rechteck 323"/>
          <p:cNvSpPr/>
          <p:nvPr/>
        </p:nvSpPr>
        <p:spPr>
          <a:xfrm>
            <a:off x="756000" y="580500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6" name="Rechteck 325"/>
          <p:cNvSpPr/>
          <p:nvPr/>
        </p:nvSpPr>
        <p:spPr>
          <a:xfrm>
            <a:off x="324000" y="4797000"/>
            <a:ext cx="144000" cy="14400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7" name="Rechteck 326"/>
          <p:cNvSpPr/>
          <p:nvPr/>
        </p:nvSpPr>
        <p:spPr>
          <a:xfrm>
            <a:off x="540000" y="479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Matching rows</a:t>
            </a:r>
            <a:br>
              <a:rPr lang="en-US" sz="1000" dirty="0">
                <a:solidFill>
                  <a:schemeClr val="tx1"/>
                </a:solidFill>
              </a:rPr>
            </a:br>
            <a:r>
              <a:rPr lang="en-US" sz="1000" dirty="0">
                <a:solidFill>
                  <a:schemeClr val="tx1"/>
                </a:solidFill>
              </a:rPr>
              <a:t>(Common values in Parameter 3)</a:t>
            </a:r>
          </a:p>
        </p:txBody>
      </p:sp>
      <p:sp>
        <p:nvSpPr>
          <p:cNvPr id="328" name="Rechteck 327"/>
          <p:cNvSpPr/>
          <p:nvPr/>
        </p:nvSpPr>
        <p:spPr>
          <a:xfrm>
            <a:off x="324000" y="501300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9" name="Rechteck 328"/>
          <p:cNvSpPr/>
          <p:nvPr/>
        </p:nvSpPr>
        <p:spPr>
          <a:xfrm>
            <a:off x="324000" y="5229000"/>
            <a:ext cx="144000" cy="144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0" name="Rechteck 329"/>
          <p:cNvSpPr/>
          <p:nvPr/>
        </p:nvSpPr>
        <p:spPr>
          <a:xfrm>
            <a:off x="540000" y="5229000"/>
            <a:ext cx="2088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Merged matching rows</a:t>
            </a:r>
          </a:p>
        </p:txBody>
      </p:sp>
      <p:sp>
        <p:nvSpPr>
          <p:cNvPr id="331" name="Rechteck 330"/>
          <p:cNvSpPr/>
          <p:nvPr/>
        </p:nvSpPr>
        <p:spPr>
          <a:xfrm>
            <a:off x="324000" y="5589000"/>
            <a:ext cx="144000" cy="14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2" name="Rechteck 331"/>
          <p:cNvSpPr/>
          <p:nvPr/>
        </p:nvSpPr>
        <p:spPr>
          <a:xfrm>
            <a:off x="324000" y="5805000"/>
            <a:ext cx="144000" cy="144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3" name="Rechteck 332"/>
          <p:cNvSpPr/>
          <p:nvPr/>
        </p:nvSpPr>
        <p:spPr>
          <a:xfrm>
            <a:off x="972000" y="551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Left to right: Columns in source table, destination table and both</a:t>
            </a:r>
          </a:p>
          <a:p>
            <a:r>
              <a:rPr lang="en-US" sz="1000" dirty="0">
                <a:solidFill>
                  <a:schemeClr val="tx1"/>
                </a:solidFill>
              </a:rPr>
              <a:t>Darker shades indicate common rows</a:t>
            </a:r>
          </a:p>
          <a:p>
            <a:r>
              <a:rPr lang="en-US" sz="1000" dirty="0">
                <a:solidFill>
                  <a:schemeClr val="tx1"/>
                </a:solidFill>
              </a:rPr>
              <a:t>Dark gray: Contents consolidated from source to destination</a:t>
            </a:r>
          </a:p>
        </p:txBody>
      </p:sp>
      <p:sp>
        <p:nvSpPr>
          <p:cNvPr id="367" name="Rechteck 366"/>
          <p:cNvSpPr/>
          <p:nvPr/>
        </p:nvSpPr>
        <p:spPr>
          <a:xfrm>
            <a:off x="29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exclude</a:t>
            </a:r>
            <a:br>
              <a:rPr lang="en-US" sz="1100" b="1" dirty="0">
                <a:solidFill>
                  <a:schemeClr val="tx1"/>
                </a:solidFill>
              </a:rPr>
            </a:br>
            <a:r>
              <a:rPr lang="en-US" sz="1100" b="1" dirty="0">
                <a:solidFill>
                  <a:schemeClr val="tx1"/>
                </a:solidFill>
              </a:rPr>
              <a:t>intersect columns (…)</a:t>
            </a:r>
          </a:p>
        </p:txBody>
      </p:sp>
      <p:sp>
        <p:nvSpPr>
          <p:cNvPr id="371" name="Rechteck 370"/>
          <p:cNvSpPr/>
          <p:nvPr/>
        </p:nvSpPr>
        <p:spPr>
          <a:xfrm>
            <a:off x="3708000" y="4221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common</a:t>
            </a:r>
            <a:br>
              <a:rPr lang="en-US" sz="1000" dirty="0">
                <a:solidFill>
                  <a:schemeClr val="tx1"/>
                </a:solidFill>
              </a:rPr>
            </a:br>
            <a:r>
              <a:rPr lang="en-US" sz="1000" dirty="0">
                <a:solidFill>
                  <a:schemeClr val="tx1"/>
                </a:solidFill>
              </a:rPr>
              <a:t>columns</a:t>
            </a:r>
          </a:p>
          <a:p>
            <a:r>
              <a:rPr lang="en-US" sz="1000" dirty="0">
                <a:solidFill>
                  <a:schemeClr val="tx1"/>
                </a:solidFill>
              </a:rPr>
              <a:t>are included</a:t>
            </a:r>
          </a:p>
        </p:txBody>
      </p:sp>
      <p:grpSp>
        <p:nvGrpSpPr>
          <p:cNvPr id="380" name="Gruppieren 379"/>
          <p:cNvGrpSpPr/>
          <p:nvPr/>
        </p:nvGrpSpPr>
        <p:grpSpPr>
          <a:xfrm>
            <a:off x="3743390" y="3716950"/>
            <a:ext cx="756000" cy="432000"/>
            <a:chOff x="6912610" y="1341320"/>
            <a:chExt cx="756000" cy="432000"/>
          </a:xfrm>
        </p:grpSpPr>
        <p:sp>
          <p:nvSpPr>
            <p:cNvPr id="381" name="Freihandform 380"/>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82" name="Freihandform 381"/>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83" name="Freihandform 382"/>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14" name="Rechteck 413"/>
          <p:cNvSpPr/>
          <p:nvPr/>
        </p:nvSpPr>
        <p:spPr>
          <a:xfrm>
            <a:off x="47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exclude</a:t>
            </a:r>
            <a:br>
              <a:rPr lang="en-US" sz="1100" b="1" dirty="0">
                <a:solidFill>
                  <a:schemeClr val="tx1"/>
                </a:solidFill>
              </a:rPr>
            </a:br>
            <a:r>
              <a:rPr lang="en-US" sz="1100" b="1" dirty="0">
                <a:solidFill>
                  <a:schemeClr val="tx1"/>
                </a:solidFill>
              </a:rPr>
              <a:t>subtract columns (…)</a:t>
            </a:r>
          </a:p>
        </p:txBody>
      </p:sp>
      <p:sp>
        <p:nvSpPr>
          <p:cNvPr id="416" name="Rechteck 415"/>
          <p:cNvSpPr/>
          <p:nvPr/>
        </p:nvSpPr>
        <p:spPr>
          <a:xfrm>
            <a:off x="5508000" y="422105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common</a:t>
            </a:r>
          </a:p>
          <a:p>
            <a:r>
              <a:rPr lang="en-US" sz="1000" dirty="0">
                <a:solidFill>
                  <a:schemeClr val="tx1"/>
                </a:solidFill>
              </a:rPr>
              <a:t>columns</a:t>
            </a:r>
            <a:br>
              <a:rPr lang="en-US" sz="1000" dirty="0">
                <a:solidFill>
                  <a:schemeClr val="tx1"/>
                </a:solidFill>
              </a:rPr>
            </a:br>
            <a:r>
              <a:rPr lang="en-US" sz="1000" dirty="0">
                <a:solidFill>
                  <a:schemeClr val="tx1"/>
                </a:solidFill>
              </a:rPr>
              <a:t>removed</a:t>
            </a:r>
          </a:p>
          <a:p>
            <a:r>
              <a:rPr lang="en-US" sz="1000" dirty="0">
                <a:solidFill>
                  <a:schemeClr val="tx1"/>
                </a:solidFill>
              </a:rPr>
              <a:t>from destination</a:t>
            </a:r>
          </a:p>
          <a:p>
            <a:r>
              <a:rPr lang="en-US" sz="1000" dirty="0">
                <a:solidFill>
                  <a:schemeClr val="tx1"/>
                </a:solidFill>
              </a:rPr>
              <a:t>table (except</a:t>
            </a:r>
          </a:p>
          <a:p>
            <a:r>
              <a:rPr lang="en-US" sz="1000" dirty="0">
                <a:solidFill>
                  <a:schemeClr val="tx1"/>
                </a:solidFill>
              </a:rPr>
              <a:t>identifier columns)</a:t>
            </a:r>
          </a:p>
        </p:txBody>
      </p:sp>
      <p:sp>
        <p:nvSpPr>
          <p:cNvPr id="304" name="Rechteck 303"/>
          <p:cNvSpPr/>
          <p:nvPr/>
        </p:nvSpPr>
        <p:spPr>
          <a:xfrm>
            <a:off x="5003880" y="386100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6" name="Rechteck 305"/>
          <p:cNvSpPr/>
          <p:nvPr/>
        </p:nvSpPr>
        <p:spPr>
          <a:xfrm>
            <a:off x="5148000" y="386100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2" name="Rechteck 311"/>
          <p:cNvSpPr/>
          <p:nvPr/>
        </p:nvSpPr>
        <p:spPr>
          <a:xfrm>
            <a:off x="5291980" y="386100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8" name="Rechteck 317"/>
          <p:cNvSpPr/>
          <p:nvPr/>
        </p:nvSpPr>
        <p:spPr>
          <a:xfrm>
            <a:off x="4859860" y="3716980"/>
            <a:ext cx="576140" cy="10080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9" name="Rechteck 318"/>
          <p:cNvSpPr/>
          <p:nvPr/>
        </p:nvSpPr>
        <p:spPr>
          <a:xfrm>
            <a:off x="4859860" y="3861000"/>
            <a:ext cx="144020" cy="864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6" name="Rechteck 335"/>
          <p:cNvSpPr/>
          <p:nvPr/>
        </p:nvSpPr>
        <p:spPr>
          <a:xfrm>
            <a:off x="500388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37" name="Rechteck 336"/>
          <p:cNvSpPr/>
          <p:nvPr/>
        </p:nvSpPr>
        <p:spPr>
          <a:xfrm>
            <a:off x="514790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338" name="Rechteck 337"/>
          <p:cNvSpPr/>
          <p:nvPr/>
        </p:nvSpPr>
        <p:spPr>
          <a:xfrm>
            <a:off x="529192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393" name="Rechteck 392"/>
          <p:cNvSpPr/>
          <p:nvPr/>
        </p:nvSpPr>
        <p:spPr>
          <a:xfrm>
            <a:off x="4859860" y="3861000"/>
            <a:ext cx="576140" cy="122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7" name="Rechteck 396"/>
          <p:cNvSpPr/>
          <p:nvPr/>
        </p:nvSpPr>
        <p:spPr>
          <a:xfrm>
            <a:off x="4860000" y="4725000"/>
            <a:ext cx="14417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0" name="Rechteck 399"/>
          <p:cNvSpPr/>
          <p:nvPr/>
        </p:nvSpPr>
        <p:spPr>
          <a:xfrm>
            <a:off x="6803990" y="3861020"/>
            <a:ext cx="144020" cy="8639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5" name="Rechteck 414"/>
          <p:cNvSpPr/>
          <p:nvPr/>
        </p:nvSpPr>
        <p:spPr>
          <a:xfrm>
            <a:off x="6948120" y="3861000"/>
            <a:ext cx="144020" cy="8639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8" name="Rechteck 417"/>
          <p:cNvSpPr/>
          <p:nvPr/>
        </p:nvSpPr>
        <p:spPr>
          <a:xfrm>
            <a:off x="7092270" y="3861020"/>
            <a:ext cx="144020" cy="8639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0" name="Rechteck 419"/>
          <p:cNvSpPr/>
          <p:nvPr/>
        </p:nvSpPr>
        <p:spPr>
          <a:xfrm>
            <a:off x="6659970" y="3717000"/>
            <a:ext cx="864030" cy="1008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1" name="Rechteck 420"/>
          <p:cNvSpPr/>
          <p:nvPr/>
        </p:nvSpPr>
        <p:spPr>
          <a:xfrm>
            <a:off x="6659970" y="3861020"/>
            <a:ext cx="144020" cy="86398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2" name="Rechteck 421"/>
          <p:cNvSpPr/>
          <p:nvPr/>
        </p:nvSpPr>
        <p:spPr>
          <a:xfrm>
            <a:off x="680399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424" name="Rechteck 423"/>
          <p:cNvSpPr/>
          <p:nvPr/>
        </p:nvSpPr>
        <p:spPr>
          <a:xfrm>
            <a:off x="694815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433" name="Rechteck 432"/>
          <p:cNvSpPr/>
          <p:nvPr/>
        </p:nvSpPr>
        <p:spPr>
          <a:xfrm>
            <a:off x="709227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456" name="Rechteck 455"/>
          <p:cNvSpPr/>
          <p:nvPr/>
        </p:nvSpPr>
        <p:spPr>
          <a:xfrm>
            <a:off x="6659970" y="3861020"/>
            <a:ext cx="864030" cy="122398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60" name="Rechteck 459"/>
          <p:cNvSpPr/>
          <p:nvPr/>
        </p:nvSpPr>
        <p:spPr>
          <a:xfrm>
            <a:off x="6658610" y="4725000"/>
            <a:ext cx="14458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1" name="Rechteck 460"/>
          <p:cNvSpPr/>
          <p:nvPr/>
        </p:nvSpPr>
        <p:spPr>
          <a:xfrm>
            <a:off x="7236760" y="3717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462" name="Rechteck 461"/>
          <p:cNvSpPr/>
          <p:nvPr/>
        </p:nvSpPr>
        <p:spPr>
          <a:xfrm>
            <a:off x="7380780" y="3717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469" name="Rechteck 468"/>
          <p:cNvSpPr/>
          <p:nvPr/>
        </p:nvSpPr>
        <p:spPr>
          <a:xfrm>
            <a:off x="7235400" y="4725000"/>
            <a:ext cx="14458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0" name="Rechteck 469"/>
          <p:cNvSpPr/>
          <p:nvPr/>
        </p:nvSpPr>
        <p:spPr>
          <a:xfrm>
            <a:off x="7379420" y="4725000"/>
            <a:ext cx="144580" cy="360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2" name="Rechteck 471"/>
          <p:cNvSpPr/>
          <p:nvPr/>
        </p:nvSpPr>
        <p:spPr>
          <a:xfrm>
            <a:off x="65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exclude</a:t>
            </a:r>
            <a:br>
              <a:rPr lang="en-US" sz="1100" b="1" dirty="0">
                <a:solidFill>
                  <a:schemeClr val="tx1"/>
                </a:solidFill>
              </a:rPr>
            </a:br>
            <a:r>
              <a:rPr lang="en-US" sz="1100" b="1" dirty="0">
                <a:solidFill>
                  <a:schemeClr val="tx1"/>
                </a:solidFill>
              </a:rPr>
              <a:t>exclusive columns (…)</a:t>
            </a:r>
          </a:p>
        </p:txBody>
      </p:sp>
      <p:grpSp>
        <p:nvGrpSpPr>
          <p:cNvPr id="473" name="Gruppieren 472"/>
          <p:cNvGrpSpPr/>
          <p:nvPr/>
        </p:nvGrpSpPr>
        <p:grpSpPr>
          <a:xfrm>
            <a:off x="7632000" y="3717000"/>
            <a:ext cx="756000" cy="432000"/>
            <a:chOff x="6912610" y="1341320"/>
            <a:chExt cx="756000" cy="432000"/>
          </a:xfrm>
        </p:grpSpPr>
        <p:sp>
          <p:nvSpPr>
            <p:cNvPr id="474" name="Freihandform 473"/>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75" name="Freihandform 474"/>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76" name="Freihandform 475"/>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77" name="Rechteck 476"/>
          <p:cNvSpPr/>
          <p:nvPr/>
        </p:nvSpPr>
        <p:spPr>
          <a:xfrm>
            <a:off x="7596000" y="422098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478" name="Rechteck 477"/>
          <p:cNvSpPr/>
          <p:nvPr/>
        </p:nvSpPr>
        <p:spPr>
          <a:xfrm>
            <a:off x="180000" y="3140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source table</a:t>
            </a:r>
          </a:p>
        </p:txBody>
      </p:sp>
      <p:sp>
        <p:nvSpPr>
          <p:cNvPr id="479" name="Rechteck 478"/>
          <p:cNvSpPr/>
          <p:nvPr/>
        </p:nvSpPr>
        <p:spPr>
          <a:xfrm>
            <a:off x="180000" y="12773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2)</a:t>
            </a:r>
          </a:p>
        </p:txBody>
      </p:sp>
      <p:sp>
        <p:nvSpPr>
          <p:cNvPr id="480" name="Rechteck 479"/>
          <p:cNvSpPr/>
          <p:nvPr/>
        </p:nvSpPr>
        <p:spPr>
          <a:xfrm>
            <a:off x="180000" y="328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1)</a:t>
            </a:r>
          </a:p>
        </p:txBody>
      </p:sp>
      <p:sp>
        <p:nvSpPr>
          <p:cNvPr id="481" name="Rechteck 480"/>
          <p:cNvSpPr/>
          <p:nvPr/>
        </p:nvSpPr>
        <p:spPr>
          <a:xfrm>
            <a:off x="540000" y="5589000"/>
            <a:ext cx="144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2" name="Rechteck 481"/>
          <p:cNvSpPr/>
          <p:nvPr/>
        </p:nvSpPr>
        <p:spPr>
          <a:xfrm>
            <a:off x="540000" y="580500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3" name="Rechteck 482"/>
          <p:cNvSpPr/>
          <p:nvPr/>
        </p:nvSpPr>
        <p:spPr>
          <a:xfrm>
            <a:off x="756000" y="5589000"/>
            <a:ext cx="144000" cy="14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4" name="Rechteck 483"/>
          <p:cNvSpPr/>
          <p:nvPr/>
        </p:nvSpPr>
        <p:spPr>
          <a:xfrm>
            <a:off x="1476000" y="2493000"/>
            <a:ext cx="79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a:t>
            </a:r>
          </a:p>
          <a:p>
            <a:r>
              <a:rPr lang="en-US" sz="1100" dirty="0">
                <a:solidFill>
                  <a:schemeClr val="tx1"/>
                </a:solidFill>
              </a:rPr>
              <a:t>Rows:</a:t>
            </a:r>
          </a:p>
        </p:txBody>
      </p:sp>
      <p:sp>
        <p:nvSpPr>
          <p:cNvPr id="297" name="Rechteck 296"/>
          <p:cNvSpPr/>
          <p:nvPr/>
        </p:nvSpPr>
        <p:spPr>
          <a:xfrm>
            <a:off x="3203920" y="148508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2" name="Rechteck 301"/>
          <p:cNvSpPr/>
          <p:nvPr/>
        </p:nvSpPr>
        <p:spPr>
          <a:xfrm>
            <a:off x="3347940" y="148508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5" name="Rechteck 304"/>
          <p:cNvSpPr/>
          <p:nvPr/>
        </p:nvSpPr>
        <p:spPr>
          <a:xfrm>
            <a:off x="3491960" y="148508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7" name="Rechteck 306"/>
          <p:cNvSpPr/>
          <p:nvPr/>
        </p:nvSpPr>
        <p:spPr>
          <a:xfrm>
            <a:off x="3635980" y="148508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7" name="Rechteck 316"/>
          <p:cNvSpPr/>
          <p:nvPr/>
        </p:nvSpPr>
        <p:spPr>
          <a:xfrm>
            <a:off x="3780000" y="148508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4" name="Rechteck 333"/>
          <p:cNvSpPr/>
          <p:nvPr/>
        </p:nvSpPr>
        <p:spPr>
          <a:xfrm>
            <a:off x="3924270" y="148508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5" name="Rechteck 334"/>
          <p:cNvSpPr/>
          <p:nvPr/>
        </p:nvSpPr>
        <p:spPr>
          <a:xfrm>
            <a:off x="3060150" y="1341060"/>
            <a:ext cx="1008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5" name="Rechteck 344"/>
          <p:cNvSpPr/>
          <p:nvPr/>
        </p:nvSpPr>
        <p:spPr>
          <a:xfrm>
            <a:off x="3059900" y="1485080"/>
            <a:ext cx="144020" cy="864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6" name="Rechteck 345"/>
          <p:cNvSpPr/>
          <p:nvPr/>
        </p:nvSpPr>
        <p:spPr>
          <a:xfrm>
            <a:off x="320417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47" name="Rechteck 346"/>
          <p:cNvSpPr/>
          <p:nvPr/>
        </p:nvSpPr>
        <p:spPr>
          <a:xfrm>
            <a:off x="334819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351" name="Rechteck 350"/>
          <p:cNvSpPr/>
          <p:nvPr/>
        </p:nvSpPr>
        <p:spPr>
          <a:xfrm>
            <a:off x="349221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352" name="Rechteck 351"/>
          <p:cNvSpPr/>
          <p:nvPr/>
        </p:nvSpPr>
        <p:spPr>
          <a:xfrm>
            <a:off x="363623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359" name="Rechteck 358"/>
          <p:cNvSpPr/>
          <p:nvPr/>
        </p:nvSpPr>
        <p:spPr>
          <a:xfrm>
            <a:off x="378025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362" name="Rechteck 361"/>
          <p:cNvSpPr/>
          <p:nvPr/>
        </p:nvSpPr>
        <p:spPr>
          <a:xfrm>
            <a:off x="392427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363" name="Rechteck 362"/>
          <p:cNvSpPr/>
          <p:nvPr/>
        </p:nvSpPr>
        <p:spPr>
          <a:xfrm>
            <a:off x="3060150" y="1485080"/>
            <a:ext cx="1008140" cy="1223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6" name="Rechteck 365"/>
          <p:cNvSpPr/>
          <p:nvPr/>
        </p:nvSpPr>
        <p:spPr>
          <a:xfrm>
            <a:off x="3347890" y="234900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2" name="Rechteck 371"/>
          <p:cNvSpPr/>
          <p:nvPr/>
        </p:nvSpPr>
        <p:spPr>
          <a:xfrm>
            <a:off x="3635930" y="234900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3" name="Rechteck 372"/>
          <p:cNvSpPr/>
          <p:nvPr/>
        </p:nvSpPr>
        <p:spPr>
          <a:xfrm>
            <a:off x="3923970" y="234900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4" name="Rechteck 373"/>
          <p:cNvSpPr/>
          <p:nvPr/>
        </p:nvSpPr>
        <p:spPr>
          <a:xfrm>
            <a:off x="3060000" y="2349000"/>
            <a:ext cx="14417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9" name="Rechteck 378"/>
          <p:cNvSpPr/>
          <p:nvPr/>
        </p:nvSpPr>
        <p:spPr>
          <a:xfrm>
            <a:off x="6011990" y="148502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6" name="Rechteck 385"/>
          <p:cNvSpPr/>
          <p:nvPr/>
        </p:nvSpPr>
        <p:spPr>
          <a:xfrm>
            <a:off x="6156010" y="1485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0" name="Rechteck 389"/>
          <p:cNvSpPr/>
          <p:nvPr/>
        </p:nvSpPr>
        <p:spPr>
          <a:xfrm>
            <a:off x="6300000" y="148500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1" name="Rechteck 390"/>
          <p:cNvSpPr/>
          <p:nvPr/>
        </p:nvSpPr>
        <p:spPr>
          <a:xfrm>
            <a:off x="6444050" y="1485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2" name="Rechteck 391"/>
          <p:cNvSpPr/>
          <p:nvPr/>
        </p:nvSpPr>
        <p:spPr>
          <a:xfrm>
            <a:off x="6588070" y="148502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4" name="Rechteck 393"/>
          <p:cNvSpPr/>
          <p:nvPr/>
        </p:nvSpPr>
        <p:spPr>
          <a:xfrm>
            <a:off x="6732090" y="1485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5" name="Rechteck 394"/>
          <p:cNvSpPr/>
          <p:nvPr/>
        </p:nvSpPr>
        <p:spPr>
          <a:xfrm>
            <a:off x="5867970" y="1341000"/>
            <a:ext cx="1295440" cy="1007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6" name="Rechteck 395"/>
          <p:cNvSpPr/>
          <p:nvPr/>
        </p:nvSpPr>
        <p:spPr>
          <a:xfrm>
            <a:off x="5867970" y="1485020"/>
            <a:ext cx="144020" cy="864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8" name="Rechteck 397"/>
          <p:cNvSpPr/>
          <p:nvPr/>
        </p:nvSpPr>
        <p:spPr>
          <a:xfrm>
            <a:off x="6011990" y="1341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99" name="Rechteck 398"/>
          <p:cNvSpPr/>
          <p:nvPr/>
        </p:nvSpPr>
        <p:spPr>
          <a:xfrm>
            <a:off x="6156010" y="1341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401" name="Rechteck 400"/>
          <p:cNvSpPr/>
          <p:nvPr/>
        </p:nvSpPr>
        <p:spPr>
          <a:xfrm>
            <a:off x="6300030" y="1341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402" name="Rechteck 401"/>
          <p:cNvSpPr/>
          <p:nvPr/>
        </p:nvSpPr>
        <p:spPr>
          <a:xfrm>
            <a:off x="6444050" y="1341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403" name="Rechteck 402"/>
          <p:cNvSpPr/>
          <p:nvPr/>
        </p:nvSpPr>
        <p:spPr>
          <a:xfrm>
            <a:off x="6588070" y="1341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404" name="Rechteck 403"/>
          <p:cNvSpPr/>
          <p:nvPr/>
        </p:nvSpPr>
        <p:spPr>
          <a:xfrm>
            <a:off x="6732090" y="1341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405" name="Rechteck 404"/>
          <p:cNvSpPr/>
          <p:nvPr/>
        </p:nvSpPr>
        <p:spPr>
          <a:xfrm>
            <a:off x="5867970" y="1485020"/>
            <a:ext cx="1295440" cy="12239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6" name="Rechteck 405"/>
          <p:cNvSpPr/>
          <p:nvPr/>
        </p:nvSpPr>
        <p:spPr>
          <a:xfrm>
            <a:off x="6155300" y="2348920"/>
            <a:ext cx="14458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7" name="Rechteck 406"/>
          <p:cNvSpPr/>
          <p:nvPr/>
        </p:nvSpPr>
        <p:spPr>
          <a:xfrm>
            <a:off x="6443340" y="2348920"/>
            <a:ext cx="14458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8" name="Rechteck 407"/>
          <p:cNvSpPr/>
          <p:nvPr/>
        </p:nvSpPr>
        <p:spPr>
          <a:xfrm>
            <a:off x="6731380" y="2348920"/>
            <a:ext cx="14458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9" name="Rechteck 408"/>
          <p:cNvSpPr/>
          <p:nvPr/>
        </p:nvSpPr>
        <p:spPr>
          <a:xfrm>
            <a:off x="5867410" y="2348920"/>
            <a:ext cx="14458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0" name="Rechteck 409"/>
          <p:cNvSpPr/>
          <p:nvPr/>
        </p:nvSpPr>
        <p:spPr>
          <a:xfrm>
            <a:off x="6875960" y="1341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411" name="Rechteck 410"/>
          <p:cNvSpPr/>
          <p:nvPr/>
        </p:nvSpPr>
        <p:spPr>
          <a:xfrm>
            <a:off x="7019980" y="1341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412" name="Rechteck 411"/>
          <p:cNvSpPr/>
          <p:nvPr/>
        </p:nvSpPr>
        <p:spPr>
          <a:xfrm>
            <a:off x="6875400" y="2348920"/>
            <a:ext cx="14458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3" name="Rechteck 412"/>
          <p:cNvSpPr/>
          <p:nvPr/>
        </p:nvSpPr>
        <p:spPr>
          <a:xfrm>
            <a:off x="7019420" y="2348920"/>
            <a:ext cx="144580" cy="360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9" name="Rechteck 418"/>
          <p:cNvSpPr/>
          <p:nvPr/>
        </p:nvSpPr>
        <p:spPr>
          <a:xfrm>
            <a:off x="3347830" y="472519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3" name="Rechteck 422"/>
          <p:cNvSpPr/>
          <p:nvPr/>
        </p:nvSpPr>
        <p:spPr>
          <a:xfrm>
            <a:off x="3492000" y="472519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9" name="Rechteck 428"/>
          <p:cNvSpPr/>
          <p:nvPr/>
        </p:nvSpPr>
        <p:spPr>
          <a:xfrm>
            <a:off x="3204000" y="4725190"/>
            <a:ext cx="144170" cy="36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0" name="Rechteck 429"/>
          <p:cNvSpPr/>
          <p:nvPr/>
        </p:nvSpPr>
        <p:spPr>
          <a:xfrm>
            <a:off x="3204000" y="3861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1" name="Rechteck 430"/>
          <p:cNvSpPr/>
          <p:nvPr/>
        </p:nvSpPr>
        <p:spPr>
          <a:xfrm>
            <a:off x="3348000" y="3861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2" name="Rechteck 431"/>
          <p:cNvSpPr/>
          <p:nvPr/>
        </p:nvSpPr>
        <p:spPr>
          <a:xfrm>
            <a:off x="3492000" y="3861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4" name="Rechteck 433"/>
          <p:cNvSpPr/>
          <p:nvPr/>
        </p:nvSpPr>
        <p:spPr>
          <a:xfrm>
            <a:off x="3060000" y="3717000"/>
            <a:ext cx="575850" cy="100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39" name="Rechteck 438"/>
          <p:cNvSpPr/>
          <p:nvPr/>
        </p:nvSpPr>
        <p:spPr>
          <a:xfrm>
            <a:off x="3060000" y="3861020"/>
            <a:ext cx="144020" cy="864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1" name="Rechteck 440"/>
          <p:cNvSpPr/>
          <p:nvPr/>
        </p:nvSpPr>
        <p:spPr>
          <a:xfrm>
            <a:off x="3204020" y="3717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443" name="Rechteck 442"/>
          <p:cNvSpPr/>
          <p:nvPr/>
        </p:nvSpPr>
        <p:spPr>
          <a:xfrm>
            <a:off x="3348040" y="3717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445" name="Rechteck 444"/>
          <p:cNvSpPr/>
          <p:nvPr/>
        </p:nvSpPr>
        <p:spPr>
          <a:xfrm>
            <a:off x="3492060" y="3717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449" name="Rechteck 448"/>
          <p:cNvSpPr/>
          <p:nvPr/>
        </p:nvSpPr>
        <p:spPr>
          <a:xfrm>
            <a:off x="3060000" y="4725190"/>
            <a:ext cx="144170" cy="36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Tree>
    <p:extLst>
      <p:ext uri="{BB962C8B-B14F-4D97-AF65-F5344CB8AC3E}">
        <p14:creationId xmlns:p14="http://schemas.microsoft.com/office/powerpoint/2010/main" val="16106455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5" name="Gruppieren 424"/>
          <p:cNvGrpSpPr/>
          <p:nvPr/>
        </p:nvGrpSpPr>
        <p:grpSpPr>
          <a:xfrm>
            <a:off x="5544000" y="3717000"/>
            <a:ext cx="756000" cy="432000"/>
            <a:chOff x="6912610" y="1341320"/>
            <a:chExt cx="756000" cy="432000"/>
          </a:xfrm>
        </p:grpSpPr>
        <p:sp>
          <p:nvSpPr>
            <p:cNvPr id="426" name="Freihandform 425"/>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27" name="Freihandform 426"/>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28" name="Freihandform 427"/>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157" name="Rechteck 156"/>
          <p:cNvSpPr/>
          <p:nvPr/>
        </p:nvSpPr>
        <p:spPr>
          <a:xfrm>
            <a:off x="39602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p:cNvSpPr/>
          <p:nvPr/>
        </p:nvSpPr>
        <p:spPr>
          <a:xfrm>
            <a:off x="54004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p:cNvSpPr/>
          <p:nvPr/>
        </p:nvSpPr>
        <p:spPr>
          <a:xfrm>
            <a:off x="68406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p:cNvSpPr/>
          <p:nvPr/>
        </p:nvSpPr>
        <p:spPr>
          <a:xfrm>
            <a:off x="82808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p:cNvSpPr/>
          <p:nvPr/>
        </p:nvSpPr>
        <p:spPr>
          <a:xfrm>
            <a:off x="972100" y="1772830"/>
            <a:ext cx="144020" cy="12241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p:cNvSpPr/>
          <p:nvPr/>
        </p:nvSpPr>
        <p:spPr>
          <a:xfrm>
            <a:off x="1116120" y="1772830"/>
            <a:ext cx="144020" cy="122417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p:cNvSpPr/>
          <p:nvPr/>
        </p:nvSpPr>
        <p:spPr>
          <a:xfrm>
            <a:off x="39625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2" name="Rechteck 151"/>
          <p:cNvSpPr/>
          <p:nvPr/>
        </p:nvSpPr>
        <p:spPr>
          <a:xfrm>
            <a:off x="54027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p:cNvSpPr/>
          <p:nvPr/>
        </p:nvSpPr>
        <p:spPr>
          <a:xfrm>
            <a:off x="684290" y="3717000"/>
            <a:ext cx="144020" cy="720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4" name="Rechteck 153"/>
          <p:cNvSpPr/>
          <p:nvPr/>
        </p:nvSpPr>
        <p:spPr>
          <a:xfrm>
            <a:off x="82831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p:cNvSpPr/>
          <p:nvPr/>
        </p:nvSpPr>
        <p:spPr>
          <a:xfrm>
            <a:off x="972330" y="3717000"/>
            <a:ext cx="144020" cy="72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252000" y="1628810"/>
            <a:ext cx="1008140" cy="136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Subtract – Output Models</a:t>
            </a:r>
          </a:p>
        </p:txBody>
      </p:sp>
      <p:sp>
        <p:nvSpPr>
          <p:cNvPr id="365" name="Rechteck 364"/>
          <p:cNvSpPr/>
          <p:nvPr/>
        </p:nvSpPr>
        <p:spPr>
          <a:xfrm>
            <a:off x="252000" y="1772830"/>
            <a:ext cx="144020" cy="12241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2" name="Rechteck 121"/>
          <p:cNvSpPr/>
          <p:nvPr/>
        </p:nvSpPr>
        <p:spPr>
          <a:xfrm>
            <a:off x="39602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123" name="Rechteck 122"/>
          <p:cNvSpPr/>
          <p:nvPr/>
        </p:nvSpPr>
        <p:spPr>
          <a:xfrm>
            <a:off x="54004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24" name="Rechteck 123"/>
          <p:cNvSpPr/>
          <p:nvPr/>
        </p:nvSpPr>
        <p:spPr>
          <a:xfrm>
            <a:off x="68406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125" name="Rechteck 124"/>
          <p:cNvSpPr/>
          <p:nvPr/>
        </p:nvSpPr>
        <p:spPr>
          <a:xfrm>
            <a:off x="82808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26" name="Rechteck 125"/>
          <p:cNvSpPr/>
          <p:nvPr/>
        </p:nvSpPr>
        <p:spPr>
          <a:xfrm>
            <a:off x="97210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127" name="Rechteck 126"/>
          <p:cNvSpPr/>
          <p:nvPr/>
        </p:nvSpPr>
        <p:spPr>
          <a:xfrm>
            <a:off x="1116120" y="162881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2" name="Rechteck 141"/>
          <p:cNvSpPr/>
          <p:nvPr/>
        </p:nvSpPr>
        <p:spPr>
          <a:xfrm>
            <a:off x="252230" y="3717000"/>
            <a:ext cx="144020" cy="720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p:cNvSpPr/>
          <p:nvPr/>
        </p:nvSpPr>
        <p:spPr>
          <a:xfrm>
            <a:off x="39625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144" name="Rechteck 143"/>
          <p:cNvSpPr/>
          <p:nvPr/>
        </p:nvSpPr>
        <p:spPr>
          <a:xfrm>
            <a:off x="54027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145" name="Rechteck 144"/>
          <p:cNvSpPr/>
          <p:nvPr/>
        </p:nvSpPr>
        <p:spPr>
          <a:xfrm>
            <a:off x="684290" y="357298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146" name="Rechteck 145"/>
          <p:cNvSpPr/>
          <p:nvPr/>
        </p:nvSpPr>
        <p:spPr>
          <a:xfrm>
            <a:off x="82831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147" name="Rechteck 146"/>
          <p:cNvSpPr/>
          <p:nvPr/>
        </p:nvSpPr>
        <p:spPr>
          <a:xfrm>
            <a:off x="972330" y="357298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163" name="Rechteck 162"/>
          <p:cNvSpPr/>
          <p:nvPr/>
        </p:nvSpPr>
        <p:spPr>
          <a:xfrm>
            <a:off x="252230" y="3788680"/>
            <a:ext cx="863770" cy="719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0" name="Rechteck 139"/>
          <p:cNvSpPr/>
          <p:nvPr/>
        </p:nvSpPr>
        <p:spPr>
          <a:xfrm>
            <a:off x="252230" y="3572980"/>
            <a:ext cx="863770" cy="8637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1" name="Rechteck 140"/>
          <p:cNvSpPr/>
          <p:nvPr/>
        </p:nvSpPr>
        <p:spPr>
          <a:xfrm>
            <a:off x="252230" y="3717000"/>
            <a:ext cx="863770" cy="71968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8" name="Rechteck 167"/>
          <p:cNvSpPr/>
          <p:nvPr/>
        </p:nvSpPr>
        <p:spPr>
          <a:xfrm>
            <a:off x="252230" y="4004640"/>
            <a:ext cx="863770" cy="288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9" name="Rechteck 168"/>
          <p:cNvSpPr/>
          <p:nvPr/>
        </p:nvSpPr>
        <p:spPr>
          <a:xfrm>
            <a:off x="252230" y="400467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p:cNvSpPr/>
          <p:nvPr/>
        </p:nvSpPr>
        <p:spPr>
          <a:xfrm>
            <a:off x="252230" y="4004640"/>
            <a:ext cx="144000" cy="28804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3" name="Rechteck 172"/>
          <p:cNvSpPr/>
          <p:nvPr/>
        </p:nvSpPr>
        <p:spPr>
          <a:xfrm>
            <a:off x="252000" y="184484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4" name="Rechteck 173"/>
          <p:cNvSpPr/>
          <p:nvPr/>
        </p:nvSpPr>
        <p:spPr>
          <a:xfrm>
            <a:off x="252000" y="2061000"/>
            <a:ext cx="144020" cy="14402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5" name="Rechteck 174"/>
          <p:cNvSpPr/>
          <p:nvPr/>
        </p:nvSpPr>
        <p:spPr>
          <a:xfrm>
            <a:off x="252000" y="22770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6" name="Rechteck 175"/>
          <p:cNvSpPr/>
          <p:nvPr/>
        </p:nvSpPr>
        <p:spPr>
          <a:xfrm>
            <a:off x="39625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7" name="Rechteck 176"/>
          <p:cNvSpPr/>
          <p:nvPr/>
        </p:nvSpPr>
        <p:spPr>
          <a:xfrm>
            <a:off x="39625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p:cNvSpPr/>
          <p:nvPr/>
        </p:nvSpPr>
        <p:spPr>
          <a:xfrm>
            <a:off x="54027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p:cNvSpPr/>
          <p:nvPr/>
        </p:nvSpPr>
        <p:spPr>
          <a:xfrm>
            <a:off x="54027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p:cNvSpPr/>
          <p:nvPr/>
        </p:nvSpPr>
        <p:spPr>
          <a:xfrm>
            <a:off x="684290" y="4004640"/>
            <a:ext cx="144020" cy="28804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1" name="Rechteck 180"/>
          <p:cNvSpPr/>
          <p:nvPr/>
        </p:nvSpPr>
        <p:spPr>
          <a:xfrm>
            <a:off x="684290" y="378868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2" name="Rechteck 181"/>
          <p:cNvSpPr/>
          <p:nvPr/>
        </p:nvSpPr>
        <p:spPr>
          <a:xfrm>
            <a:off x="82831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3" name="Rechteck 182"/>
          <p:cNvSpPr/>
          <p:nvPr/>
        </p:nvSpPr>
        <p:spPr>
          <a:xfrm>
            <a:off x="82831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4" name="Rechteck 183"/>
          <p:cNvSpPr/>
          <p:nvPr/>
        </p:nvSpPr>
        <p:spPr>
          <a:xfrm>
            <a:off x="972330" y="4004640"/>
            <a:ext cx="144020" cy="28804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5" name="Rechteck 184"/>
          <p:cNvSpPr/>
          <p:nvPr/>
        </p:nvSpPr>
        <p:spPr>
          <a:xfrm>
            <a:off x="972330" y="37886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p:cNvSpPr/>
          <p:nvPr/>
        </p:nvSpPr>
        <p:spPr>
          <a:xfrm>
            <a:off x="39602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54004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68406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1" name="Rechteck 190"/>
          <p:cNvSpPr/>
          <p:nvPr/>
        </p:nvSpPr>
        <p:spPr>
          <a:xfrm>
            <a:off x="82808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p:cNvSpPr/>
          <p:nvPr/>
        </p:nvSpPr>
        <p:spPr>
          <a:xfrm>
            <a:off x="972100" y="2276900"/>
            <a:ext cx="144000" cy="7201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3" name="Rechteck 192"/>
          <p:cNvSpPr/>
          <p:nvPr/>
        </p:nvSpPr>
        <p:spPr>
          <a:xfrm>
            <a:off x="1116120" y="22769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39602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p:cNvSpPr/>
          <p:nvPr/>
        </p:nvSpPr>
        <p:spPr>
          <a:xfrm>
            <a:off x="54004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p:cNvSpPr/>
          <p:nvPr/>
        </p:nvSpPr>
        <p:spPr>
          <a:xfrm>
            <a:off x="68406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p:cNvSpPr/>
          <p:nvPr/>
        </p:nvSpPr>
        <p:spPr>
          <a:xfrm>
            <a:off x="82808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972100" y="184484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9" name="Rechteck 198"/>
          <p:cNvSpPr/>
          <p:nvPr/>
        </p:nvSpPr>
        <p:spPr>
          <a:xfrm>
            <a:off x="1116120" y="184484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6" name="Rechteck 205"/>
          <p:cNvSpPr/>
          <p:nvPr/>
        </p:nvSpPr>
        <p:spPr>
          <a:xfrm>
            <a:off x="39602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7" name="Rechteck 206"/>
          <p:cNvSpPr/>
          <p:nvPr/>
        </p:nvSpPr>
        <p:spPr>
          <a:xfrm>
            <a:off x="54004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8" name="Rechteck 207"/>
          <p:cNvSpPr/>
          <p:nvPr/>
        </p:nvSpPr>
        <p:spPr>
          <a:xfrm>
            <a:off x="68406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9" name="Rechteck 208"/>
          <p:cNvSpPr/>
          <p:nvPr/>
        </p:nvSpPr>
        <p:spPr>
          <a:xfrm>
            <a:off x="82808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p:cNvSpPr/>
          <p:nvPr/>
        </p:nvSpPr>
        <p:spPr>
          <a:xfrm>
            <a:off x="972100" y="206087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p:cNvSpPr/>
          <p:nvPr/>
        </p:nvSpPr>
        <p:spPr>
          <a:xfrm>
            <a:off x="1116120" y="206087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4" name="Rechteck 73"/>
          <p:cNvSpPr/>
          <p:nvPr/>
        </p:nvSpPr>
        <p:spPr>
          <a:xfrm>
            <a:off x="252000" y="1772830"/>
            <a:ext cx="1008140" cy="122417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0" name="Rechteck 269"/>
          <p:cNvSpPr/>
          <p:nvPr/>
        </p:nvSpPr>
        <p:spPr>
          <a:xfrm>
            <a:off x="2988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subtract (…)</a:t>
            </a:r>
          </a:p>
        </p:txBody>
      </p:sp>
      <p:sp>
        <p:nvSpPr>
          <p:cNvPr id="3" name="Geschweifte Klammer rechts 2"/>
          <p:cNvSpPr/>
          <p:nvPr/>
        </p:nvSpPr>
        <p:spPr>
          <a:xfrm>
            <a:off x="2124000" y="1341000"/>
            <a:ext cx="432000" cy="3312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p>
        </p:txBody>
      </p:sp>
      <p:sp>
        <p:nvSpPr>
          <p:cNvPr id="255" name="Rechteck 254"/>
          <p:cNvSpPr/>
          <p:nvPr/>
        </p:nvSpPr>
        <p:spPr>
          <a:xfrm>
            <a:off x="180000" y="112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destination table</a:t>
            </a:r>
          </a:p>
        </p:txBody>
      </p:sp>
      <p:sp>
        <p:nvSpPr>
          <p:cNvPr id="262" name="Rechteck 261"/>
          <p:cNvSpPr/>
          <p:nvPr/>
        </p:nvSpPr>
        <p:spPr>
          <a:xfrm>
            <a:off x="4284000" y="1125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 Columns</a:t>
            </a:r>
          </a:p>
        </p:txBody>
      </p:sp>
      <p:sp>
        <p:nvSpPr>
          <p:cNvPr id="265" name="Rechteck 264"/>
          <p:cNvSpPr/>
          <p:nvPr/>
        </p:nvSpPr>
        <p:spPr>
          <a:xfrm>
            <a:off x="4284000" y="1917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No further columns</a:t>
            </a:r>
          </a:p>
          <a:p>
            <a:r>
              <a:rPr lang="en-US" sz="1000" dirty="0">
                <a:solidFill>
                  <a:schemeClr val="tx1"/>
                </a:solidFill>
              </a:rPr>
              <a:t>are added to the </a:t>
            </a:r>
          </a:p>
          <a:p>
            <a:r>
              <a:rPr lang="en-US" sz="1000" dirty="0">
                <a:solidFill>
                  <a:schemeClr val="tx1"/>
                </a:solidFill>
              </a:rPr>
              <a:t>destination table</a:t>
            </a:r>
          </a:p>
        </p:txBody>
      </p:sp>
      <p:grpSp>
        <p:nvGrpSpPr>
          <p:cNvPr id="267" name="Gruppieren 266"/>
          <p:cNvGrpSpPr/>
          <p:nvPr/>
        </p:nvGrpSpPr>
        <p:grpSpPr>
          <a:xfrm>
            <a:off x="1620000" y="2889000"/>
            <a:ext cx="432000" cy="756000"/>
            <a:chOff x="5436610" y="1341320"/>
            <a:chExt cx="432000" cy="756000"/>
          </a:xfrm>
        </p:grpSpPr>
        <p:sp>
          <p:nvSpPr>
            <p:cNvPr id="268" name="Freihandform 267"/>
            <p:cNvSpPr/>
            <p:nvPr/>
          </p:nvSpPr>
          <p:spPr>
            <a:xfrm>
              <a:off x="5511105" y="1665320"/>
              <a:ext cx="283011" cy="108000"/>
            </a:xfrm>
            <a:custGeom>
              <a:avLst/>
              <a:gdLst>
                <a:gd name="connsiteX0" fmla="*/ 283011 w 566022"/>
                <a:gd name="connsiteY0" fmla="*/ 0 h 216000"/>
                <a:gd name="connsiteX1" fmla="*/ 524546 w 566022"/>
                <a:gd name="connsiteY1" fmla="*/ 73779 h 216000"/>
                <a:gd name="connsiteX2" fmla="*/ 566022 w 566022"/>
                <a:gd name="connsiteY2" fmla="*/ 108000 h 216000"/>
                <a:gd name="connsiteX3" fmla="*/ 524546 w 566022"/>
                <a:gd name="connsiteY3" fmla="*/ 142221 h 216000"/>
                <a:gd name="connsiteX4" fmla="*/ 283011 w 566022"/>
                <a:gd name="connsiteY4" fmla="*/ 216000 h 216000"/>
                <a:gd name="connsiteX5" fmla="*/ 41476 w 566022"/>
                <a:gd name="connsiteY5" fmla="*/ 142221 h 216000"/>
                <a:gd name="connsiteX6" fmla="*/ 0 w 566022"/>
                <a:gd name="connsiteY6" fmla="*/ 108000 h 216000"/>
                <a:gd name="connsiteX7" fmla="*/ 41476 w 566022"/>
                <a:gd name="connsiteY7" fmla="*/ 73779 h 216000"/>
                <a:gd name="connsiteX8" fmla="*/ 283011 w 566022"/>
                <a:gd name="connsiteY8" fmla="*/ 0 h 2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022" h="216000">
                  <a:moveTo>
                    <a:pt x="283011" y="0"/>
                  </a:moveTo>
                  <a:cubicBezTo>
                    <a:pt x="372481" y="0"/>
                    <a:pt x="455599" y="27199"/>
                    <a:pt x="524546" y="73779"/>
                  </a:cubicBezTo>
                  <a:lnTo>
                    <a:pt x="566022" y="108000"/>
                  </a:lnTo>
                  <a:lnTo>
                    <a:pt x="524546" y="142221"/>
                  </a:lnTo>
                  <a:cubicBezTo>
                    <a:pt x="455599" y="188801"/>
                    <a:pt x="372481" y="216000"/>
                    <a:pt x="283011" y="216000"/>
                  </a:cubicBezTo>
                  <a:cubicBezTo>
                    <a:pt x="193541" y="216000"/>
                    <a:pt x="110423" y="188801"/>
                    <a:pt x="41476" y="142221"/>
                  </a:cubicBezTo>
                  <a:lnTo>
                    <a:pt x="0" y="108000"/>
                  </a:lnTo>
                  <a:lnTo>
                    <a:pt x="41476" y="73779"/>
                  </a:lnTo>
                  <a:cubicBezTo>
                    <a:pt x="110423" y="27199"/>
                    <a:pt x="193541" y="0"/>
                    <a:pt x="283011" y="0"/>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69" name="Freihandform 268"/>
            <p:cNvSpPr/>
            <p:nvPr/>
          </p:nvSpPr>
          <p:spPr>
            <a:xfrm>
              <a:off x="5436610" y="1341320"/>
              <a:ext cx="432000" cy="378000"/>
            </a:xfrm>
            <a:custGeom>
              <a:avLst/>
              <a:gdLst>
                <a:gd name="connsiteX0" fmla="*/ 432000 w 864000"/>
                <a:gd name="connsiteY0" fmla="*/ 0 h 756000"/>
                <a:gd name="connsiteX1" fmla="*/ 864000 w 864000"/>
                <a:gd name="connsiteY1" fmla="*/ 432000 h 756000"/>
                <a:gd name="connsiteX2" fmla="*/ 737470 w 864000"/>
                <a:gd name="connsiteY2" fmla="*/ 737470 h 756000"/>
                <a:gd name="connsiteX3" fmla="*/ 715011 w 864000"/>
                <a:gd name="connsiteY3" fmla="*/ 756000 h 756000"/>
                <a:gd name="connsiteX4" fmla="*/ 673535 w 864000"/>
                <a:gd name="connsiteY4" fmla="*/ 721779 h 756000"/>
                <a:gd name="connsiteX5" fmla="*/ 432000 w 864000"/>
                <a:gd name="connsiteY5" fmla="*/ 648000 h 756000"/>
                <a:gd name="connsiteX6" fmla="*/ 190465 w 864000"/>
                <a:gd name="connsiteY6" fmla="*/ 721779 h 756000"/>
                <a:gd name="connsiteX7" fmla="*/ 148989 w 864000"/>
                <a:gd name="connsiteY7" fmla="*/ 756000 h 756000"/>
                <a:gd name="connsiteX8" fmla="*/ 126530 w 864000"/>
                <a:gd name="connsiteY8" fmla="*/ 737470 h 756000"/>
                <a:gd name="connsiteX9" fmla="*/ 0 w 864000"/>
                <a:gd name="connsiteY9" fmla="*/ 432000 h 756000"/>
                <a:gd name="connsiteX10" fmla="*/ 432000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432000" y="0"/>
                  </a:moveTo>
                  <a:cubicBezTo>
                    <a:pt x="670587" y="0"/>
                    <a:pt x="864000" y="193413"/>
                    <a:pt x="864000" y="432000"/>
                  </a:cubicBezTo>
                  <a:cubicBezTo>
                    <a:pt x="864000" y="551293"/>
                    <a:pt x="815647" y="659294"/>
                    <a:pt x="737470" y="737470"/>
                  </a:cubicBezTo>
                  <a:lnTo>
                    <a:pt x="715011" y="756000"/>
                  </a:lnTo>
                  <a:lnTo>
                    <a:pt x="673535" y="721779"/>
                  </a:lnTo>
                  <a:cubicBezTo>
                    <a:pt x="604588" y="675199"/>
                    <a:pt x="521470" y="648000"/>
                    <a:pt x="432000" y="648000"/>
                  </a:cubicBezTo>
                  <a:cubicBezTo>
                    <a:pt x="342530" y="648000"/>
                    <a:pt x="259412" y="675199"/>
                    <a:pt x="190465" y="721779"/>
                  </a:cubicBezTo>
                  <a:lnTo>
                    <a:pt x="148989" y="756000"/>
                  </a:lnTo>
                  <a:lnTo>
                    <a:pt x="126530" y="737470"/>
                  </a:lnTo>
                  <a:cubicBezTo>
                    <a:pt x="48353" y="659294"/>
                    <a:pt x="0" y="551293"/>
                    <a:pt x="0" y="432000"/>
                  </a:cubicBezTo>
                  <a:cubicBezTo>
                    <a:pt x="0" y="193413"/>
                    <a:pt x="193413" y="0"/>
                    <a:pt x="432000" y="0"/>
                  </a:cubicBezTo>
                  <a:close/>
                </a:path>
              </a:pathLst>
            </a:cu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sp>
          <p:nvSpPr>
            <p:cNvPr id="271" name="Freihandform 270"/>
            <p:cNvSpPr/>
            <p:nvPr/>
          </p:nvSpPr>
          <p:spPr>
            <a:xfrm>
              <a:off x="5436610" y="1719320"/>
              <a:ext cx="432000" cy="378000"/>
            </a:xfrm>
            <a:custGeom>
              <a:avLst/>
              <a:gdLst>
                <a:gd name="connsiteX0" fmla="*/ 148989 w 864000"/>
                <a:gd name="connsiteY0" fmla="*/ 0 h 756000"/>
                <a:gd name="connsiteX1" fmla="*/ 190465 w 864000"/>
                <a:gd name="connsiteY1" fmla="*/ 34221 h 756000"/>
                <a:gd name="connsiteX2" fmla="*/ 432000 w 864000"/>
                <a:gd name="connsiteY2" fmla="*/ 108000 h 756000"/>
                <a:gd name="connsiteX3" fmla="*/ 673535 w 864000"/>
                <a:gd name="connsiteY3" fmla="*/ 34221 h 756000"/>
                <a:gd name="connsiteX4" fmla="*/ 715011 w 864000"/>
                <a:gd name="connsiteY4" fmla="*/ 0 h 756000"/>
                <a:gd name="connsiteX5" fmla="*/ 737470 w 864000"/>
                <a:gd name="connsiteY5" fmla="*/ 18530 h 756000"/>
                <a:gd name="connsiteX6" fmla="*/ 864000 w 864000"/>
                <a:gd name="connsiteY6" fmla="*/ 324000 h 756000"/>
                <a:gd name="connsiteX7" fmla="*/ 432000 w 864000"/>
                <a:gd name="connsiteY7" fmla="*/ 756000 h 756000"/>
                <a:gd name="connsiteX8" fmla="*/ 0 w 864000"/>
                <a:gd name="connsiteY8" fmla="*/ 324000 h 756000"/>
                <a:gd name="connsiteX9" fmla="*/ 126530 w 864000"/>
                <a:gd name="connsiteY9" fmla="*/ 18530 h 756000"/>
                <a:gd name="connsiteX10" fmla="*/ 148989 w 864000"/>
                <a:gd name="connsiteY10" fmla="*/ 0 h 7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 h="756000">
                  <a:moveTo>
                    <a:pt x="148989" y="0"/>
                  </a:moveTo>
                  <a:lnTo>
                    <a:pt x="190465" y="34221"/>
                  </a:lnTo>
                  <a:cubicBezTo>
                    <a:pt x="259412" y="80801"/>
                    <a:pt x="342530" y="108000"/>
                    <a:pt x="432000" y="108000"/>
                  </a:cubicBezTo>
                  <a:cubicBezTo>
                    <a:pt x="521470" y="108000"/>
                    <a:pt x="604588" y="80801"/>
                    <a:pt x="673535" y="34221"/>
                  </a:cubicBezTo>
                  <a:lnTo>
                    <a:pt x="715011" y="0"/>
                  </a:lnTo>
                  <a:lnTo>
                    <a:pt x="737470" y="18530"/>
                  </a:lnTo>
                  <a:cubicBezTo>
                    <a:pt x="815647" y="96707"/>
                    <a:pt x="864000" y="204707"/>
                    <a:pt x="864000" y="324000"/>
                  </a:cubicBezTo>
                  <a:cubicBezTo>
                    <a:pt x="864000" y="562587"/>
                    <a:pt x="670587" y="756000"/>
                    <a:pt x="432000" y="756000"/>
                  </a:cubicBezTo>
                  <a:cubicBezTo>
                    <a:pt x="193413" y="756000"/>
                    <a:pt x="0" y="562587"/>
                    <a:pt x="0" y="324000"/>
                  </a:cubicBezTo>
                  <a:cubicBezTo>
                    <a:pt x="0" y="204707"/>
                    <a:pt x="48353" y="96707"/>
                    <a:pt x="126530" y="18530"/>
                  </a:cubicBezTo>
                  <a:lnTo>
                    <a:pt x="148989" y="0"/>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grpSp>
      <p:grpSp>
        <p:nvGrpSpPr>
          <p:cNvPr id="10" name="Gruppieren 9"/>
          <p:cNvGrpSpPr/>
          <p:nvPr/>
        </p:nvGrpSpPr>
        <p:grpSpPr>
          <a:xfrm>
            <a:off x="4320000" y="1341340"/>
            <a:ext cx="756000" cy="432000"/>
            <a:chOff x="6912610" y="1341320"/>
            <a:chExt cx="756000" cy="432000"/>
          </a:xfrm>
        </p:grpSpPr>
        <p:sp>
          <p:nvSpPr>
            <p:cNvPr id="273" name="Freihandform 272"/>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274" name="Freihandform 273"/>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275" name="Freihandform 274"/>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303" name="Rechteck 302"/>
          <p:cNvSpPr/>
          <p:nvPr/>
        </p:nvSpPr>
        <p:spPr>
          <a:xfrm>
            <a:off x="5796000" y="11250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subtract extend columns (…)</a:t>
            </a:r>
          </a:p>
        </p:txBody>
      </p:sp>
      <p:grpSp>
        <p:nvGrpSpPr>
          <p:cNvPr id="308" name="Gruppieren 307"/>
          <p:cNvGrpSpPr/>
          <p:nvPr/>
        </p:nvGrpSpPr>
        <p:grpSpPr>
          <a:xfrm>
            <a:off x="7416000" y="1341040"/>
            <a:ext cx="756000" cy="432000"/>
            <a:chOff x="6912610" y="1341320"/>
            <a:chExt cx="756000" cy="432000"/>
          </a:xfrm>
        </p:grpSpPr>
        <p:sp>
          <p:nvSpPr>
            <p:cNvPr id="309" name="Freihandform 308"/>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10" name="Freihandform 309"/>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11" name="Freihandform 310"/>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313" name="Rechteck 312"/>
          <p:cNvSpPr/>
          <p:nvPr/>
        </p:nvSpPr>
        <p:spPr>
          <a:xfrm>
            <a:off x="7380000" y="184502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324" name="Rechteck 323"/>
          <p:cNvSpPr/>
          <p:nvPr/>
        </p:nvSpPr>
        <p:spPr>
          <a:xfrm>
            <a:off x="756000" y="5805000"/>
            <a:ext cx="144000" cy="144000"/>
          </a:xfrm>
          <a:prstGeom prst="rect">
            <a:avLst/>
          </a:prstGeom>
          <a:solidFill>
            <a:schemeClr val="tx1">
              <a:lumMod val="50000"/>
              <a:lumOff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6" name="Rechteck 325"/>
          <p:cNvSpPr/>
          <p:nvPr/>
        </p:nvSpPr>
        <p:spPr>
          <a:xfrm>
            <a:off x="324000" y="4797000"/>
            <a:ext cx="144000" cy="14400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7" name="Rechteck 326"/>
          <p:cNvSpPr/>
          <p:nvPr/>
        </p:nvSpPr>
        <p:spPr>
          <a:xfrm>
            <a:off x="540000" y="479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Matching rows</a:t>
            </a:r>
            <a:br>
              <a:rPr lang="en-US" sz="1000" dirty="0">
                <a:solidFill>
                  <a:schemeClr val="tx1"/>
                </a:solidFill>
              </a:rPr>
            </a:br>
            <a:r>
              <a:rPr lang="en-US" sz="1000" dirty="0">
                <a:solidFill>
                  <a:schemeClr val="tx1"/>
                </a:solidFill>
              </a:rPr>
              <a:t>(Common values in Parameter 3)</a:t>
            </a:r>
          </a:p>
        </p:txBody>
      </p:sp>
      <p:sp>
        <p:nvSpPr>
          <p:cNvPr id="328" name="Rechteck 327"/>
          <p:cNvSpPr/>
          <p:nvPr/>
        </p:nvSpPr>
        <p:spPr>
          <a:xfrm>
            <a:off x="324000" y="501300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9" name="Rechteck 328"/>
          <p:cNvSpPr/>
          <p:nvPr/>
        </p:nvSpPr>
        <p:spPr>
          <a:xfrm>
            <a:off x="324000" y="5229000"/>
            <a:ext cx="144000" cy="14400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0" name="Rechteck 329"/>
          <p:cNvSpPr/>
          <p:nvPr/>
        </p:nvSpPr>
        <p:spPr>
          <a:xfrm>
            <a:off x="540000" y="5229000"/>
            <a:ext cx="2088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Merged matching rows</a:t>
            </a:r>
          </a:p>
        </p:txBody>
      </p:sp>
      <p:sp>
        <p:nvSpPr>
          <p:cNvPr id="331" name="Rechteck 330"/>
          <p:cNvSpPr/>
          <p:nvPr/>
        </p:nvSpPr>
        <p:spPr>
          <a:xfrm>
            <a:off x="324000" y="5589000"/>
            <a:ext cx="144000" cy="14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2" name="Rechteck 331"/>
          <p:cNvSpPr/>
          <p:nvPr/>
        </p:nvSpPr>
        <p:spPr>
          <a:xfrm>
            <a:off x="324000" y="5805000"/>
            <a:ext cx="144000" cy="144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3" name="Rechteck 332"/>
          <p:cNvSpPr/>
          <p:nvPr/>
        </p:nvSpPr>
        <p:spPr>
          <a:xfrm>
            <a:off x="972000" y="5517000"/>
            <a:ext cx="208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Left to right: Columns in source table, destination table and both</a:t>
            </a:r>
          </a:p>
          <a:p>
            <a:r>
              <a:rPr lang="en-US" sz="1000" dirty="0">
                <a:solidFill>
                  <a:schemeClr val="tx1"/>
                </a:solidFill>
              </a:rPr>
              <a:t>Darker shades indicate common rows</a:t>
            </a:r>
          </a:p>
          <a:p>
            <a:r>
              <a:rPr lang="en-US" sz="1000" dirty="0">
                <a:solidFill>
                  <a:schemeClr val="tx1"/>
                </a:solidFill>
              </a:rPr>
              <a:t>Dark gray: Contents consolidated from source to destination</a:t>
            </a:r>
          </a:p>
        </p:txBody>
      </p:sp>
      <p:sp>
        <p:nvSpPr>
          <p:cNvPr id="367" name="Rechteck 366"/>
          <p:cNvSpPr/>
          <p:nvPr/>
        </p:nvSpPr>
        <p:spPr>
          <a:xfrm>
            <a:off x="29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subtract</a:t>
            </a:r>
            <a:br>
              <a:rPr lang="en-US" sz="1100" b="1" dirty="0">
                <a:solidFill>
                  <a:schemeClr val="tx1"/>
                </a:solidFill>
              </a:rPr>
            </a:br>
            <a:r>
              <a:rPr lang="en-US" sz="1100" b="1" dirty="0">
                <a:solidFill>
                  <a:schemeClr val="tx1"/>
                </a:solidFill>
              </a:rPr>
              <a:t>intersect columns (…)</a:t>
            </a:r>
          </a:p>
        </p:txBody>
      </p:sp>
      <p:sp>
        <p:nvSpPr>
          <p:cNvPr id="371" name="Rechteck 370"/>
          <p:cNvSpPr/>
          <p:nvPr/>
        </p:nvSpPr>
        <p:spPr>
          <a:xfrm>
            <a:off x="3708000" y="422100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common</a:t>
            </a:r>
            <a:br>
              <a:rPr lang="en-US" sz="1000" dirty="0">
                <a:solidFill>
                  <a:schemeClr val="tx1"/>
                </a:solidFill>
              </a:rPr>
            </a:br>
            <a:r>
              <a:rPr lang="en-US" sz="1000" dirty="0">
                <a:solidFill>
                  <a:schemeClr val="tx1"/>
                </a:solidFill>
              </a:rPr>
              <a:t>columns</a:t>
            </a:r>
          </a:p>
          <a:p>
            <a:r>
              <a:rPr lang="en-US" sz="1000" dirty="0">
                <a:solidFill>
                  <a:schemeClr val="tx1"/>
                </a:solidFill>
              </a:rPr>
              <a:t>are included</a:t>
            </a:r>
          </a:p>
        </p:txBody>
      </p:sp>
      <p:grpSp>
        <p:nvGrpSpPr>
          <p:cNvPr id="380" name="Gruppieren 379"/>
          <p:cNvGrpSpPr/>
          <p:nvPr/>
        </p:nvGrpSpPr>
        <p:grpSpPr>
          <a:xfrm>
            <a:off x="3743390" y="3716950"/>
            <a:ext cx="756000" cy="432000"/>
            <a:chOff x="6912610" y="1341320"/>
            <a:chExt cx="756000" cy="432000"/>
          </a:xfrm>
        </p:grpSpPr>
        <p:sp>
          <p:nvSpPr>
            <p:cNvPr id="381" name="Freihandform 380"/>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382" name="Freihandform 381"/>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383" name="Freihandform 382"/>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14" name="Rechteck 413"/>
          <p:cNvSpPr/>
          <p:nvPr/>
        </p:nvSpPr>
        <p:spPr>
          <a:xfrm>
            <a:off x="47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subtract</a:t>
            </a:r>
            <a:br>
              <a:rPr lang="en-US" sz="1100" b="1" dirty="0">
                <a:solidFill>
                  <a:schemeClr val="tx1"/>
                </a:solidFill>
              </a:rPr>
            </a:br>
            <a:r>
              <a:rPr lang="en-US" sz="1100" b="1" dirty="0">
                <a:solidFill>
                  <a:schemeClr val="tx1"/>
                </a:solidFill>
              </a:rPr>
              <a:t>subtract columns (…)</a:t>
            </a:r>
          </a:p>
        </p:txBody>
      </p:sp>
      <p:sp>
        <p:nvSpPr>
          <p:cNvPr id="416" name="Rechteck 415"/>
          <p:cNvSpPr/>
          <p:nvPr/>
        </p:nvSpPr>
        <p:spPr>
          <a:xfrm>
            <a:off x="5508000" y="422105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common</a:t>
            </a:r>
          </a:p>
          <a:p>
            <a:r>
              <a:rPr lang="en-US" sz="1000" dirty="0">
                <a:solidFill>
                  <a:schemeClr val="tx1"/>
                </a:solidFill>
              </a:rPr>
              <a:t>columns</a:t>
            </a:r>
            <a:br>
              <a:rPr lang="en-US" sz="1000" dirty="0">
                <a:solidFill>
                  <a:schemeClr val="tx1"/>
                </a:solidFill>
              </a:rPr>
            </a:br>
            <a:r>
              <a:rPr lang="en-US" sz="1000" dirty="0">
                <a:solidFill>
                  <a:schemeClr val="tx1"/>
                </a:solidFill>
              </a:rPr>
              <a:t>removed</a:t>
            </a:r>
          </a:p>
          <a:p>
            <a:r>
              <a:rPr lang="en-US" sz="1000" dirty="0">
                <a:solidFill>
                  <a:schemeClr val="tx1"/>
                </a:solidFill>
              </a:rPr>
              <a:t>from destination</a:t>
            </a:r>
          </a:p>
          <a:p>
            <a:r>
              <a:rPr lang="en-US" sz="1000" dirty="0">
                <a:solidFill>
                  <a:schemeClr val="tx1"/>
                </a:solidFill>
              </a:rPr>
              <a:t>table (except</a:t>
            </a:r>
          </a:p>
          <a:p>
            <a:r>
              <a:rPr lang="en-US" sz="1000" dirty="0">
                <a:solidFill>
                  <a:schemeClr val="tx1"/>
                </a:solidFill>
              </a:rPr>
              <a:t>identifier columns)</a:t>
            </a:r>
          </a:p>
        </p:txBody>
      </p:sp>
      <p:sp>
        <p:nvSpPr>
          <p:cNvPr id="304" name="Rechteck 303"/>
          <p:cNvSpPr/>
          <p:nvPr/>
        </p:nvSpPr>
        <p:spPr>
          <a:xfrm>
            <a:off x="5003880" y="386100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6" name="Rechteck 305"/>
          <p:cNvSpPr/>
          <p:nvPr/>
        </p:nvSpPr>
        <p:spPr>
          <a:xfrm>
            <a:off x="5148000" y="386100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2" name="Rechteck 311"/>
          <p:cNvSpPr/>
          <p:nvPr/>
        </p:nvSpPr>
        <p:spPr>
          <a:xfrm>
            <a:off x="5291980" y="386100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8" name="Rechteck 317"/>
          <p:cNvSpPr/>
          <p:nvPr/>
        </p:nvSpPr>
        <p:spPr>
          <a:xfrm>
            <a:off x="4859860" y="3716980"/>
            <a:ext cx="576140" cy="10080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9" name="Rechteck 318"/>
          <p:cNvSpPr/>
          <p:nvPr/>
        </p:nvSpPr>
        <p:spPr>
          <a:xfrm>
            <a:off x="4859860" y="3861000"/>
            <a:ext cx="144020" cy="864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6" name="Rechteck 335"/>
          <p:cNvSpPr/>
          <p:nvPr/>
        </p:nvSpPr>
        <p:spPr>
          <a:xfrm>
            <a:off x="500388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37" name="Rechteck 336"/>
          <p:cNvSpPr/>
          <p:nvPr/>
        </p:nvSpPr>
        <p:spPr>
          <a:xfrm>
            <a:off x="514790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338" name="Rechteck 337"/>
          <p:cNvSpPr/>
          <p:nvPr/>
        </p:nvSpPr>
        <p:spPr>
          <a:xfrm>
            <a:off x="5291920" y="371698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400" name="Rechteck 399"/>
          <p:cNvSpPr/>
          <p:nvPr/>
        </p:nvSpPr>
        <p:spPr>
          <a:xfrm>
            <a:off x="6803990" y="3861020"/>
            <a:ext cx="144020" cy="8639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5" name="Rechteck 414"/>
          <p:cNvSpPr/>
          <p:nvPr/>
        </p:nvSpPr>
        <p:spPr>
          <a:xfrm>
            <a:off x="6948120" y="3861000"/>
            <a:ext cx="144020" cy="8639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8" name="Rechteck 417"/>
          <p:cNvSpPr/>
          <p:nvPr/>
        </p:nvSpPr>
        <p:spPr>
          <a:xfrm>
            <a:off x="7092270" y="3861020"/>
            <a:ext cx="144020" cy="86398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0" name="Rechteck 419"/>
          <p:cNvSpPr/>
          <p:nvPr/>
        </p:nvSpPr>
        <p:spPr>
          <a:xfrm>
            <a:off x="6659970" y="3717000"/>
            <a:ext cx="864030" cy="1008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1" name="Rechteck 420"/>
          <p:cNvSpPr/>
          <p:nvPr/>
        </p:nvSpPr>
        <p:spPr>
          <a:xfrm>
            <a:off x="6659970" y="3861020"/>
            <a:ext cx="144020" cy="86398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2" name="Rechteck 421"/>
          <p:cNvSpPr/>
          <p:nvPr/>
        </p:nvSpPr>
        <p:spPr>
          <a:xfrm>
            <a:off x="680399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424" name="Rechteck 423"/>
          <p:cNvSpPr/>
          <p:nvPr/>
        </p:nvSpPr>
        <p:spPr>
          <a:xfrm>
            <a:off x="694815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433" name="Rechteck 432"/>
          <p:cNvSpPr/>
          <p:nvPr/>
        </p:nvSpPr>
        <p:spPr>
          <a:xfrm>
            <a:off x="7092270" y="3717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461" name="Rechteck 460"/>
          <p:cNvSpPr/>
          <p:nvPr/>
        </p:nvSpPr>
        <p:spPr>
          <a:xfrm>
            <a:off x="7236760" y="3717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462" name="Rechteck 461"/>
          <p:cNvSpPr/>
          <p:nvPr/>
        </p:nvSpPr>
        <p:spPr>
          <a:xfrm>
            <a:off x="7380780" y="3717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472" name="Rechteck 471"/>
          <p:cNvSpPr/>
          <p:nvPr/>
        </p:nvSpPr>
        <p:spPr>
          <a:xfrm>
            <a:off x="6588000" y="3429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subtract</a:t>
            </a:r>
            <a:br>
              <a:rPr lang="en-US" sz="1100" b="1" dirty="0">
                <a:solidFill>
                  <a:schemeClr val="tx1"/>
                </a:solidFill>
              </a:rPr>
            </a:br>
            <a:r>
              <a:rPr lang="en-US" sz="1100" b="1" dirty="0">
                <a:solidFill>
                  <a:schemeClr val="tx1"/>
                </a:solidFill>
              </a:rPr>
              <a:t>exclusive columns (…)</a:t>
            </a:r>
          </a:p>
        </p:txBody>
      </p:sp>
      <p:grpSp>
        <p:nvGrpSpPr>
          <p:cNvPr id="473" name="Gruppieren 472"/>
          <p:cNvGrpSpPr/>
          <p:nvPr/>
        </p:nvGrpSpPr>
        <p:grpSpPr>
          <a:xfrm>
            <a:off x="7632000" y="3717000"/>
            <a:ext cx="756000" cy="432000"/>
            <a:chOff x="6912610" y="1341320"/>
            <a:chExt cx="756000" cy="432000"/>
          </a:xfrm>
        </p:grpSpPr>
        <p:sp>
          <p:nvSpPr>
            <p:cNvPr id="474" name="Freihandform 473"/>
            <p:cNvSpPr/>
            <p:nvPr/>
          </p:nvSpPr>
          <p:spPr>
            <a:xfrm>
              <a:off x="7236610" y="1415815"/>
              <a:ext cx="108000" cy="283011"/>
            </a:xfrm>
            <a:custGeom>
              <a:avLst/>
              <a:gdLst>
                <a:gd name="connsiteX0" fmla="*/ 108000 w 216000"/>
                <a:gd name="connsiteY0" fmla="*/ 0 h 566022"/>
                <a:gd name="connsiteX1" fmla="*/ 142221 w 216000"/>
                <a:gd name="connsiteY1" fmla="*/ 41476 h 566022"/>
                <a:gd name="connsiteX2" fmla="*/ 216000 w 216000"/>
                <a:gd name="connsiteY2" fmla="*/ 283011 h 566022"/>
                <a:gd name="connsiteX3" fmla="*/ 142221 w 216000"/>
                <a:gd name="connsiteY3" fmla="*/ 524546 h 566022"/>
                <a:gd name="connsiteX4" fmla="*/ 108000 w 216000"/>
                <a:gd name="connsiteY4" fmla="*/ 566022 h 566022"/>
                <a:gd name="connsiteX5" fmla="*/ 73779 w 216000"/>
                <a:gd name="connsiteY5" fmla="*/ 524546 h 566022"/>
                <a:gd name="connsiteX6" fmla="*/ 0 w 216000"/>
                <a:gd name="connsiteY6" fmla="*/ 283011 h 566022"/>
                <a:gd name="connsiteX7" fmla="*/ 73779 w 216000"/>
                <a:gd name="connsiteY7" fmla="*/ 41476 h 566022"/>
                <a:gd name="connsiteX8" fmla="*/ 108000 w 216000"/>
                <a:gd name="connsiteY8" fmla="*/ 0 h 566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000" h="566022">
                  <a:moveTo>
                    <a:pt x="108000" y="0"/>
                  </a:moveTo>
                  <a:lnTo>
                    <a:pt x="142221" y="41476"/>
                  </a:lnTo>
                  <a:cubicBezTo>
                    <a:pt x="188801" y="110423"/>
                    <a:pt x="216000" y="193541"/>
                    <a:pt x="216000" y="283011"/>
                  </a:cubicBezTo>
                  <a:cubicBezTo>
                    <a:pt x="216000" y="372481"/>
                    <a:pt x="188801" y="455599"/>
                    <a:pt x="142221" y="524546"/>
                  </a:cubicBezTo>
                  <a:lnTo>
                    <a:pt x="108000" y="566022"/>
                  </a:lnTo>
                  <a:lnTo>
                    <a:pt x="73779" y="524546"/>
                  </a:lnTo>
                  <a:cubicBezTo>
                    <a:pt x="27199" y="455599"/>
                    <a:pt x="0" y="372481"/>
                    <a:pt x="0" y="283011"/>
                  </a:cubicBezTo>
                  <a:cubicBezTo>
                    <a:pt x="0" y="193541"/>
                    <a:pt x="27199" y="110423"/>
                    <a:pt x="73779" y="41476"/>
                  </a:cubicBezTo>
                  <a:lnTo>
                    <a:pt x="108000" y="0"/>
                  </a:ln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endParaRPr lang="de-CH" sz="1400" dirty="0">
                <a:solidFill>
                  <a:schemeClr val="tx1"/>
                </a:solidFill>
              </a:endParaRPr>
            </a:p>
          </p:txBody>
        </p:sp>
        <p:sp>
          <p:nvSpPr>
            <p:cNvPr id="475" name="Freihandform 474"/>
            <p:cNvSpPr/>
            <p:nvPr/>
          </p:nvSpPr>
          <p:spPr>
            <a:xfrm>
              <a:off x="6912610" y="1341320"/>
              <a:ext cx="378000" cy="432000"/>
            </a:xfrm>
            <a:custGeom>
              <a:avLst/>
              <a:gdLst>
                <a:gd name="connsiteX0" fmla="*/ 432000 w 756000"/>
                <a:gd name="connsiteY0" fmla="*/ 0 h 864000"/>
                <a:gd name="connsiteX1" fmla="*/ 737470 w 756000"/>
                <a:gd name="connsiteY1" fmla="*/ 126530 h 864000"/>
                <a:gd name="connsiteX2" fmla="*/ 756000 w 756000"/>
                <a:gd name="connsiteY2" fmla="*/ 148989 h 864000"/>
                <a:gd name="connsiteX3" fmla="*/ 721779 w 756000"/>
                <a:gd name="connsiteY3" fmla="*/ 190465 h 864000"/>
                <a:gd name="connsiteX4" fmla="*/ 648000 w 756000"/>
                <a:gd name="connsiteY4" fmla="*/ 432000 h 864000"/>
                <a:gd name="connsiteX5" fmla="*/ 721779 w 756000"/>
                <a:gd name="connsiteY5" fmla="*/ 673535 h 864000"/>
                <a:gd name="connsiteX6" fmla="*/ 756000 w 756000"/>
                <a:gd name="connsiteY6" fmla="*/ 715011 h 864000"/>
                <a:gd name="connsiteX7" fmla="*/ 737470 w 756000"/>
                <a:gd name="connsiteY7" fmla="*/ 737470 h 864000"/>
                <a:gd name="connsiteX8" fmla="*/ 432000 w 756000"/>
                <a:gd name="connsiteY8" fmla="*/ 864000 h 864000"/>
                <a:gd name="connsiteX9" fmla="*/ 0 w 756000"/>
                <a:gd name="connsiteY9" fmla="*/ 432000 h 864000"/>
                <a:gd name="connsiteX10" fmla="*/ 432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432000" y="0"/>
                  </a:moveTo>
                  <a:cubicBezTo>
                    <a:pt x="551293" y="0"/>
                    <a:pt x="659294" y="48353"/>
                    <a:pt x="737470" y="126530"/>
                  </a:cubicBezTo>
                  <a:lnTo>
                    <a:pt x="756000" y="148989"/>
                  </a:lnTo>
                  <a:lnTo>
                    <a:pt x="721779" y="190465"/>
                  </a:lnTo>
                  <a:cubicBezTo>
                    <a:pt x="675199" y="259412"/>
                    <a:pt x="648000" y="342530"/>
                    <a:pt x="648000" y="432000"/>
                  </a:cubicBezTo>
                  <a:cubicBezTo>
                    <a:pt x="648000" y="521470"/>
                    <a:pt x="675199" y="604588"/>
                    <a:pt x="721779" y="673535"/>
                  </a:cubicBezTo>
                  <a:lnTo>
                    <a:pt x="756000" y="715011"/>
                  </a:lnTo>
                  <a:lnTo>
                    <a:pt x="737470" y="737470"/>
                  </a:lnTo>
                  <a:cubicBezTo>
                    <a:pt x="659294" y="815647"/>
                    <a:pt x="551293" y="864000"/>
                    <a:pt x="432000" y="864000"/>
                  </a:cubicBezTo>
                  <a:cubicBezTo>
                    <a:pt x="193413" y="864000"/>
                    <a:pt x="0" y="670587"/>
                    <a:pt x="0" y="432000"/>
                  </a:cubicBezTo>
                  <a:cubicBezTo>
                    <a:pt x="0" y="193413"/>
                    <a:pt x="193413" y="0"/>
                    <a:pt x="432000" y="0"/>
                  </a:cubicBezTo>
                  <a:close/>
                </a:path>
              </a:pathLst>
            </a:cu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1</a:t>
              </a:r>
            </a:p>
          </p:txBody>
        </p:sp>
        <p:sp>
          <p:nvSpPr>
            <p:cNvPr id="476" name="Freihandform 475"/>
            <p:cNvSpPr/>
            <p:nvPr/>
          </p:nvSpPr>
          <p:spPr>
            <a:xfrm>
              <a:off x="7290610" y="1341320"/>
              <a:ext cx="378000" cy="432000"/>
            </a:xfrm>
            <a:custGeom>
              <a:avLst/>
              <a:gdLst>
                <a:gd name="connsiteX0" fmla="*/ 324000 w 756000"/>
                <a:gd name="connsiteY0" fmla="*/ 0 h 864000"/>
                <a:gd name="connsiteX1" fmla="*/ 756000 w 756000"/>
                <a:gd name="connsiteY1" fmla="*/ 432000 h 864000"/>
                <a:gd name="connsiteX2" fmla="*/ 324000 w 756000"/>
                <a:gd name="connsiteY2" fmla="*/ 864000 h 864000"/>
                <a:gd name="connsiteX3" fmla="*/ 18530 w 756000"/>
                <a:gd name="connsiteY3" fmla="*/ 737470 h 864000"/>
                <a:gd name="connsiteX4" fmla="*/ 0 w 756000"/>
                <a:gd name="connsiteY4" fmla="*/ 715011 h 864000"/>
                <a:gd name="connsiteX5" fmla="*/ 34221 w 756000"/>
                <a:gd name="connsiteY5" fmla="*/ 673535 h 864000"/>
                <a:gd name="connsiteX6" fmla="*/ 108000 w 756000"/>
                <a:gd name="connsiteY6" fmla="*/ 432000 h 864000"/>
                <a:gd name="connsiteX7" fmla="*/ 34221 w 756000"/>
                <a:gd name="connsiteY7" fmla="*/ 190465 h 864000"/>
                <a:gd name="connsiteX8" fmla="*/ 0 w 756000"/>
                <a:gd name="connsiteY8" fmla="*/ 148989 h 864000"/>
                <a:gd name="connsiteX9" fmla="*/ 18530 w 756000"/>
                <a:gd name="connsiteY9" fmla="*/ 126530 h 864000"/>
                <a:gd name="connsiteX10" fmla="*/ 324000 w 756000"/>
                <a:gd name="connsiteY10" fmla="*/ 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6000" h="864000">
                  <a:moveTo>
                    <a:pt x="324000" y="0"/>
                  </a:moveTo>
                  <a:cubicBezTo>
                    <a:pt x="562587" y="0"/>
                    <a:pt x="756000" y="193413"/>
                    <a:pt x="756000" y="432000"/>
                  </a:cubicBezTo>
                  <a:cubicBezTo>
                    <a:pt x="756000" y="670587"/>
                    <a:pt x="562587" y="864000"/>
                    <a:pt x="324000" y="864000"/>
                  </a:cubicBezTo>
                  <a:cubicBezTo>
                    <a:pt x="204707" y="864000"/>
                    <a:pt x="96707" y="815647"/>
                    <a:pt x="18530" y="737470"/>
                  </a:cubicBezTo>
                  <a:lnTo>
                    <a:pt x="0" y="715011"/>
                  </a:lnTo>
                  <a:lnTo>
                    <a:pt x="34221" y="673535"/>
                  </a:lnTo>
                  <a:cubicBezTo>
                    <a:pt x="80801" y="604588"/>
                    <a:pt x="108000" y="521470"/>
                    <a:pt x="108000" y="432000"/>
                  </a:cubicBezTo>
                  <a:cubicBezTo>
                    <a:pt x="108000" y="342530"/>
                    <a:pt x="80801" y="259412"/>
                    <a:pt x="34221" y="190465"/>
                  </a:cubicBezTo>
                  <a:lnTo>
                    <a:pt x="0" y="148989"/>
                  </a:lnTo>
                  <a:lnTo>
                    <a:pt x="18530" y="126530"/>
                  </a:lnTo>
                  <a:cubicBezTo>
                    <a:pt x="96707" y="48353"/>
                    <a:pt x="204707" y="0"/>
                    <a:pt x="324000" y="0"/>
                  </a:cubicBezTo>
                  <a:close/>
                </a:path>
              </a:pathLst>
            </a:cu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numCol="1" spcCol="0" rtlCol="0" fromWordArt="0" anchor="ctr" anchorCtr="0" forceAA="0" compatLnSpc="1"/>
            <a:lstStyle/>
            <a:p>
              <a:pPr algn="ctr"/>
              <a:r>
                <a:rPr lang="de-CH" sz="1400" dirty="0">
                  <a:solidFill>
                    <a:schemeClr val="tx1"/>
                  </a:solidFill>
                </a:rPr>
                <a:t>2</a:t>
              </a:r>
            </a:p>
          </p:txBody>
        </p:sp>
      </p:grpSp>
      <p:sp>
        <p:nvSpPr>
          <p:cNvPr id="477" name="Rechteck 476"/>
          <p:cNvSpPr/>
          <p:nvPr/>
        </p:nvSpPr>
        <p:spPr>
          <a:xfrm>
            <a:off x="7596000" y="4220980"/>
            <a:ext cx="1080000" cy="57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All columns</a:t>
            </a:r>
          </a:p>
          <a:p>
            <a:r>
              <a:rPr lang="en-US" sz="1000" dirty="0">
                <a:solidFill>
                  <a:schemeClr val="tx1"/>
                </a:solidFill>
              </a:rPr>
              <a:t>will be combined</a:t>
            </a:r>
          </a:p>
        </p:txBody>
      </p:sp>
      <p:sp>
        <p:nvSpPr>
          <p:cNvPr id="478" name="Rechteck 477"/>
          <p:cNvSpPr/>
          <p:nvPr/>
        </p:nvSpPr>
        <p:spPr>
          <a:xfrm>
            <a:off x="180000" y="3140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Orig. source table</a:t>
            </a:r>
          </a:p>
        </p:txBody>
      </p:sp>
      <p:sp>
        <p:nvSpPr>
          <p:cNvPr id="479" name="Rechteck 478"/>
          <p:cNvSpPr/>
          <p:nvPr/>
        </p:nvSpPr>
        <p:spPr>
          <a:xfrm>
            <a:off x="180000" y="12773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2)</a:t>
            </a:r>
          </a:p>
        </p:txBody>
      </p:sp>
      <p:sp>
        <p:nvSpPr>
          <p:cNvPr id="480" name="Rechteck 479"/>
          <p:cNvSpPr/>
          <p:nvPr/>
        </p:nvSpPr>
        <p:spPr>
          <a:xfrm>
            <a:off x="180000" y="32849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(Parameter 1)</a:t>
            </a:r>
          </a:p>
        </p:txBody>
      </p:sp>
      <p:sp>
        <p:nvSpPr>
          <p:cNvPr id="481" name="Rechteck 480"/>
          <p:cNvSpPr/>
          <p:nvPr/>
        </p:nvSpPr>
        <p:spPr>
          <a:xfrm>
            <a:off x="540000" y="5589000"/>
            <a:ext cx="144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2" name="Rechteck 481"/>
          <p:cNvSpPr/>
          <p:nvPr/>
        </p:nvSpPr>
        <p:spPr>
          <a:xfrm>
            <a:off x="540000" y="5805000"/>
            <a:ext cx="144000" cy="14400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3" name="Rechteck 482"/>
          <p:cNvSpPr/>
          <p:nvPr/>
        </p:nvSpPr>
        <p:spPr>
          <a:xfrm>
            <a:off x="756000" y="5589000"/>
            <a:ext cx="144000" cy="14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4" name="Rechteck 483"/>
          <p:cNvSpPr/>
          <p:nvPr/>
        </p:nvSpPr>
        <p:spPr>
          <a:xfrm>
            <a:off x="1476000" y="2493000"/>
            <a:ext cx="792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Combining</a:t>
            </a:r>
          </a:p>
          <a:p>
            <a:r>
              <a:rPr lang="en-US" sz="1100" dirty="0">
                <a:solidFill>
                  <a:schemeClr val="tx1"/>
                </a:solidFill>
              </a:rPr>
              <a:t>Rows:</a:t>
            </a:r>
          </a:p>
        </p:txBody>
      </p:sp>
      <p:sp>
        <p:nvSpPr>
          <p:cNvPr id="297" name="Rechteck 296"/>
          <p:cNvSpPr/>
          <p:nvPr/>
        </p:nvSpPr>
        <p:spPr>
          <a:xfrm>
            <a:off x="3203920" y="148508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2" name="Rechteck 301"/>
          <p:cNvSpPr/>
          <p:nvPr/>
        </p:nvSpPr>
        <p:spPr>
          <a:xfrm>
            <a:off x="3347940" y="148508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5" name="Rechteck 304"/>
          <p:cNvSpPr/>
          <p:nvPr/>
        </p:nvSpPr>
        <p:spPr>
          <a:xfrm>
            <a:off x="3491960" y="148508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7" name="Rechteck 306"/>
          <p:cNvSpPr/>
          <p:nvPr/>
        </p:nvSpPr>
        <p:spPr>
          <a:xfrm>
            <a:off x="3635980" y="148508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7" name="Rechteck 316"/>
          <p:cNvSpPr/>
          <p:nvPr/>
        </p:nvSpPr>
        <p:spPr>
          <a:xfrm>
            <a:off x="3780000" y="148508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4" name="Rechteck 333"/>
          <p:cNvSpPr/>
          <p:nvPr/>
        </p:nvSpPr>
        <p:spPr>
          <a:xfrm>
            <a:off x="3924270" y="148508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5" name="Rechteck 334"/>
          <p:cNvSpPr/>
          <p:nvPr/>
        </p:nvSpPr>
        <p:spPr>
          <a:xfrm>
            <a:off x="3060150" y="1341060"/>
            <a:ext cx="1008140" cy="10079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5" name="Rechteck 344"/>
          <p:cNvSpPr/>
          <p:nvPr/>
        </p:nvSpPr>
        <p:spPr>
          <a:xfrm>
            <a:off x="3059900" y="1485080"/>
            <a:ext cx="144020" cy="864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6" name="Rechteck 345"/>
          <p:cNvSpPr/>
          <p:nvPr/>
        </p:nvSpPr>
        <p:spPr>
          <a:xfrm>
            <a:off x="320417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47" name="Rechteck 346"/>
          <p:cNvSpPr/>
          <p:nvPr/>
        </p:nvSpPr>
        <p:spPr>
          <a:xfrm>
            <a:off x="334819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351" name="Rechteck 350"/>
          <p:cNvSpPr/>
          <p:nvPr/>
        </p:nvSpPr>
        <p:spPr>
          <a:xfrm>
            <a:off x="349221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352" name="Rechteck 351"/>
          <p:cNvSpPr/>
          <p:nvPr/>
        </p:nvSpPr>
        <p:spPr>
          <a:xfrm>
            <a:off x="363623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359" name="Rechteck 358"/>
          <p:cNvSpPr/>
          <p:nvPr/>
        </p:nvSpPr>
        <p:spPr>
          <a:xfrm>
            <a:off x="3780250" y="134106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362" name="Rechteck 361"/>
          <p:cNvSpPr/>
          <p:nvPr/>
        </p:nvSpPr>
        <p:spPr>
          <a:xfrm>
            <a:off x="3924270" y="134106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379" name="Rechteck 378"/>
          <p:cNvSpPr/>
          <p:nvPr/>
        </p:nvSpPr>
        <p:spPr>
          <a:xfrm>
            <a:off x="6011990" y="148502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6" name="Rechteck 385"/>
          <p:cNvSpPr/>
          <p:nvPr/>
        </p:nvSpPr>
        <p:spPr>
          <a:xfrm>
            <a:off x="6156010" y="1485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0" name="Rechteck 389"/>
          <p:cNvSpPr/>
          <p:nvPr/>
        </p:nvSpPr>
        <p:spPr>
          <a:xfrm>
            <a:off x="6300000" y="148500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1" name="Rechteck 390"/>
          <p:cNvSpPr/>
          <p:nvPr/>
        </p:nvSpPr>
        <p:spPr>
          <a:xfrm>
            <a:off x="6444050" y="1485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2" name="Rechteck 391"/>
          <p:cNvSpPr/>
          <p:nvPr/>
        </p:nvSpPr>
        <p:spPr>
          <a:xfrm>
            <a:off x="6588070" y="1485020"/>
            <a:ext cx="144020" cy="86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4" name="Rechteck 393"/>
          <p:cNvSpPr/>
          <p:nvPr/>
        </p:nvSpPr>
        <p:spPr>
          <a:xfrm>
            <a:off x="6732090" y="1485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5" name="Rechteck 394"/>
          <p:cNvSpPr/>
          <p:nvPr/>
        </p:nvSpPr>
        <p:spPr>
          <a:xfrm>
            <a:off x="5867970" y="1341000"/>
            <a:ext cx="1295440" cy="10079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6" name="Rechteck 395"/>
          <p:cNvSpPr/>
          <p:nvPr/>
        </p:nvSpPr>
        <p:spPr>
          <a:xfrm>
            <a:off x="5867970" y="1485020"/>
            <a:ext cx="144020" cy="864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8" name="Rechteck 397"/>
          <p:cNvSpPr/>
          <p:nvPr/>
        </p:nvSpPr>
        <p:spPr>
          <a:xfrm>
            <a:off x="6011990" y="1341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D</a:t>
            </a:r>
          </a:p>
        </p:txBody>
      </p:sp>
      <p:sp>
        <p:nvSpPr>
          <p:cNvPr id="399" name="Rechteck 398"/>
          <p:cNvSpPr/>
          <p:nvPr/>
        </p:nvSpPr>
        <p:spPr>
          <a:xfrm>
            <a:off x="6156010" y="1341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401" name="Rechteck 400"/>
          <p:cNvSpPr/>
          <p:nvPr/>
        </p:nvSpPr>
        <p:spPr>
          <a:xfrm>
            <a:off x="6300030" y="1341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E</a:t>
            </a:r>
          </a:p>
        </p:txBody>
      </p:sp>
      <p:sp>
        <p:nvSpPr>
          <p:cNvPr id="402" name="Rechteck 401"/>
          <p:cNvSpPr/>
          <p:nvPr/>
        </p:nvSpPr>
        <p:spPr>
          <a:xfrm>
            <a:off x="6444050" y="1341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403" name="Rechteck 402"/>
          <p:cNvSpPr/>
          <p:nvPr/>
        </p:nvSpPr>
        <p:spPr>
          <a:xfrm>
            <a:off x="6588070" y="1341000"/>
            <a:ext cx="144000" cy="144020"/>
          </a:xfrm>
          <a:prstGeom prst="rect">
            <a:avLst/>
          </a:prstGeom>
          <a:solidFill>
            <a:srgbClr val="00CC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F</a:t>
            </a:r>
          </a:p>
        </p:txBody>
      </p:sp>
      <p:sp>
        <p:nvSpPr>
          <p:cNvPr id="404" name="Rechteck 403"/>
          <p:cNvSpPr/>
          <p:nvPr/>
        </p:nvSpPr>
        <p:spPr>
          <a:xfrm>
            <a:off x="6732090" y="1341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
        <p:nvSpPr>
          <p:cNvPr id="410" name="Rechteck 409"/>
          <p:cNvSpPr/>
          <p:nvPr/>
        </p:nvSpPr>
        <p:spPr>
          <a:xfrm>
            <a:off x="6875960" y="1341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G</a:t>
            </a:r>
          </a:p>
        </p:txBody>
      </p:sp>
      <p:sp>
        <p:nvSpPr>
          <p:cNvPr id="411" name="Rechteck 410"/>
          <p:cNvSpPr/>
          <p:nvPr/>
        </p:nvSpPr>
        <p:spPr>
          <a:xfrm>
            <a:off x="7019980" y="1341000"/>
            <a:ext cx="14400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H</a:t>
            </a:r>
          </a:p>
        </p:txBody>
      </p:sp>
      <p:sp>
        <p:nvSpPr>
          <p:cNvPr id="430" name="Rechteck 429"/>
          <p:cNvSpPr/>
          <p:nvPr/>
        </p:nvSpPr>
        <p:spPr>
          <a:xfrm>
            <a:off x="3204000" y="3861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1" name="Rechteck 430"/>
          <p:cNvSpPr/>
          <p:nvPr/>
        </p:nvSpPr>
        <p:spPr>
          <a:xfrm>
            <a:off x="3348000" y="3861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2" name="Rechteck 431"/>
          <p:cNvSpPr/>
          <p:nvPr/>
        </p:nvSpPr>
        <p:spPr>
          <a:xfrm>
            <a:off x="3492000" y="3861020"/>
            <a:ext cx="144020" cy="864000"/>
          </a:xfrm>
          <a:prstGeom prst="rect">
            <a:avLst/>
          </a:prstGeom>
          <a:solidFill>
            <a:srgbClr val="DCE5E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4" name="Rechteck 433"/>
          <p:cNvSpPr/>
          <p:nvPr/>
        </p:nvSpPr>
        <p:spPr>
          <a:xfrm>
            <a:off x="3060000" y="3717000"/>
            <a:ext cx="575850" cy="100819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39" name="Rechteck 438"/>
          <p:cNvSpPr/>
          <p:nvPr/>
        </p:nvSpPr>
        <p:spPr>
          <a:xfrm>
            <a:off x="3060000" y="3861020"/>
            <a:ext cx="144020" cy="864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1" name="Rechteck 440"/>
          <p:cNvSpPr/>
          <p:nvPr/>
        </p:nvSpPr>
        <p:spPr>
          <a:xfrm>
            <a:off x="3204020" y="3717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A</a:t>
            </a:r>
          </a:p>
        </p:txBody>
      </p:sp>
      <p:sp>
        <p:nvSpPr>
          <p:cNvPr id="443" name="Rechteck 442"/>
          <p:cNvSpPr/>
          <p:nvPr/>
        </p:nvSpPr>
        <p:spPr>
          <a:xfrm>
            <a:off x="3348040" y="3717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B</a:t>
            </a:r>
          </a:p>
        </p:txBody>
      </p:sp>
      <p:sp>
        <p:nvSpPr>
          <p:cNvPr id="445" name="Rechteck 444"/>
          <p:cNvSpPr/>
          <p:nvPr/>
        </p:nvSpPr>
        <p:spPr>
          <a:xfrm>
            <a:off x="3492060" y="3717000"/>
            <a:ext cx="144000" cy="14402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800" dirty="0">
                <a:solidFill>
                  <a:schemeClr val="tx1"/>
                </a:solidFill>
              </a:rPr>
              <a:t>C</a:t>
            </a:r>
          </a:p>
        </p:txBody>
      </p:sp>
    </p:spTree>
    <p:extLst>
      <p:ext uri="{BB962C8B-B14F-4D97-AF65-F5344CB8AC3E}">
        <p14:creationId xmlns:p14="http://schemas.microsoft.com/office/powerpoint/2010/main" val="2948291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table multiply</a:t>
            </a:r>
          </a:p>
        </p:txBody>
      </p:sp>
      <p:sp>
        <p:nvSpPr>
          <p:cNvPr id="204" name="Rechteck 203">
            <a:extLst>
              <a:ext uri="{FF2B5EF4-FFF2-40B4-BE49-F238E27FC236}">
                <a16:creationId xmlns:a16="http://schemas.microsoft.com/office/drawing/2014/main" id="{51F7F127-591B-4020-8C3C-39A7607D7743}"/>
              </a:ext>
            </a:extLst>
          </p:cNvPr>
          <p:cNvSpPr/>
          <p:nvPr/>
        </p:nvSpPr>
        <p:spPr>
          <a:xfrm>
            <a:off x="1403648" y="1484778"/>
            <a:ext cx="122417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5" name="Rechteck 214">
            <a:extLst>
              <a:ext uri="{FF2B5EF4-FFF2-40B4-BE49-F238E27FC236}">
                <a16:creationId xmlns:a16="http://schemas.microsoft.com/office/drawing/2014/main" id="{0B71110E-930D-48AE-AC15-452348CA5416}"/>
              </a:ext>
            </a:extLst>
          </p:cNvPr>
          <p:cNvSpPr/>
          <p:nvPr/>
        </p:nvSpPr>
        <p:spPr>
          <a:xfrm>
            <a:off x="1403648" y="1556792"/>
            <a:ext cx="1224170" cy="7201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7" name="Rechteck 226">
            <a:extLst>
              <a:ext uri="{FF2B5EF4-FFF2-40B4-BE49-F238E27FC236}">
                <a16:creationId xmlns:a16="http://schemas.microsoft.com/office/drawing/2014/main" id="{892808D4-596F-4936-9B4B-4D37ACF7AFB3}"/>
              </a:ext>
            </a:extLst>
          </p:cNvPr>
          <p:cNvSpPr/>
          <p:nvPr/>
        </p:nvSpPr>
        <p:spPr>
          <a:xfrm>
            <a:off x="1403648" y="1628800"/>
            <a:ext cx="122417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8" name="Rechteck 227">
            <a:extLst>
              <a:ext uri="{FF2B5EF4-FFF2-40B4-BE49-F238E27FC236}">
                <a16:creationId xmlns:a16="http://schemas.microsoft.com/office/drawing/2014/main" id="{6220FDCB-1D8B-40D4-95D8-399C043DDB86}"/>
              </a:ext>
            </a:extLst>
          </p:cNvPr>
          <p:cNvSpPr/>
          <p:nvPr/>
        </p:nvSpPr>
        <p:spPr>
          <a:xfrm>
            <a:off x="1403648" y="1700808"/>
            <a:ext cx="1224170" cy="7201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9" name="Rechteck 228">
            <a:extLst>
              <a:ext uri="{FF2B5EF4-FFF2-40B4-BE49-F238E27FC236}">
                <a16:creationId xmlns:a16="http://schemas.microsoft.com/office/drawing/2014/main" id="{2AD5DF7D-D75D-48F7-9EBB-2CE1ECD9D3FB}"/>
              </a:ext>
            </a:extLst>
          </p:cNvPr>
          <p:cNvSpPr/>
          <p:nvPr/>
        </p:nvSpPr>
        <p:spPr>
          <a:xfrm>
            <a:off x="1403648" y="1772816"/>
            <a:ext cx="1224170" cy="72010"/>
          </a:xfrm>
          <a:prstGeom prst="rect">
            <a:avLst/>
          </a:prstGeom>
          <a:solidFill>
            <a:srgbClr val="E1C2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3" name="Rechteck 232">
            <a:extLst>
              <a:ext uri="{FF2B5EF4-FFF2-40B4-BE49-F238E27FC236}">
                <a16:creationId xmlns:a16="http://schemas.microsoft.com/office/drawing/2014/main" id="{421B3289-F74C-4556-9EA1-60A96E302462}"/>
              </a:ext>
            </a:extLst>
          </p:cNvPr>
          <p:cNvSpPr/>
          <p:nvPr/>
        </p:nvSpPr>
        <p:spPr>
          <a:xfrm>
            <a:off x="3275856" y="1412776"/>
            <a:ext cx="720000" cy="288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4" name="Gerade Verbindung 374">
            <a:extLst>
              <a:ext uri="{FF2B5EF4-FFF2-40B4-BE49-F238E27FC236}">
                <a16:creationId xmlns:a16="http://schemas.microsoft.com/office/drawing/2014/main" id="{08792D6C-1ABF-4023-8E3B-DC963588CAC3}"/>
              </a:ext>
            </a:extLst>
          </p:cNvPr>
          <p:cNvCxnSpPr>
            <a:cxnSpLocks/>
          </p:cNvCxnSpPr>
          <p:nvPr/>
        </p:nvCxnSpPr>
        <p:spPr>
          <a:xfrm>
            <a:off x="3275856" y="1484784"/>
            <a:ext cx="7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235" name="Rechteck 234">
            <a:extLst>
              <a:ext uri="{FF2B5EF4-FFF2-40B4-BE49-F238E27FC236}">
                <a16:creationId xmlns:a16="http://schemas.microsoft.com/office/drawing/2014/main" id="{E6543175-CA5D-498C-A43F-24C37AD40AB5}"/>
              </a:ext>
            </a:extLst>
          </p:cNvPr>
          <p:cNvSpPr/>
          <p:nvPr/>
        </p:nvSpPr>
        <p:spPr>
          <a:xfrm>
            <a:off x="3275856" y="1484778"/>
            <a:ext cx="720000" cy="72008"/>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6" name="Rechteck 235">
            <a:extLst>
              <a:ext uri="{FF2B5EF4-FFF2-40B4-BE49-F238E27FC236}">
                <a16:creationId xmlns:a16="http://schemas.microsoft.com/office/drawing/2014/main" id="{B06BF606-05D9-427A-B0D1-8A18EDADD9EE}"/>
              </a:ext>
            </a:extLst>
          </p:cNvPr>
          <p:cNvSpPr/>
          <p:nvPr/>
        </p:nvSpPr>
        <p:spPr>
          <a:xfrm>
            <a:off x="3275856" y="1556792"/>
            <a:ext cx="720000" cy="72008"/>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7" name="Rechteck 236">
            <a:extLst>
              <a:ext uri="{FF2B5EF4-FFF2-40B4-BE49-F238E27FC236}">
                <a16:creationId xmlns:a16="http://schemas.microsoft.com/office/drawing/2014/main" id="{6B4E655A-425B-4F8A-9942-B05548BB0600}"/>
              </a:ext>
            </a:extLst>
          </p:cNvPr>
          <p:cNvSpPr/>
          <p:nvPr/>
        </p:nvSpPr>
        <p:spPr>
          <a:xfrm>
            <a:off x="3275856" y="1628800"/>
            <a:ext cx="720000" cy="72008"/>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0" name="Rechteck 239">
            <a:extLst>
              <a:ext uri="{FF2B5EF4-FFF2-40B4-BE49-F238E27FC236}">
                <a16:creationId xmlns:a16="http://schemas.microsoft.com/office/drawing/2014/main" id="{8DE71246-88BC-4D0A-948A-BC6CC17D5A84}"/>
              </a:ext>
            </a:extLst>
          </p:cNvPr>
          <p:cNvSpPr/>
          <p:nvPr/>
        </p:nvSpPr>
        <p:spPr>
          <a:xfrm>
            <a:off x="1403648" y="1412776"/>
            <a:ext cx="1224170" cy="432048"/>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 name="Rechteck 11">
            <a:extLst>
              <a:ext uri="{FF2B5EF4-FFF2-40B4-BE49-F238E27FC236}">
                <a16:creationId xmlns:a16="http://schemas.microsoft.com/office/drawing/2014/main" id="{CEE7A37A-69A9-42CB-8279-76FD4E0294CD}"/>
              </a:ext>
            </a:extLst>
          </p:cNvPr>
          <p:cNvSpPr/>
          <p:nvPr/>
        </p:nvSpPr>
        <p:spPr>
          <a:xfrm>
            <a:off x="1403768" y="123275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Destination table</a:t>
            </a:r>
          </a:p>
        </p:txBody>
      </p:sp>
      <p:sp>
        <p:nvSpPr>
          <p:cNvPr id="13" name="Rechteck 12">
            <a:extLst>
              <a:ext uri="{FF2B5EF4-FFF2-40B4-BE49-F238E27FC236}">
                <a16:creationId xmlns:a16="http://schemas.microsoft.com/office/drawing/2014/main" id="{EBA0709C-8B65-43C9-BD3C-8C7C6C0F9F13}"/>
              </a:ext>
            </a:extLst>
          </p:cNvPr>
          <p:cNvSpPr/>
          <p:nvPr/>
        </p:nvSpPr>
        <p:spPr>
          <a:xfrm>
            <a:off x="3275976" y="123275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Source table</a:t>
            </a:r>
          </a:p>
        </p:txBody>
      </p:sp>
      <p:sp>
        <p:nvSpPr>
          <p:cNvPr id="243" name="Rechteck 242">
            <a:extLst>
              <a:ext uri="{FF2B5EF4-FFF2-40B4-BE49-F238E27FC236}">
                <a16:creationId xmlns:a16="http://schemas.microsoft.com/office/drawing/2014/main" id="{02612137-FB59-4B17-A114-E28A72E1E6FF}"/>
              </a:ext>
            </a:extLst>
          </p:cNvPr>
          <p:cNvSpPr/>
          <p:nvPr/>
        </p:nvSpPr>
        <p:spPr>
          <a:xfrm>
            <a:off x="4680012" y="1484778"/>
            <a:ext cx="1224170" cy="21600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4" name="Rechteck 243">
            <a:extLst>
              <a:ext uri="{FF2B5EF4-FFF2-40B4-BE49-F238E27FC236}">
                <a16:creationId xmlns:a16="http://schemas.microsoft.com/office/drawing/2014/main" id="{D2BB2832-BB8F-4C98-9E63-B8EF4E996C7C}"/>
              </a:ext>
            </a:extLst>
          </p:cNvPr>
          <p:cNvSpPr/>
          <p:nvPr/>
        </p:nvSpPr>
        <p:spPr>
          <a:xfrm>
            <a:off x="4680012" y="1700808"/>
            <a:ext cx="1224170" cy="21600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5" name="Rechteck 244">
            <a:extLst>
              <a:ext uri="{FF2B5EF4-FFF2-40B4-BE49-F238E27FC236}">
                <a16:creationId xmlns:a16="http://schemas.microsoft.com/office/drawing/2014/main" id="{B83B07F0-E642-4C08-A440-107BE9419E1C}"/>
              </a:ext>
            </a:extLst>
          </p:cNvPr>
          <p:cNvSpPr/>
          <p:nvPr/>
        </p:nvSpPr>
        <p:spPr>
          <a:xfrm>
            <a:off x="4680012" y="1916832"/>
            <a:ext cx="1224170" cy="21600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6" name="Rechteck 245">
            <a:extLst>
              <a:ext uri="{FF2B5EF4-FFF2-40B4-BE49-F238E27FC236}">
                <a16:creationId xmlns:a16="http://schemas.microsoft.com/office/drawing/2014/main" id="{C92D3F25-6E76-43EA-99BD-7051942B126E}"/>
              </a:ext>
            </a:extLst>
          </p:cNvPr>
          <p:cNvSpPr/>
          <p:nvPr/>
        </p:nvSpPr>
        <p:spPr>
          <a:xfrm>
            <a:off x="4680012" y="2132856"/>
            <a:ext cx="1224170" cy="21600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7" name="Rechteck 246">
            <a:extLst>
              <a:ext uri="{FF2B5EF4-FFF2-40B4-BE49-F238E27FC236}">
                <a16:creationId xmlns:a16="http://schemas.microsoft.com/office/drawing/2014/main" id="{2861A0D8-2E01-40DC-B1F9-F599F03AFC06}"/>
              </a:ext>
            </a:extLst>
          </p:cNvPr>
          <p:cNvSpPr/>
          <p:nvPr/>
        </p:nvSpPr>
        <p:spPr>
          <a:xfrm>
            <a:off x="4680012" y="2348880"/>
            <a:ext cx="1224170" cy="216000"/>
          </a:xfrm>
          <a:prstGeom prst="rect">
            <a:avLst/>
          </a:prstGeom>
          <a:solidFill>
            <a:srgbClr val="E1C2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9" name="Rechteck 248">
            <a:extLst>
              <a:ext uri="{FF2B5EF4-FFF2-40B4-BE49-F238E27FC236}">
                <a16:creationId xmlns:a16="http://schemas.microsoft.com/office/drawing/2014/main" id="{E5990A4C-5B62-4DBD-9538-62F26F5CD8AA}"/>
              </a:ext>
            </a:extLst>
          </p:cNvPr>
          <p:cNvSpPr/>
          <p:nvPr/>
        </p:nvSpPr>
        <p:spPr>
          <a:xfrm>
            <a:off x="4680132" y="123275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Destination table after multiplication</a:t>
            </a:r>
          </a:p>
        </p:txBody>
      </p:sp>
      <p:cxnSp>
        <p:nvCxnSpPr>
          <p:cNvPr id="250" name="Gerade Verbindung 374">
            <a:extLst>
              <a:ext uri="{FF2B5EF4-FFF2-40B4-BE49-F238E27FC236}">
                <a16:creationId xmlns:a16="http://schemas.microsoft.com/office/drawing/2014/main" id="{4E8ED7F7-92FF-40FF-8238-5CC545F87400}"/>
              </a:ext>
            </a:extLst>
          </p:cNvPr>
          <p:cNvCxnSpPr/>
          <p:nvPr/>
        </p:nvCxnSpPr>
        <p:spPr>
          <a:xfrm>
            <a:off x="5904148" y="1484784"/>
            <a:ext cx="7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251" name="Rechteck 250">
            <a:extLst>
              <a:ext uri="{FF2B5EF4-FFF2-40B4-BE49-F238E27FC236}">
                <a16:creationId xmlns:a16="http://schemas.microsoft.com/office/drawing/2014/main" id="{4D605314-BA1C-4490-84FC-57C45A2E6860}"/>
              </a:ext>
            </a:extLst>
          </p:cNvPr>
          <p:cNvSpPr/>
          <p:nvPr/>
        </p:nvSpPr>
        <p:spPr>
          <a:xfrm>
            <a:off x="5904148" y="1484778"/>
            <a:ext cx="72000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2" name="Rechteck 251">
            <a:extLst>
              <a:ext uri="{FF2B5EF4-FFF2-40B4-BE49-F238E27FC236}">
                <a16:creationId xmlns:a16="http://schemas.microsoft.com/office/drawing/2014/main" id="{9545EBA7-AD79-4F32-B886-52FAD229C87E}"/>
              </a:ext>
            </a:extLst>
          </p:cNvPr>
          <p:cNvSpPr/>
          <p:nvPr/>
        </p:nvSpPr>
        <p:spPr>
          <a:xfrm>
            <a:off x="5904148" y="1556792"/>
            <a:ext cx="720000" cy="7201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3" name="Rechteck 252">
            <a:extLst>
              <a:ext uri="{FF2B5EF4-FFF2-40B4-BE49-F238E27FC236}">
                <a16:creationId xmlns:a16="http://schemas.microsoft.com/office/drawing/2014/main" id="{70C3F473-4743-4244-A21A-22AB0A390519}"/>
              </a:ext>
            </a:extLst>
          </p:cNvPr>
          <p:cNvSpPr/>
          <p:nvPr/>
        </p:nvSpPr>
        <p:spPr>
          <a:xfrm>
            <a:off x="5904148" y="1628800"/>
            <a:ext cx="720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54" name="Gerade Verbindung 374">
            <a:extLst>
              <a:ext uri="{FF2B5EF4-FFF2-40B4-BE49-F238E27FC236}">
                <a16:creationId xmlns:a16="http://schemas.microsoft.com/office/drawing/2014/main" id="{B218CC55-EFAE-4BA5-9DAE-580A47F21780}"/>
              </a:ext>
            </a:extLst>
          </p:cNvPr>
          <p:cNvCxnSpPr/>
          <p:nvPr/>
        </p:nvCxnSpPr>
        <p:spPr>
          <a:xfrm>
            <a:off x="5904148" y="1700808"/>
            <a:ext cx="7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256" name="Rechteck 255">
            <a:extLst>
              <a:ext uri="{FF2B5EF4-FFF2-40B4-BE49-F238E27FC236}">
                <a16:creationId xmlns:a16="http://schemas.microsoft.com/office/drawing/2014/main" id="{3031DBB2-2AF9-48E6-823E-5EA0F1FF25DA}"/>
              </a:ext>
            </a:extLst>
          </p:cNvPr>
          <p:cNvSpPr/>
          <p:nvPr/>
        </p:nvSpPr>
        <p:spPr>
          <a:xfrm>
            <a:off x="5904148" y="1700802"/>
            <a:ext cx="72000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7" name="Rechteck 256">
            <a:extLst>
              <a:ext uri="{FF2B5EF4-FFF2-40B4-BE49-F238E27FC236}">
                <a16:creationId xmlns:a16="http://schemas.microsoft.com/office/drawing/2014/main" id="{0492F661-6E1A-4838-8AA8-D2B3D1C2661A}"/>
              </a:ext>
            </a:extLst>
          </p:cNvPr>
          <p:cNvSpPr/>
          <p:nvPr/>
        </p:nvSpPr>
        <p:spPr>
          <a:xfrm>
            <a:off x="5904148" y="1772816"/>
            <a:ext cx="720000" cy="7201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8" name="Rechteck 257">
            <a:extLst>
              <a:ext uri="{FF2B5EF4-FFF2-40B4-BE49-F238E27FC236}">
                <a16:creationId xmlns:a16="http://schemas.microsoft.com/office/drawing/2014/main" id="{9A472A2B-F666-452E-8176-1542203961F8}"/>
              </a:ext>
            </a:extLst>
          </p:cNvPr>
          <p:cNvSpPr/>
          <p:nvPr/>
        </p:nvSpPr>
        <p:spPr>
          <a:xfrm>
            <a:off x="5904148" y="1844824"/>
            <a:ext cx="720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59" name="Gerade Verbindung 374">
            <a:extLst>
              <a:ext uri="{FF2B5EF4-FFF2-40B4-BE49-F238E27FC236}">
                <a16:creationId xmlns:a16="http://schemas.microsoft.com/office/drawing/2014/main" id="{D26F23A8-71D9-427B-9B92-7DA5AC540528}"/>
              </a:ext>
            </a:extLst>
          </p:cNvPr>
          <p:cNvCxnSpPr/>
          <p:nvPr/>
        </p:nvCxnSpPr>
        <p:spPr>
          <a:xfrm>
            <a:off x="5904148" y="1916832"/>
            <a:ext cx="7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260" name="Rechteck 259">
            <a:extLst>
              <a:ext uri="{FF2B5EF4-FFF2-40B4-BE49-F238E27FC236}">
                <a16:creationId xmlns:a16="http://schemas.microsoft.com/office/drawing/2014/main" id="{03C11F4D-9EC3-4E76-9950-5BDCE50729D4}"/>
              </a:ext>
            </a:extLst>
          </p:cNvPr>
          <p:cNvSpPr/>
          <p:nvPr/>
        </p:nvSpPr>
        <p:spPr>
          <a:xfrm>
            <a:off x="5904148" y="1916826"/>
            <a:ext cx="72000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1" name="Rechteck 260">
            <a:extLst>
              <a:ext uri="{FF2B5EF4-FFF2-40B4-BE49-F238E27FC236}">
                <a16:creationId xmlns:a16="http://schemas.microsoft.com/office/drawing/2014/main" id="{7C83FFF8-203B-4E79-ABBE-1C5307A4E3E5}"/>
              </a:ext>
            </a:extLst>
          </p:cNvPr>
          <p:cNvSpPr/>
          <p:nvPr/>
        </p:nvSpPr>
        <p:spPr>
          <a:xfrm>
            <a:off x="5904148" y="1988840"/>
            <a:ext cx="720000" cy="7201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3" name="Rechteck 262">
            <a:extLst>
              <a:ext uri="{FF2B5EF4-FFF2-40B4-BE49-F238E27FC236}">
                <a16:creationId xmlns:a16="http://schemas.microsoft.com/office/drawing/2014/main" id="{5F839575-FCBE-4607-B016-1A67F626AE82}"/>
              </a:ext>
            </a:extLst>
          </p:cNvPr>
          <p:cNvSpPr/>
          <p:nvPr/>
        </p:nvSpPr>
        <p:spPr>
          <a:xfrm>
            <a:off x="5904148" y="2060848"/>
            <a:ext cx="720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64" name="Gerade Verbindung 374">
            <a:extLst>
              <a:ext uri="{FF2B5EF4-FFF2-40B4-BE49-F238E27FC236}">
                <a16:creationId xmlns:a16="http://schemas.microsoft.com/office/drawing/2014/main" id="{3B85AB88-29EE-441A-A9BD-7DDA2C867758}"/>
              </a:ext>
            </a:extLst>
          </p:cNvPr>
          <p:cNvCxnSpPr/>
          <p:nvPr/>
        </p:nvCxnSpPr>
        <p:spPr>
          <a:xfrm>
            <a:off x="5904148" y="2132856"/>
            <a:ext cx="7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266" name="Rechteck 265">
            <a:extLst>
              <a:ext uri="{FF2B5EF4-FFF2-40B4-BE49-F238E27FC236}">
                <a16:creationId xmlns:a16="http://schemas.microsoft.com/office/drawing/2014/main" id="{BE9261FB-E701-4A5E-A7CE-9FF2A3721663}"/>
              </a:ext>
            </a:extLst>
          </p:cNvPr>
          <p:cNvSpPr/>
          <p:nvPr/>
        </p:nvSpPr>
        <p:spPr>
          <a:xfrm>
            <a:off x="5904148" y="2132850"/>
            <a:ext cx="72000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2" name="Rechteck 271">
            <a:extLst>
              <a:ext uri="{FF2B5EF4-FFF2-40B4-BE49-F238E27FC236}">
                <a16:creationId xmlns:a16="http://schemas.microsoft.com/office/drawing/2014/main" id="{F8274360-DB49-4107-BD15-7C395BEBD209}"/>
              </a:ext>
            </a:extLst>
          </p:cNvPr>
          <p:cNvSpPr/>
          <p:nvPr/>
        </p:nvSpPr>
        <p:spPr>
          <a:xfrm>
            <a:off x="5904148" y="2204864"/>
            <a:ext cx="720000" cy="7201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6" name="Rechteck 275">
            <a:extLst>
              <a:ext uri="{FF2B5EF4-FFF2-40B4-BE49-F238E27FC236}">
                <a16:creationId xmlns:a16="http://schemas.microsoft.com/office/drawing/2014/main" id="{A5FBACC8-4809-46CD-8B33-3318E5AE7226}"/>
              </a:ext>
            </a:extLst>
          </p:cNvPr>
          <p:cNvSpPr/>
          <p:nvPr/>
        </p:nvSpPr>
        <p:spPr>
          <a:xfrm>
            <a:off x="5904148" y="2276872"/>
            <a:ext cx="720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77" name="Gerade Verbindung 374">
            <a:extLst>
              <a:ext uri="{FF2B5EF4-FFF2-40B4-BE49-F238E27FC236}">
                <a16:creationId xmlns:a16="http://schemas.microsoft.com/office/drawing/2014/main" id="{A5C8CB0D-39A1-4D05-A9BF-9BC148C18465}"/>
              </a:ext>
            </a:extLst>
          </p:cNvPr>
          <p:cNvCxnSpPr/>
          <p:nvPr/>
        </p:nvCxnSpPr>
        <p:spPr>
          <a:xfrm>
            <a:off x="5904148" y="2348880"/>
            <a:ext cx="7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278" name="Rechteck 277">
            <a:extLst>
              <a:ext uri="{FF2B5EF4-FFF2-40B4-BE49-F238E27FC236}">
                <a16:creationId xmlns:a16="http://schemas.microsoft.com/office/drawing/2014/main" id="{2936EEB6-AB72-47EF-8E8C-32712C5A3D1C}"/>
              </a:ext>
            </a:extLst>
          </p:cNvPr>
          <p:cNvSpPr/>
          <p:nvPr/>
        </p:nvSpPr>
        <p:spPr>
          <a:xfrm>
            <a:off x="5904148" y="2348874"/>
            <a:ext cx="72000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9" name="Rechteck 278">
            <a:extLst>
              <a:ext uri="{FF2B5EF4-FFF2-40B4-BE49-F238E27FC236}">
                <a16:creationId xmlns:a16="http://schemas.microsoft.com/office/drawing/2014/main" id="{F0667D44-8995-4DCD-AE50-D85AE6B1DD12}"/>
              </a:ext>
            </a:extLst>
          </p:cNvPr>
          <p:cNvSpPr/>
          <p:nvPr/>
        </p:nvSpPr>
        <p:spPr>
          <a:xfrm>
            <a:off x="5904148" y="2420888"/>
            <a:ext cx="720000" cy="7201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0" name="Rechteck 279">
            <a:extLst>
              <a:ext uri="{FF2B5EF4-FFF2-40B4-BE49-F238E27FC236}">
                <a16:creationId xmlns:a16="http://schemas.microsoft.com/office/drawing/2014/main" id="{07B8D959-E409-4237-85A1-63846BA4E84F}"/>
              </a:ext>
            </a:extLst>
          </p:cNvPr>
          <p:cNvSpPr/>
          <p:nvPr/>
        </p:nvSpPr>
        <p:spPr>
          <a:xfrm>
            <a:off x="5904148" y="2492896"/>
            <a:ext cx="720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8" name="Rechteck 247">
            <a:extLst>
              <a:ext uri="{FF2B5EF4-FFF2-40B4-BE49-F238E27FC236}">
                <a16:creationId xmlns:a16="http://schemas.microsoft.com/office/drawing/2014/main" id="{23CA0ABD-2E0F-40BE-9D4B-6F0FE345D937}"/>
              </a:ext>
            </a:extLst>
          </p:cNvPr>
          <p:cNvSpPr/>
          <p:nvPr/>
        </p:nvSpPr>
        <p:spPr>
          <a:xfrm>
            <a:off x="4680012" y="1412776"/>
            <a:ext cx="1944216" cy="1152128"/>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1" name="Flussdiagramm: Zusammenführung 280">
            <a:extLst>
              <a:ext uri="{FF2B5EF4-FFF2-40B4-BE49-F238E27FC236}">
                <a16:creationId xmlns:a16="http://schemas.microsoft.com/office/drawing/2014/main" id="{85A82A91-55F6-4D1E-9B8F-439BF4A72DB8}"/>
              </a:ext>
            </a:extLst>
          </p:cNvPr>
          <p:cNvSpPr/>
          <p:nvPr/>
        </p:nvSpPr>
        <p:spPr>
          <a:xfrm>
            <a:off x="3491880" y="2024876"/>
            <a:ext cx="288000" cy="288000"/>
          </a:xfrm>
          <a:prstGeom prst="flowChartSummingJunction">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82" name="Gerade Verbindung mit Pfeil 281">
            <a:extLst>
              <a:ext uri="{FF2B5EF4-FFF2-40B4-BE49-F238E27FC236}">
                <a16:creationId xmlns:a16="http://schemas.microsoft.com/office/drawing/2014/main" id="{7CF50312-9A5A-4403-A977-620D42BEBE4E}"/>
              </a:ext>
            </a:extLst>
          </p:cNvPr>
          <p:cNvCxnSpPr>
            <a:cxnSpLocks/>
            <a:stCxn id="281" idx="0"/>
            <a:endCxn id="233" idx="2"/>
          </p:cNvCxnSpPr>
          <p:nvPr/>
        </p:nvCxnSpPr>
        <p:spPr>
          <a:xfrm flipH="1" flipV="1">
            <a:off x="3635856" y="1700800"/>
            <a:ext cx="24" cy="324076"/>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Gerade Verbindung mit Pfeil 282">
            <a:extLst>
              <a:ext uri="{FF2B5EF4-FFF2-40B4-BE49-F238E27FC236}">
                <a16:creationId xmlns:a16="http://schemas.microsoft.com/office/drawing/2014/main" id="{39A8A7C9-051B-41D0-904D-2CCAF9483EF9}"/>
              </a:ext>
            </a:extLst>
          </p:cNvPr>
          <p:cNvCxnSpPr>
            <a:cxnSpLocks/>
            <a:stCxn id="281" idx="2"/>
          </p:cNvCxnSpPr>
          <p:nvPr/>
        </p:nvCxnSpPr>
        <p:spPr>
          <a:xfrm flipH="1">
            <a:off x="2015716" y="2168876"/>
            <a:ext cx="147616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4" name="Gerade Verbindung mit Pfeil 283">
            <a:extLst>
              <a:ext uri="{FF2B5EF4-FFF2-40B4-BE49-F238E27FC236}">
                <a16:creationId xmlns:a16="http://schemas.microsoft.com/office/drawing/2014/main" id="{D7F989F6-DA04-4E02-8269-EC2D60C3C662}"/>
              </a:ext>
            </a:extLst>
          </p:cNvPr>
          <p:cNvCxnSpPr>
            <a:cxnSpLocks/>
          </p:cNvCxnSpPr>
          <p:nvPr/>
        </p:nvCxnSpPr>
        <p:spPr>
          <a:xfrm flipH="1" flipV="1">
            <a:off x="2015692" y="1844824"/>
            <a:ext cx="24" cy="324076"/>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Gerade Verbindung mit Pfeil 284">
            <a:extLst>
              <a:ext uri="{FF2B5EF4-FFF2-40B4-BE49-F238E27FC236}">
                <a16:creationId xmlns:a16="http://schemas.microsoft.com/office/drawing/2014/main" id="{5390D3F4-3FC2-46E4-AFDA-B3CAD69EE1C6}"/>
              </a:ext>
            </a:extLst>
          </p:cNvPr>
          <p:cNvCxnSpPr>
            <a:cxnSpLocks/>
          </p:cNvCxnSpPr>
          <p:nvPr/>
        </p:nvCxnSpPr>
        <p:spPr>
          <a:xfrm flipH="1">
            <a:off x="3779912" y="2168860"/>
            <a:ext cx="756084"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3085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hteck 104">
            <a:extLst>
              <a:ext uri="{FF2B5EF4-FFF2-40B4-BE49-F238E27FC236}">
                <a16:creationId xmlns:a16="http://schemas.microsoft.com/office/drawing/2014/main" id="{1515B03C-D405-4C0E-BC22-F31077CCC9DE}"/>
              </a:ext>
            </a:extLst>
          </p:cNvPr>
          <p:cNvSpPr/>
          <p:nvPr/>
        </p:nvSpPr>
        <p:spPr>
          <a:xfrm>
            <a:off x="1799812" y="2600908"/>
            <a:ext cx="288032" cy="216024"/>
          </a:xfrm>
          <a:prstGeom prst="rect">
            <a:avLst/>
          </a:prstGeom>
          <a:solidFill>
            <a:srgbClr val="99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6" name="Rechteck 105">
            <a:extLst>
              <a:ext uri="{FF2B5EF4-FFF2-40B4-BE49-F238E27FC236}">
                <a16:creationId xmlns:a16="http://schemas.microsoft.com/office/drawing/2014/main" id="{0683B4E8-C199-45A6-81AE-5BF446BA7E12}"/>
              </a:ext>
            </a:extLst>
          </p:cNvPr>
          <p:cNvSpPr/>
          <p:nvPr/>
        </p:nvSpPr>
        <p:spPr>
          <a:xfrm>
            <a:off x="1799812" y="2960950"/>
            <a:ext cx="288032" cy="216024"/>
          </a:xfrm>
          <a:prstGeom prst="rect">
            <a:avLst/>
          </a:prstGeom>
          <a:solidFill>
            <a:srgbClr val="66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7" name="Rechteck 106">
            <a:extLst>
              <a:ext uri="{FF2B5EF4-FFF2-40B4-BE49-F238E27FC236}">
                <a16:creationId xmlns:a16="http://schemas.microsoft.com/office/drawing/2014/main" id="{25329B9C-275D-4A8A-BCCE-4D4F8373834C}"/>
              </a:ext>
            </a:extLst>
          </p:cNvPr>
          <p:cNvSpPr/>
          <p:nvPr/>
        </p:nvSpPr>
        <p:spPr>
          <a:xfrm>
            <a:off x="1799812" y="3501008"/>
            <a:ext cx="288032" cy="216024"/>
          </a:xfrm>
          <a:prstGeom prst="rect">
            <a:avLst/>
          </a:prstGeom>
          <a:solidFill>
            <a:srgbClr val="4ED24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divide</a:t>
            </a:r>
          </a:p>
        </p:txBody>
      </p:sp>
      <p:sp>
        <p:nvSpPr>
          <p:cNvPr id="48" name="Rechteck 47">
            <a:extLst>
              <a:ext uri="{FF2B5EF4-FFF2-40B4-BE49-F238E27FC236}">
                <a16:creationId xmlns:a16="http://schemas.microsoft.com/office/drawing/2014/main" id="{F15B12E3-9DE4-490F-8E19-ADA7987F5F33}"/>
              </a:ext>
            </a:extLst>
          </p:cNvPr>
          <p:cNvSpPr/>
          <p:nvPr/>
        </p:nvSpPr>
        <p:spPr>
          <a:xfrm>
            <a:off x="2087844" y="2600906"/>
            <a:ext cx="216000" cy="7201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 name="Rechteck 48">
            <a:extLst>
              <a:ext uri="{FF2B5EF4-FFF2-40B4-BE49-F238E27FC236}">
                <a16:creationId xmlns:a16="http://schemas.microsoft.com/office/drawing/2014/main" id="{089CBC47-73C8-46CE-8872-3CAABE109B4B}"/>
              </a:ext>
            </a:extLst>
          </p:cNvPr>
          <p:cNvSpPr/>
          <p:nvPr/>
        </p:nvSpPr>
        <p:spPr>
          <a:xfrm>
            <a:off x="2303868" y="2600906"/>
            <a:ext cx="216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 name="Rechteck 49">
            <a:extLst>
              <a:ext uri="{FF2B5EF4-FFF2-40B4-BE49-F238E27FC236}">
                <a16:creationId xmlns:a16="http://schemas.microsoft.com/office/drawing/2014/main" id="{AC314B7E-B1E4-40F5-AE14-23BA288C95EF}"/>
              </a:ext>
            </a:extLst>
          </p:cNvPr>
          <p:cNvSpPr/>
          <p:nvPr/>
        </p:nvSpPr>
        <p:spPr>
          <a:xfrm>
            <a:off x="2087844" y="2672914"/>
            <a:ext cx="216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 name="Rechteck 50">
            <a:extLst>
              <a:ext uri="{FF2B5EF4-FFF2-40B4-BE49-F238E27FC236}">
                <a16:creationId xmlns:a16="http://schemas.microsoft.com/office/drawing/2014/main" id="{FC751992-3E72-4D00-9E07-41D7B346721D}"/>
              </a:ext>
            </a:extLst>
          </p:cNvPr>
          <p:cNvSpPr/>
          <p:nvPr/>
        </p:nvSpPr>
        <p:spPr>
          <a:xfrm>
            <a:off x="2303868" y="2672914"/>
            <a:ext cx="216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 name="Rechteck 51">
            <a:extLst>
              <a:ext uri="{FF2B5EF4-FFF2-40B4-BE49-F238E27FC236}">
                <a16:creationId xmlns:a16="http://schemas.microsoft.com/office/drawing/2014/main" id="{F7824073-1A6A-499D-8000-CE04EFD435D2}"/>
              </a:ext>
            </a:extLst>
          </p:cNvPr>
          <p:cNvSpPr/>
          <p:nvPr/>
        </p:nvSpPr>
        <p:spPr>
          <a:xfrm>
            <a:off x="2087844" y="2744922"/>
            <a:ext cx="216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 name="Rechteck 52">
            <a:extLst>
              <a:ext uri="{FF2B5EF4-FFF2-40B4-BE49-F238E27FC236}">
                <a16:creationId xmlns:a16="http://schemas.microsoft.com/office/drawing/2014/main" id="{62DDA587-48FB-4929-A452-436745FCBE3F}"/>
              </a:ext>
            </a:extLst>
          </p:cNvPr>
          <p:cNvSpPr/>
          <p:nvPr/>
        </p:nvSpPr>
        <p:spPr>
          <a:xfrm>
            <a:off x="2303868" y="2744922"/>
            <a:ext cx="216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 name="Rechteck 53">
            <a:extLst>
              <a:ext uri="{FF2B5EF4-FFF2-40B4-BE49-F238E27FC236}">
                <a16:creationId xmlns:a16="http://schemas.microsoft.com/office/drawing/2014/main" id="{FC83B115-F5F7-4461-A43E-7EDD3F7B4797}"/>
              </a:ext>
            </a:extLst>
          </p:cNvPr>
          <p:cNvSpPr/>
          <p:nvPr/>
        </p:nvSpPr>
        <p:spPr>
          <a:xfrm>
            <a:off x="1511780" y="2600906"/>
            <a:ext cx="288032" cy="216024"/>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5" name="Rechteck 54">
            <a:extLst>
              <a:ext uri="{FF2B5EF4-FFF2-40B4-BE49-F238E27FC236}">
                <a16:creationId xmlns:a16="http://schemas.microsoft.com/office/drawing/2014/main" id="{9D134745-96AB-4C2F-8B22-7115BEE15124}"/>
              </a:ext>
            </a:extLst>
          </p:cNvPr>
          <p:cNvSpPr/>
          <p:nvPr/>
        </p:nvSpPr>
        <p:spPr>
          <a:xfrm>
            <a:off x="2087844" y="2960948"/>
            <a:ext cx="216000" cy="7201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6" name="Rechteck 55">
            <a:extLst>
              <a:ext uri="{FF2B5EF4-FFF2-40B4-BE49-F238E27FC236}">
                <a16:creationId xmlns:a16="http://schemas.microsoft.com/office/drawing/2014/main" id="{4F397983-6C59-4361-9F20-C6A1F8887CC6}"/>
              </a:ext>
            </a:extLst>
          </p:cNvPr>
          <p:cNvSpPr/>
          <p:nvPr/>
        </p:nvSpPr>
        <p:spPr>
          <a:xfrm>
            <a:off x="2303868" y="2960948"/>
            <a:ext cx="216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7" name="Rechteck 56">
            <a:extLst>
              <a:ext uri="{FF2B5EF4-FFF2-40B4-BE49-F238E27FC236}">
                <a16:creationId xmlns:a16="http://schemas.microsoft.com/office/drawing/2014/main" id="{0AF0F093-41E3-49B9-B079-80EE5261DDA7}"/>
              </a:ext>
            </a:extLst>
          </p:cNvPr>
          <p:cNvSpPr/>
          <p:nvPr/>
        </p:nvSpPr>
        <p:spPr>
          <a:xfrm>
            <a:off x="2087844" y="3032956"/>
            <a:ext cx="216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8" name="Rechteck 57">
            <a:extLst>
              <a:ext uri="{FF2B5EF4-FFF2-40B4-BE49-F238E27FC236}">
                <a16:creationId xmlns:a16="http://schemas.microsoft.com/office/drawing/2014/main" id="{6112B15A-6C80-4B87-91EC-05324C4A167E}"/>
              </a:ext>
            </a:extLst>
          </p:cNvPr>
          <p:cNvSpPr/>
          <p:nvPr/>
        </p:nvSpPr>
        <p:spPr>
          <a:xfrm>
            <a:off x="2303868" y="3032956"/>
            <a:ext cx="216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9" name="Rechteck 58">
            <a:extLst>
              <a:ext uri="{FF2B5EF4-FFF2-40B4-BE49-F238E27FC236}">
                <a16:creationId xmlns:a16="http://schemas.microsoft.com/office/drawing/2014/main" id="{7D3F18B3-A1F5-4438-B3B7-F78D84E61C64}"/>
              </a:ext>
            </a:extLst>
          </p:cNvPr>
          <p:cNvSpPr/>
          <p:nvPr/>
        </p:nvSpPr>
        <p:spPr>
          <a:xfrm>
            <a:off x="2087844" y="3104964"/>
            <a:ext cx="216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0" name="Rechteck 59">
            <a:extLst>
              <a:ext uri="{FF2B5EF4-FFF2-40B4-BE49-F238E27FC236}">
                <a16:creationId xmlns:a16="http://schemas.microsoft.com/office/drawing/2014/main" id="{FE3950DA-25AE-4A1D-9C7B-2EF80DE04F00}"/>
              </a:ext>
            </a:extLst>
          </p:cNvPr>
          <p:cNvSpPr/>
          <p:nvPr/>
        </p:nvSpPr>
        <p:spPr>
          <a:xfrm>
            <a:off x="2303868" y="3104964"/>
            <a:ext cx="216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1" name="Rechteck 60">
            <a:extLst>
              <a:ext uri="{FF2B5EF4-FFF2-40B4-BE49-F238E27FC236}">
                <a16:creationId xmlns:a16="http://schemas.microsoft.com/office/drawing/2014/main" id="{01EEEF0B-4CFD-4709-8402-31990E705A68}"/>
              </a:ext>
            </a:extLst>
          </p:cNvPr>
          <p:cNvSpPr/>
          <p:nvPr/>
        </p:nvSpPr>
        <p:spPr>
          <a:xfrm>
            <a:off x="1511780" y="2960948"/>
            <a:ext cx="288032" cy="216024"/>
          </a:xfrm>
          <a:prstGeom prst="rect">
            <a:avLst/>
          </a:prstGeom>
          <a:solidFill>
            <a:srgbClr val="00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2" name="Rechteck 61">
            <a:extLst>
              <a:ext uri="{FF2B5EF4-FFF2-40B4-BE49-F238E27FC236}">
                <a16:creationId xmlns:a16="http://schemas.microsoft.com/office/drawing/2014/main" id="{981172E4-B821-438A-A5B9-7C5A0184DAF9}"/>
              </a:ext>
            </a:extLst>
          </p:cNvPr>
          <p:cNvSpPr/>
          <p:nvPr/>
        </p:nvSpPr>
        <p:spPr>
          <a:xfrm>
            <a:off x="1511780" y="2816930"/>
            <a:ext cx="288032" cy="72010"/>
          </a:xfrm>
          <a:prstGeom prst="rect">
            <a:avLst/>
          </a:prstGeom>
          <a:solidFill>
            <a:srgbClr val="99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3" name="Rechteck 62">
            <a:extLst>
              <a:ext uri="{FF2B5EF4-FFF2-40B4-BE49-F238E27FC236}">
                <a16:creationId xmlns:a16="http://schemas.microsoft.com/office/drawing/2014/main" id="{68F0FFD3-D1A4-4CE1-9F16-58D57B6F3FC6}"/>
              </a:ext>
            </a:extLst>
          </p:cNvPr>
          <p:cNvSpPr/>
          <p:nvPr/>
        </p:nvSpPr>
        <p:spPr>
          <a:xfrm>
            <a:off x="2087844" y="2816930"/>
            <a:ext cx="216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4" name="Rechteck 63">
            <a:extLst>
              <a:ext uri="{FF2B5EF4-FFF2-40B4-BE49-F238E27FC236}">
                <a16:creationId xmlns:a16="http://schemas.microsoft.com/office/drawing/2014/main" id="{F764CAEF-493D-4B34-80D2-1EDDB7E33A9D}"/>
              </a:ext>
            </a:extLst>
          </p:cNvPr>
          <p:cNvSpPr/>
          <p:nvPr/>
        </p:nvSpPr>
        <p:spPr>
          <a:xfrm>
            <a:off x="2303868" y="2816930"/>
            <a:ext cx="216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5" name="Rechteck 64">
            <a:extLst>
              <a:ext uri="{FF2B5EF4-FFF2-40B4-BE49-F238E27FC236}">
                <a16:creationId xmlns:a16="http://schemas.microsoft.com/office/drawing/2014/main" id="{D124D379-B27A-4354-817A-3457225F9FD3}"/>
              </a:ext>
            </a:extLst>
          </p:cNvPr>
          <p:cNvSpPr/>
          <p:nvPr/>
        </p:nvSpPr>
        <p:spPr>
          <a:xfrm>
            <a:off x="1511780" y="3356990"/>
            <a:ext cx="288032" cy="144016"/>
          </a:xfrm>
          <a:prstGeom prst="rect">
            <a:avLst/>
          </a:prstGeom>
          <a:solidFill>
            <a:srgbClr val="66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6" name="Rechteck 65">
            <a:extLst>
              <a:ext uri="{FF2B5EF4-FFF2-40B4-BE49-F238E27FC236}">
                <a16:creationId xmlns:a16="http://schemas.microsoft.com/office/drawing/2014/main" id="{AE8B5D05-75D9-4D59-AA8E-6EFD74B18FEF}"/>
              </a:ext>
            </a:extLst>
          </p:cNvPr>
          <p:cNvSpPr/>
          <p:nvPr/>
        </p:nvSpPr>
        <p:spPr>
          <a:xfrm>
            <a:off x="2087844" y="3356990"/>
            <a:ext cx="216000" cy="7201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7" name="Rechteck 66">
            <a:extLst>
              <a:ext uri="{FF2B5EF4-FFF2-40B4-BE49-F238E27FC236}">
                <a16:creationId xmlns:a16="http://schemas.microsoft.com/office/drawing/2014/main" id="{10DFA27B-8AB6-4E64-AE1D-6B456A43A6E1}"/>
              </a:ext>
            </a:extLst>
          </p:cNvPr>
          <p:cNvSpPr/>
          <p:nvPr/>
        </p:nvSpPr>
        <p:spPr>
          <a:xfrm>
            <a:off x="2303868" y="3356990"/>
            <a:ext cx="216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8" name="Rechteck 67">
            <a:extLst>
              <a:ext uri="{FF2B5EF4-FFF2-40B4-BE49-F238E27FC236}">
                <a16:creationId xmlns:a16="http://schemas.microsoft.com/office/drawing/2014/main" id="{8579FADD-EB60-41E1-B07C-C255E7C97996}"/>
              </a:ext>
            </a:extLst>
          </p:cNvPr>
          <p:cNvSpPr/>
          <p:nvPr/>
        </p:nvSpPr>
        <p:spPr>
          <a:xfrm>
            <a:off x="2087844" y="3428998"/>
            <a:ext cx="216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9" name="Rechteck 68">
            <a:extLst>
              <a:ext uri="{FF2B5EF4-FFF2-40B4-BE49-F238E27FC236}">
                <a16:creationId xmlns:a16="http://schemas.microsoft.com/office/drawing/2014/main" id="{5DF4C267-BAFC-4589-B10A-A5C4FC448112}"/>
              </a:ext>
            </a:extLst>
          </p:cNvPr>
          <p:cNvSpPr/>
          <p:nvPr/>
        </p:nvSpPr>
        <p:spPr>
          <a:xfrm>
            <a:off x="2303868" y="3428998"/>
            <a:ext cx="216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0" name="Rechteck 69">
            <a:extLst>
              <a:ext uri="{FF2B5EF4-FFF2-40B4-BE49-F238E27FC236}">
                <a16:creationId xmlns:a16="http://schemas.microsoft.com/office/drawing/2014/main" id="{370CEF38-B40B-41FC-B0B7-77DE9F67CBB6}"/>
              </a:ext>
            </a:extLst>
          </p:cNvPr>
          <p:cNvSpPr/>
          <p:nvPr/>
        </p:nvSpPr>
        <p:spPr>
          <a:xfrm>
            <a:off x="1511780" y="3501006"/>
            <a:ext cx="288032" cy="216024"/>
          </a:xfrm>
          <a:prstGeom prst="rect">
            <a:avLst/>
          </a:prstGeom>
          <a:solidFill>
            <a:srgbClr val="92D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1" name="Rechteck 70">
            <a:extLst>
              <a:ext uri="{FF2B5EF4-FFF2-40B4-BE49-F238E27FC236}">
                <a16:creationId xmlns:a16="http://schemas.microsoft.com/office/drawing/2014/main" id="{D69FBE9C-593C-4B24-9EFF-8FE131EEDD2C}"/>
              </a:ext>
            </a:extLst>
          </p:cNvPr>
          <p:cNvSpPr/>
          <p:nvPr/>
        </p:nvSpPr>
        <p:spPr>
          <a:xfrm>
            <a:off x="2087844" y="3501006"/>
            <a:ext cx="216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2" name="Rechteck 71">
            <a:extLst>
              <a:ext uri="{FF2B5EF4-FFF2-40B4-BE49-F238E27FC236}">
                <a16:creationId xmlns:a16="http://schemas.microsoft.com/office/drawing/2014/main" id="{FC292205-51F4-4578-98CB-6382F2799537}"/>
              </a:ext>
            </a:extLst>
          </p:cNvPr>
          <p:cNvSpPr/>
          <p:nvPr/>
        </p:nvSpPr>
        <p:spPr>
          <a:xfrm>
            <a:off x="2303868" y="3501006"/>
            <a:ext cx="216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3" name="Rechteck 72">
            <a:extLst>
              <a:ext uri="{FF2B5EF4-FFF2-40B4-BE49-F238E27FC236}">
                <a16:creationId xmlns:a16="http://schemas.microsoft.com/office/drawing/2014/main" id="{AB351BE1-D3AF-4655-940D-4654D2F5B6F9}"/>
              </a:ext>
            </a:extLst>
          </p:cNvPr>
          <p:cNvSpPr/>
          <p:nvPr/>
        </p:nvSpPr>
        <p:spPr>
          <a:xfrm>
            <a:off x="2087844" y="3573014"/>
            <a:ext cx="216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4" name="Rechteck 73">
            <a:extLst>
              <a:ext uri="{FF2B5EF4-FFF2-40B4-BE49-F238E27FC236}">
                <a16:creationId xmlns:a16="http://schemas.microsoft.com/office/drawing/2014/main" id="{FAEA1BE2-A046-4D95-92F7-A00E91FE93BB}"/>
              </a:ext>
            </a:extLst>
          </p:cNvPr>
          <p:cNvSpPr/>
          <p:nvPr/>
        </p:nvSpPr>
        <p:spPr>
          <a:xfrm>
            <a:off x="2303868" y="3573014"/>
            <a:ext cx="216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5" name="Rechteck 74">
            <a:extLst>
              <a:ext uri="{FF2B5EF4-FFF2-40B4-BE49-F238E27FC236}">
                <a16:creationId xmlns:a16="http://schemas.microsoft.com/office/drawing/2014/main" id="{EBDD0CF1-3172-4E67-9777-9551796190A2}"/>
              </a:ext>
            </a:extLst>
          </p:cNvPr>
          <p:cNvSpPr/>
          <p:nvPr/>
        </p:nvSpPr>
        <p:spPr>
          <a:xfrm>
            <a:off x="2087844" y="3645022"/>
            <a:ext cx="216000" cy="7201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6" name="Rechteck 75">
            <a:extLst>
              <a:ext uri="{FF2B5EF4-FFF2-40B4-BE49-F238E27FC236}">
                <a16:creationId xmlns:a16="http://schemas.microsoft.com/office/drawing/2014/main" id="{AAFFAC4F-01A1-4F12-94DB-67AB625CE890}"/>
              </a:ext>
            </a:extLst>
          </p:cNvPr>
          <p:cNvSpPr/>
          <p:nvPr/>
        </p:nvSpPr>
        <p:spPr>
          <a:xfrm>
            <a:off x="2303868" y="3645022"/>
            <a:ext cx="216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7" name="Rechteck 76">
            <a:extLst>
              <a:ext uri="{FF2B5EF4-FFF2-40B4-BE49-F238E27FC236}">
                <a16:creationId xmlns:a16="http://schemas.microsoft.com/office/drawing/2014/main" id="{018E35AD-E64D-4BE2-8643-8EEDC39840F7}"/>
              </a:ext>
            </a:extLst>
          </p:cNvPr>
          <p:cNvSpPr/>
          <p:nvPr/>
        </p:nvSpPr>
        <p:spPr>
          <a:xfrm>
            <a:off x="1511780" y="3176972"/>
            <a:ext cx="576098" cy="18002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8" name="Rechteck 77">
            <a:extLst>
              <a:ext uri="{FF2B5EF4-FFF2-40B4-BE49-F238E27FC236}">
                <a16:creationId xmlns:a16="http://schemas.microsoft.com/office/drawing/2014/main" id="{95B1D939-674B-43E7-B50D-482D4DA87748}"/>
              </a:ext>
            </a:extLst>
          </p:cNvPr>
          <p:cNvSpPr/>
          <p:nvPr/>
        </p:nvSpPr>
        <p:spPr>
          <a:xfrm>
            <a:off x="2087844" y="3176972"/>
            <a:ext cx="216024" cy="18002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9" name="Rechteck 78">
            <a:extLst>
              <a:ext uri="{FF2B5EF4-FFF2-40B4-BE49-F238E27FC236}">
                <a16:creationId xmlns:a16="http://schemas.microsoft.com/office/drawing/2014/main" id="{DBBDF549-7CC2-422C-9177-4CBEC022413B}"/>
              </a:ext>
            </a:extLst>
          </p:cNvPr>
          <p:cNvSpPr/>
          <p:nvPr/>
        </p:nvSpPr>
        <p:spPr>
          <a:xfrm>
            <a:off x="2303868" y="3176972"/>
            <a:ext cx="216024" cy="18002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0" name="Rechteck 79">
            <a:extLst>
              <a:ext uri="{FF2B5EF4-FFF2-40B4-BE49-F238E27FC236}">
                <a16:creationId xmlns:a16="http://schemas.microsoft.com/office/drawing/2014/main" id="{491CC988-0537-47DE-B8DB-0D3CE890A5F4}"/>
              </a:ext>
            </a:extLst>
          </p:cNvPr>
          <p:cNvSpPr/>
          <p:nvPr/>
        </p:nvSpPr>
        <p:spPr>
          <a:xfrm>
            <a:off x="1511780" y="2888940"/>
            <a:ext cx="576098" cy="720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1" name="Rechteck 80">
            <a:extLst>
              <a:ext uri="{FF2B5EF4-FFF2-40B4-BE49-F238E27FC236}">
                <a16:creationId xmlns:a16="http://schemas.microsoft.com/office/drawing/2014/main" id="{78E770F5-DF90-4456-872B-CEE88FC8AD25}"/>
              </a:ext>
            </a:extLst>
          </p:cNvPr>
          <p:cNvSpPr/>
          <p:nvPr/>
        </p:nvSpPr>
        <p:spPr>
          <a:xfrm>
            <a:off x="2087844" y="2888940"/>
            <a:ext cx="216024" cy="720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2" name="Rechteck 81">
            <a:extLst>
              <a:ext uri="{FF2B5EF4-FFF2-40B4-BE49-F238E27FC236}">
                <a16:creationId xmlns:a16="http://schemas.microsoft.com/office/drawing/2014/main" id="{4B7BD0DA-E320-47B1-AB78-B6F84997048C}"/>
              </a:ext>
            </a:extLst>
          </p:cNvPr>
          <p:cNvSpPr/>
          <p:nvPr/>
        </p:nvSpPr>
        <p:spPr>
          <a:xfrm>
            <a:off x="2303868" y="2888940"/>
            <a:ext cx="216024" cy="7200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3" name="Rechteck 82">
            <a:extLst>
              <a:ext uri="{FF2B5EF4-FFF2-40B4-BE49-F238E27FC236}">
                <a16:creationId xmlns:a16="http://schemas.microsoft.com/office/drawing/2014/main" id="{05E63C05-63D4-48FA-A0AD-012E67B45E2D}"/>
              </a:ext>
            </a:extLst>
          </p:cNvPr>
          <p:cNvSpPr/>
          <p:nvPr/>
        </p:nvSpPr>
        <p:spPr>
          <a:xfrm>
            <a:off x="1511780" y="2528900"/>
            <a:ext cx="576098" cy="144016"/>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4" name="Rechteck 83">
            <a:extLst>
              <a:ext uri="{FF2B5EF4-FFF2-40B4-BE49-F238E27FC236}">
                <a16:creationId xmlns:a16="http://schemas.microsoft.com/office/drawing/2014/main" id="{2C118963-8222-41E5-A66A-75A371697EA5}"/>
              </a:ext>
            </a:extLst>
          </p:cNvPr>
          <p:cNvSpPr/>
          <p:nvPr/>
        </p:nvSpPr>
        <p:spPr>
          <a:xfrm>
            <a:off x="2087844" y="2528900"/>
            <a:ext cx="216024" cy="144016"/>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5" name="Rechteck 84">
            <a:extLst>
              <a:ext uri="{FF2B5EF4-FFF2-40B4-BE49-F238E27FC236}">
                <a16:creationId xmlns:a16="http://schemas.microsoft.com/office/drawing/2014/main" id="{53323E31-49BA-43CA-B78C-45BEBCB4723C}"/>
              </a:ext>
            </a:extLst>
          </p:cNvPr>
          <p:cNvSpPr/>
          <p:nvPr/>
        </p:nvSpPr>
        <p:spPr>
          <a:xfrm>
            <a:off x="2303868" y="2528900"/>
            <a:ext cx="216024" cy="144016"/>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 name="Rechteck 2">
            <a:extLst>
              <a:ext uri="{FF2B5EF4-FFF2-40B4-BE49-F238E27FC236}">
                <a16:creationId xmlns:a16="http://schemas.microsoft.com/office/drawing/2014/main" id="{BBC3B9FD-9A98-40CD-9662-83AEC3472B4F}"/>
              </a:ext>
            </a:extLst>
          </p:cNvPr>
          <p:cNvSpPr/>
          <p:nvPr/>
        </p:nvSpPr>
        <p:spPr>
          <a:xfrm>
            <a:off x="1511780" y="2456892"/>
            <a:ext cx="1008112" cy="12601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0" name="Rechteck 89">
            <a:extLst>
              <a:ext uri="{FF2B5EF4-FFF2-40B4-BE49-F238E27FC236}">
                <a16:creationId xmlns:a16="http://schemas.microsoft.com/office/drawing/2014/main" id="{13B50A6F-16AA-4D7D-BA12-ACC949DDFA7E}"/>
              </a:ext>
            </a:extLst>
          </p:cNvPr>
          <p:cNvSpPr/>
          <p:nvPr/>
        </p:nvSpPr>
        <p:spPr>
          <a:xfrm>
            <a:off x="3311980" y="2528900"/>
            <a:ext cx="216000" cy="7201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1" name="Rechteck 90">
            <a:extLst>
              <a:ext uri="{FF2B5EF4-FFF2-40B4-BE49-F238E27FC236}">
                <a16:creationId xmlns:a16="http://schemas.microsoft.com/office/drawing/2014/main" id="{F7C49036-A99D-4E5F-8414-4913782DCD6F}"/>
              </a:ext>
            </a:extLst>
          </p:cNvPr>
          <p:cNvSpPr/>
          <p:nvPr/>
        </p:nvSpPr>
        <p:spPr>
          <a:xfrm>
            <a:off x="3528004" y="2528900"/>
            <a:ext cx="216000" cy="720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2" name="Rechteck 91">
            <a:extLst>
              <a:ext uri="{FF2B5EF4-FFF2-40B4-BE49-F238E27FC236}">
                <a16:creationId xmlns:a16="http://schemas.microsoft.com/office/drawing/2014/main" id="{69307C2C-D569-4DD6-9535-59B370E6CB52}"/>
              </a:ext>
            </a:extLst>
          </p:cNvPr>
          <p:cNvSpPr/>
          <p:nvPr/>
        </p:nvSpPr>
        <p:spPr>
          <a:xfrm>
            <a:off x="3311980" y="2600908"/>
            <a:ext cx="216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3" name="Rechteck 92">
            <a:extLst>
              <a:ext uri="{FF2B5EF4-FFF2-40B4-BE49-F238E27FC236}">
                <a16:creationId xmlns:a16="http://schemas.microsoft.com/office/drawing/2014/main" id="{2DA8E66C-EDBB-479F-BCD5-A80B1B88A2CA}"/>
              </a:ext>
            </a:extLst>
          </p:cNvPr>
          <p:cNvSpPr/>
          <p:nvPr/>
        </p:nvSpPr>
        <p:spPr>
          <a:xfrm>
            <a:off x="3528004" y="2600908"/>
            <a:ext cx="2160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4" name="Rechteck 93">
            <a:extLst>
              <a:ext uri="{FF2B5EF4-FFF2-40B4-BE49-F238E27FC236}">
                <a16:creationId xmlns:a16="http://schemas.microsoft.com/office/drawing/2014/main" id="{0A108ED6-29C1-4ABA-BB7E-A0E2B8D87087}"/>
              </a:ext>
            </a:extLst>
          </p:cNvPr>
          <p:cNvSpPr/>
          <p:nvPr/>
        </p:nvSpPr>
        <p:spPr>
          <a:xfrm>
            <a:off x="3311980" y="2672916"/>
            <a:ext cx="216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5" name="Rechteck 94">
            <a:extLst>
              <a:ext uri="{FF2B5EF4-FFF2-40B4-BE49-F238E27FC236}">
                <a16:creationId xmlns:a16="http://schemas.microsoft.com/office/drawing/2014/main" id="{C946C972-1B19-4551-903F-7B84DCE4B3DD}"/>
              </a:ext>
            </a:extLst>
          </p:cNvPr>
          <p:cNvSpPr/>
          <p:nvPr/>
        </p:nvSpPr>
        <p:spPr>
          <a:xfrm>
            <a:off x="3528004" y="2672916"/>
            <a:ext cx="216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6" name="Rechteck 95">
            <a:extLst>
              <a:ext uri="{FF2B5EF4-FFF2-40B4-BE49-F238E27FC236}">
                <a16:creationId xmlns:a16="http://schemas.microsoft.com/office/drawing/2014/main" id="{1351953B-996A-4582-A86C-36EDF5D32DEE}"/>
              </a:ext>
            </a:extLst>
          </p:cNvPr>
          <p:cNvSpPr/>
          <p:nvPr/>
        </p:nvSpPr>
        <p:spPr>
          <a:xfrm>
            <a:off x="3311980" y="2456892"/>
            <a:ext cx="432048" cy="2880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8" name="Rechteck 107">
            <a:extLst>
              <a:ext uri="{FF2B5EF4-FFF2-40B4-BE49-F238E27FC236}">
                <a16:creationId xmlns:a16="http://schemas.microsoft.com/office/drawing/2014/main" id="{962DF210-29E6-4831-9ECB-AC090D6DEE91}"/>
              </a:ext>
            </a:extLst>
          </p:cNvPr>
          <p:cNvSpPr/>
          <p:nvPr/>
        </p:nvSpPr>
        <p:spPr>
          <a:xfrm>
            <a:off x="4824148" y="3212976"/>
            <a:ext cx="288032" cy="72010"/>
          </a:xfrm>
          <a:prstGeom prst="rect">
            <a:avLst/>
          </a:prstGeom>
          <a:solidFill>
            <a:srgbClr val="99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9" name="Rechteck 108">
            <a:extLst>
              <a:ext uri="{FF2B5EF4-FFF2-40B4-BE49-F238E27FC236}">
                <a16:creationId xmlns:a16="http://schemas.microsoft.com/office/drawing/2014/main" id="{A3BDA506-51D8-4C63-98C1-A2D37211A25E}"/>
              </a:ext>
            </a:extLst>
          </p:cNvPr>
          <p:cNvSpPr/>
          <p:nvPr/>
        </p:nvSpPr>
        <p:spPr>
          <a:xfrm>
            <a:off x="4536116" y="3212974"/>
            <a:ext cx="288032"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0" name="Rechteck 109">
            <a:extLst>
              <a:ext uri="{FF2B5EF4-FFF2-40B4-BE49-F238E27FC236}">
                <a16:creationId xmlns:a16="http://schemas.microsoft.com/office/drawing/2014/main" id="{F9AA3EBC-578C-494D-9963-2F66751C2EA5}"/>
              </a:ext>
            </a:extLst>
          </p:cNvPr>
          <p:cNvSpPr/>
          <p:nvPr/>
        </p:nvSpPr>
        <p:spPr>
          <a:xfrm>
            <a:off x="4824148" y="3284984"/>
            <a:ext cx="288032" cy="72008"/>
          </a:xfrm>
          <a:prstGeom prst="rect">
            <a:avLst/>
          </a:prstGeom>
          <a:solidFill>
            <a:srgbClr val="66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1" name="Rechteck 110">
            <a:extLst>
              <a:ext uri="{FF2B5EF4-FFF2-40B4-BE49-F238E27FC236}">
                <a16:creationId xmlns:a16="http://schemas.microsoft.com/office/drawing/2014/main" id="{2AB2AF91-E184-44F6-B72A-07814BB986B4}"/>
              </a:ext>
            </a:extLst>
          </p:cNvPr>
          <p:cNvSpPr/>
          <p:nvPr/>
        </p:nvSpPr>
        <p:spPr>
          <a:xfrm>
            <a:off x="4536116" y="3284982"/>
            <a:ext cx="288032" cy="72008"/>
          </a:xfrm>
          <a:prstGeom prst="rect">
            <a:avLst/>
          </a:prstGeom>
          <a:solidFill>
            <a:srgbClr val="00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2" name="Rechteck 111">
            <a:extLst>
              <a:ext uri="{FF2B5EF4-FFF2-40B4-BE49-F238E27FC236}">
                <a16:creationId xmlns:a16="http://schemas.microsoft.com/office/drawing/2014/main" id="{846939C9-248F-434F-8F7F-8BB76EC3582B}"/>
              </a:ext>
            </a:extLst>
          </p:cNvPr>
          <p:cNvSpPr/>
          <p:nvPr/>
        </p:nvSpPr>
        <p:spPr>
          <a:xfrm>
            <a:off x="4824148" y="3356992"/>
            <a:ext cx="288032" cy="72010"/>
          </a:xfrm>
          <a:prstGeom prst="rect">
            <a:avLst/>
          </a:prstGeom>
          <a:solidFill>
            <a:srgbClr val="4ED24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3" name="Rechteck 112">
            <a:extLst>
              <a:ext uri="{FF2B5EF4-FFF2-40B4-BE49-F238E27FC236}">
                <a16:creationId xmlns:a16="http://schemas.microsoft.com/office/drawing/2014/main" id="{3227A20C-5A6A-40D0-9389-44A57E26C6C9}"/>
              </a:ext>
            </a:extLst>
          </p:cNvPr>
          <p:cNvSpPr/>
          <p:nvPr/>
        </p:nvSpPr>
        <p:spPr>
          <a:xfrm>
            <a:off x="4536116" y="3356990"/>
            <a:ext cx="288032" cy="72010"/>
          </a:xfrm>
          <a:prstGeom prst="rect">
            <a:avLst/>
          </a:prstGeom>
          <a:solidFill>
            <a:srgbClr val="92D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4" name="Rechteck 113">
            <a:extLst>
              <a:ext uri="{FF2B5EF4-FFF2-40B4-BE49-F238E27FC236}">
                <a16:creationId xmlns:a16="http://schemas.microsoft.com/office/drawing/2014/main" id="{3A6B0C9B-847E-44BE-85F8-AC4CD688351A}"/>
              </a:ext>
            </a:extLst>
          </p:cNvPr>
          <p:cNvSpPr/>
          <p:nvPr/>
        </p:nvSpPr>
        <p:spPr>
          <a:xfrm>
            <a:off x="1799812" y="2816932"/>
            <a:ext cx="288032" cy="72010"/>
          </a:xfrm>
          <a:prstGeom prst="rect">
            <a:avLst/>
          </a:prstGeom>
          <a:solidFill>
            <a:srgbClr val="6699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5" name="Rechteck 114">
            <a:extLst>
              <a:ext uri="{FF2B5EF4-FFF2-40B4-BE49-F238E27FC236}">
                <a16:creationId xmlns:a16="http://schemas.microsoft.com/office/drawing/2014/main" id="{2092079D-894B-4B7B-BC38-5595717A3611}"/>
              </a:ext>
            </a:extLst>
          </p:cNvPr>
          <p:cNvSpPr/>
          <p:nvPr/>
        </p:nvSpPr>
        <p:spPr>
          <a:xfrm>
            <a:off x="1799812" y="3356992"/>
            <a:ext cx="288032" cy="144016"/>
          </a:xfrm>
          <a:prstGeom prst="rect">
            <a:avLst/>
          </a:prstGeom>
          <a:solidFill>
            <a:srgbClr val="3366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6" name="Rechteck 115">
            <a:extLst>
              <a:ext uri="{FF2B5EF4-FFF2-40B4-BE49-F238E27FC236}">
                <a16:creationId xmlns:a16="http://schemas.microsoft.com/office/drawing/2014/main" id="{B2C990BC-9C9D-4428-92F8-BA79FF167A7F}"/>
              </a:ext>
            </a:extLst>
          </p:cNvPr>
          <p:cNvSpPr/>
          <p:nvPr/>
        </p:nvSpPr>
        <p:spPr>
          <a:xfrm>
            <a:off x="4536116" y="3140968"/>
            <a:ext cx="576064" cy="2880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18" name="Gerade Verbindung mit Pfeil 117">
            <a:extLst>
              <a:ext uri="{FF2B5EF4-FFF2-40B4-BE49-F238E27FC236}">
                <a16:creationId xmlns:a16="http://schemas.microsoft.com/office/drawing/2014/main" id="{28943618-7387-4F3C-8376-82ABA428A40E}"/>
              </a:ext>
            </a:extLst>
          </p:cNvPr>
          <p:cNvCxnSpPr>
            <a:cxnSpLocks/>
            <a:endCxn id="96" idx="2"/>
          </p:cNvCxnSpPr>
          <p:nvPr/>
        </p:nvCxnSpPr>
        <p:spPr>
          <a:xfrm flipH="1" flipV="1">
            <a:off x="3528004" y="2744924"/>
            <a:ext cx="24" cy="396084"/>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Gerade Verbindung mit Pfeil 118">
            <a:extLst>
              <a:ext uri="{FF2B5EF4-FFF2-40B4-BE49-F238E27FC236}">
                <a16:creationId xmlns:a16="http://schemas.microsoft.com/office/drawing/2014/main" id="{FD30348C-F1DA-4FD0-8504-789A83614929}"/>
              </a:ext>
            </a:extLst>
          </p:cNvPr>
          <p:cNvCxnSpPr>
            <a:cxnSpLocks/>
            <a:stCxn id="6" idx="2"/>
          </p:cNvCxnSpPr>
          <p:nvPr/>
        </p:nvCxnSpPr>
        <p:spPr>
          <a:xfrm flipH="1">
            <a:off x="2555896" y="3284984"/>
            <a:ext cx="828092"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Gerade Verbindung mit Pfeil 120">
            <a:extLst>
              <a:ext uri="{FF2B5EF4-FFF2-40B4-BE49-F238E27FC236}">
                <a16:creationId xmlns:a16="http://schemas.microsoft.com/office/drawing/2014/main" id="{4CBBF9F0-82A0-4398-A990-8C3E17DE909D}"/>
              </a:ext>
            </a:extLst>
          </p:cNvPr>
          <p:cNvCxnSpPr>
            <a:cxnSpLocks/>
          </p:cNvCxnSpPr>
          <p:nvPr/>
        </p:nvCxnSpPr>
        <p:spPr>
          <a:xfrm flipH="1">
            <a:off x="3672020" y="3284984"/>
            <a:ext cx="756084"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Ellipse 5">
            <a:extLst>
              <a:ext uri="{FF2B5EF4-FFF2-40B4-BE49-F238E27FC236}">
                <a16:creationId xmlns:a16="http://schemas.microsoft.com/office/drawing/2014/main" id="{55F0CB72-BE01-4A37-9D2A-CA70E5321227}"/>
              </a:ext>
            </a:extLst>
          </p:cNvPr>
          <p:cNvSpPr/>
          <p:nvPr/>
        </p:nvSpPr>
        <p:spPr>
          <a:xfrm>
            <a:off x="3383988" y="3140968"/>
            <a:ext cx="288032" cy="28803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600" dirty="0">
                <a:solidFill>
                  <a:schemeClr val="tx1"/>
                </a:solidFill>
              </a:rPr>
              <a:t>÷</a:t>
            </a:r>
          </a:p>
        </p:txBody>
      </p:sp>
      <p:sp>
        <p:nvSpPr>
          <p:cNvPr id="128" name="Rechteck 127">
            <a:extLst>
              <a:ext uri="{FF2B5EF4-FFF2-40B4-BE49-F238E27FC236}">
                <a16:creationId xmlns:a16="http://schemas.microsoft.com/office/drawing/2014/main" id="{62D758AF-6178-4B62-84C1-90E90F13FE79}"/>
              </a:ext>
            </a:extLst>
          </p:cNvPr>
          <p:cNvSpPr/>
          <p:nvPr/>
        </p:nvSpPr>
        <p:spPr>
          <a:xfrm>
            <a:off x="1475776" y="227687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Numerator table</a:t>
            </a:r>
          </a:p>
        </p:txBody>
      </p:sp>
      <p:sp>
        <p:nvSpPr>
          <p:cNvPr id="129" name="Rechteck 128">
            <a:extLst>
              <a:ext uri="{FF2B5EF4-FFF2-40B4-BE49-F238E27FC236}">
                <a16:creationId xmlns:a16="http://schemas.microsoft.com/office/drawing/2014/main" id="{B83F275E-C3B9-41E4-BA01-F3FCB482DEBE}"/>
              </a:ext>
            </a:extLst>
          </p:cNvPr>
          <p:cNvSpPr/>
          <p:nvPr/>
        </p:nvSpPr>
        <p:spPr>
          <a:xfrm>
            <a:off x="3275976" y="227687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Denominator table</a:t>
            </a:r>
          </a:p>
        </p:txBody>
      </p:sp>
      <p:sp>
        <p:nvSpPr>
          <p:cNvPr id="130" name="Rechteck 129">
            <a:extLst>
              <a:ext uri="{FF2B5EF4-FFF2-40B4-BE49-F238E27FC236}">
                <a16:creationId xmlns:a16="http://schemas.microsoft.com/office/drawing/2014/main" id="{E4290B15-5F2F-41CD-A95C-BF16CA360ABD}"/>
              </a:ext>
            </a:extLst>
          </p:cNvPr>
          <p:cNvSpPr/>
          <p:nvPr/>
        </p:nvSpPr>
        <p:spPr>
          <a:xfrm>
            <a:off x="4500112" y="296094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Quotient table</a:t>
            </a:r>
          </a:p>
        </p:txBody>
      </p:sp>
    </p:spTree>
    <p:extLst>
      <p:ext uri="{BB962C8B-B14F-4D97-AF65-F5344CB8AC3E}">
        <p14:creationId xmlns:p14="http://schemas.microsoft.com/office/powerpoint/2010/main" val="34990099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Rechteck 295"/>
          <p:cNvSpPr/>
          <p:nvPr/>
        </p:nvSpPr>
        <p:spPr>
          <a:xfrm>
            <a:off x="1115520" y="1556740"/>
            <a:ext cx="144020" cy="15122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2" name="Rechteck 91"/>
          <p:cNvSpPr/>
          <p:nvPr/>
        </p:nvSpPr>
        <p:spPr>
          <a:xfrm>
            <a:off x="683460" y="1556740"/>
            <a:ext cx="288040" cy="15122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 name="Titel 1"/>
          <p:cNvSpPr>
            <a:spLocks noGrp="1"/>
          </p:cNvSpPr>
          <p:nvPr>
            <p:ph type="title"/>
          </p:nvPr>
        </p:nvSpPr>
        <p:spPr/>
        <p:txBody>
          <a:bodyPr/>
          <a:lstStyle/>
          <a:p>
            <a:r>
              <a:rPr lang="en-US" dirty="0"/>
              <a:t>Table Copy Columns</a:t>
            </a:r>
          </a:p>
        </p:txBody>
      </p:sp>
      <p:sp>
        <p:nvSpPr>
          <p:cNvPr id="4" name="Textplatzhalter 3"/>
          <p:cNvSpPr>
            <a:spLocks noGrp="1"/>
          </p:cNvSpPr>
          <p:nvPr>
            <p:ph type="body" sz="quarter" idx="16"/>
          </p:nvPr>
        </p:nvSpPr>
        <p:spPr/>
        <p:txBody>
          <a:bodyPr/>
          <a:lstStyle/>
          <a:p>
            <a:endParaRPr lang="en-US"/>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 (Parameter 1)</a:t>
            </a:r>
          </a:p>
        </p:txBody>
      </p:sp>
      <p:sp>
        <p:nvSpPr>
          <p:cNvPr id="372" name="Rechteck 371"/>
          <p:cNvSpPr/>
          <p:nvPr/>
        </p:nvSpPr>
        <p:spPr>
          <a:xfrm>
            <a:off x="179390" y="1484730"/>
            <a:ext cx="158461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179390" y="1556740"/>
            <a:ext cx="158461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9" name="Rechteck 388"/>
          <p:cNvSpPr/>
          <p:nvPr/>
        </p:nvSpPr>
        <p:spPr>
          <a:xfrm>
            <a:off x="17939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copy columns( )</a:t>
            </a:r>
          </a:p>
        </p:txBody>
      </p:sp>
      <p:sp>
        <p:nvSpPr>
          <p:cNvPr id="363" name="Rechteck 362"/>
          <p:cNvSpPr/>
          <p:nvPr/>
        </p:nvSpPr>
        <p:spPr>
          <a:xfrm>
            <a:off x="4212000" y="1988930"/>
            <a:ext cx="144020" cy="50407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4" name="Rechteck 363"/>
          <p:cNvSpPr/>
          <p:nvPr/>
        </p:nvSpPr>
        <p:spPr>
          <a:xfrm>
            <a:off x="4356020" y="1988930"/>
            <a:ext cx="12239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Existing column(s)</a:t>
            </a:r>
            <a:br>
              <a:rPr lang="en-US" sz="1000" dirty="0">
                <a:solidFill>
                  <a:schemeClr val="tx1"/>
                </a:solidFill>
              </a:rPr>
            </a:br>
            <a:r>
              <a:rPr lang="en-US" sz="1000" dirty="0">
                <a:solidFill>
                  <a:schemeClr val="tx1"/>
                </a:solidFill>
              </a:rPr>
              <a:t>to copy</a:t>
            </a:r>
            <a:br>
              <a:rPr lang="en-US" sz="1000" dirty="0">
                <a:solidFill>
                  <a:schemeClr val="tx1"/>
                </a:solidFill>
              </a:rPr>
            </a:br>
            <a:r>
              <a:rPr lang="en-US" sz="1000" dirty="0">
                <a:solidFill>
                  <a:schemeClr val="tx1"/>
                </a:solidFill>
              </a:rPr>
              <a:t>(Parameter 2)</a:t>
            </a:r>
          </a:p>
        </p:txBody>
      </p:sp>
      <p:cxnSp>
        <p:nvCxnSpPr>
          <p:cNvPr id="375" name="Gerade Verbindung 374"/>
          <p:cNvCxnSpPr>
            <a:endCxn id="45" idx="0"/>
          </p:cNvCxnSpPr>
          <p:nvPr/>
        </p:nvCxnSpPr>
        <p:spPr>
          <a:xfrm>
            <a:off x="180000" y="1557000"/>
            <a:ext cx="1512010" cy="0"/>
          </a:xfrm>
          <a:prstGeom prst="line">
            <a:avLst/>
          </a:prstGeom>
        </p:spPr>
        <p:style>
          <a:lnRef idx="1">
            <a:schemeClr val="accent1"/>
          </a:lnRef>
          <a:fillRef idx="0">
            <a:schemeClr val="accent1"/>
          </a:fillRef>
          <a:effectRef idx="0">
            <a:schemeClr val="accent1"/>
          </a:effectRef>
          <a:fontRef idx="minor">
            <a:schemeClr val="tx1"/>
          </a:fontRef>
        </p:style>
      </p:cxnSp>
      <p:sp>
        <p:nvSpPr>
          <p:cNvPr id="105" name="Rechteck 104"/>
          <p:cNvSpPr/>
          <p:nvPr/>
        </p:nvSpPr>
        <p:spPr>
          <a:xfrm>
            <a:off x="6084000" y="443693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New column headers (parameter 4)</a:t>
            </a:r>
          </a:p>
          <a:p>
            <a:r>
              <a:rPr lang="en-US" sz="1000" dirty="0">
                <a:solidFill>
                  <a:schemeClr val="tx1"/>
                </a:solidFill>
              </a:rPr>
              <a:t>- if existing: Overwrite contents</a:t>
            </a:r>
            <a:br>
              <a:rPr lang="en-US" sz="1000" dirty="0">
                <a:solidFill>
                  <a:schemeClr val="tx1"/>
                </a:solidFill>
              </a:rPr>
            </a:br>
            <a:r>
              <a:rPr lang="en-US" sz="1000" dirty="0">
                <a:solidFill>
                  <a:schemeClr val="tx1"/>
                </a:solidFill>
              </a:rPr>
              <a:t>- if not existing: Create </a:t>
            </a:r>
            <a:r>
              <a:rPr lang="en-US" sz="1000" dirty="0" err="1">
                <a:solidFill>
                  <a:schemeClr val="tx1"/>
                </a:solidFill>
              </a:rPr>
              <a:t>addt’l</a:t>
            </a:r>
            <a:r>
              <a:rPr lang="en-US" sz="1000" dirty="0">
                <a:solidFill>
                  <a:schemeClr val="tx1"/>
                </a:solidFill>
              </a:rPr>
              <a:t> columns</a:t>
            </a:r>
          </a:p>
        </p:txBody>
      </p:sp>
      <p:sp>
        <p:nvSpPr>
          <p:cNvPr id="108" name="Rechteck 107"/>
          <p:cNvSpPr/>
          <p:nvPr/>
        </p:nvSpPr>
        <p:spPr>
          <a:xfrm>
            <a:off x="5940000" y="4436660"/>
            <a:ext cx="144020" cy="50407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 name="Pfeil nach rechts 16"/>
          <p:cNvSpPr/>
          <p:nvPr/>
        </p:nvSpPr>
        <p:spPr>
          <a:xfrm>
            <a:off x="5364000" y="4580660"/>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 name="Rechteck 44"/>
          <p:cNvSpPr/>
          <p:nvPr/>
        </p:nvSpPr>
        <p:spPr>
          <a:xfrm>
            <a:off x="1620000" y="1557000"/>
            <a:ext cx="144020" cy="151221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1" name="Rechteck 50"/>
          <p:cNvSpPr/>
          <p:nvPr/>
        </p:nvSpPr>
        <p:spPr>
          <a:xfrm>
            <a:off x="3060130" y="1557000"/>
            <a:ext cx="144020" cy="15122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2" name="Rechteck 51"/>
          <p:cNvSpPr/>
          <p:nvPr/>
        </p:nvSpPr>
        <p:spPr>
          <a:xfrm>
            <a:off x="2628070" y="1557000"/>
            <a:ext cx="288040" cy="15122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3" name="Rechteck 52"/>
          <p:cNvSpPr/>
          <p:nvPr/>
        </p:nvSpPr>
        <p:spPr>
          <a:xfrm>
            <a:off x="2124000" y="134097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 when completed</a:t>
            </a:r>
          </a:p>
        </p:txBody>
      </p:sp>
      <p:sp>
        <p:nvSpPr>
          <p:cNvPr id="54" name="Rechteck 53"/>
          <p:cNvSpPr/>
          <p:nvPr/>
        </p:nvSpPr>
        <p:spPr>
          <a:xfrm>
            <a:off x="2124000" y="1484990"/>
            <a:ext cx="187200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5" name="Rechteck 54"/>
          <p:cNvSpPr/>
          <p:nvPr/>
        </p:nvSpPr>
        <p:spPr>
          <a:xfrm>
            <a:off x="2124000" y="1557000"/>
            <a:ext cx="187200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7" name="Gerade Verbindung 374"/>
          <p:cNvCxnSpPr/>
          <p:nvPr/>
        </p:nvCxnSpPr>
        <p:spPr>
          <a:xfrm flipV="1">
            <a:off x="2124610" y="1557000"/>
            <a:ext cx="1871390" cy="260"/>
          </a:xfrm>
          <a:prstGeom prst="line">
            <a:avLst/>
          </a:prstGeom>
        </p:spPr>
        <p:style>
          <a:lnRef idx="1">
            <a:schemeClr val="accent1"/>
          </a:lnRef>
          <a:fillRef idx="0">
            <a:schemeClr val="accent1"/>
          </a:fillRef>
          <a:effectRef idx="0">
            <a:schemeClr val="accent1"/>
          </a:effectRef>
          <a:fontRef idx="minor">
            <a:schemeClr val="tx1"/>
          </a:fontRef>
        </p:style>
      </p:cxnSp>
      <p:sp>
        <p:nvSpPr>
          <p:cNvPr id="58" name="Rechteck 57"/>
          <p:cNvSpPr/>
          <p:nvPr/>
        </p:nvSpPr>
        <p:spPr>
          <a:xfrm>
            <a:off x="3564610" y="1557260"/>
            <a:ext cx="144020" cy="15122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9" name="Rechteck 58"/>
          <p:cNvSpPr/>
          <p:nvPr/>
        </p:nvSpPr>
        <p:spPr>
          <a:xfrm>
            <a:off x="3708000" y="1557000"/>
            <a:ext cx="288040" cy="15122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5" name="Pfeil nach rechts 64"/>
          <p:cNvSpPr/>
          <p:nvPr/>
        </p:nvSpPr>
        <p:spPr>
          <a:xfrm>
            <a:off x="1691950" y="2133000"/>
            <a:ext cx="360050" cy="216030"/>
          </a:xfrm>
          <a:prstGeom prst="rightArrow">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66" name="Gerade Verbindung mit Pfeil 65"/>
          <p:cNvCxnSpPr/>
          <p:nvPr/>
        </p:nvCxnSpPr>
        <p:spPr>
          <a:xfrm flipH="1">
            <a:off x="1188000" y="1989000"/>
            <a:ext cx="2448000"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Gerade Verbindung mit Pfeil 4"/>
          <p:cNvCxnSpPr/>
          <p:nvPr/>
        </p:nvCxnSpPr>
        <p:spPr>
          <a:xfrm flipH="1">
            <a:off x="828000" y="1845000"/>
            <a:ext cx="3024000"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Rechteck 70"/>
          <p:cNvSpPr/>
          <p:nvPr/>
        </p:nvSpPr>
        <p:spPr>
          <a:xfrm>
            <a:off x="1115520" y="3716740"/>
            <a:ext cx="144020" cy="15122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2" name="Rechteck 71"/>
          <p:cNvSpPr/>
          <p:nvPr/>
        </p:nvSpPr>
        <p:spPr>
          <a:xfrm>
            <a:off x="683460" y="3716740"/>
            <a:ext cx="288040" cy="15122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3" name="Rechteck 72"/>
          <p:cNvSpPr/>
          <p:nvPr/>
        </p:nvSpPr>
        <p:spPr>
          <a:xfrm>
            <a:off x="179390" y="350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 (Parameter 1)</a:t>
            </a:r>
          </a:p>
        </p:txBody>
      </p:sp>
      <p:sp>
        <p:nvSpPr>
          <p:cNvPr id="75" name="Rechteck 74"/>
          <p:cNvSpPr/>
          <p:nvPr/>
        </p:nvSpPr>
        <p:spPr>
          <a:xfrm>
            <a:off x="179390" y="3644730"/>
            <a:ext cx="158461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6" name="Rechteck 75"/>
          <p:cNvSpPr/>
          <p:nvPr/>
        </p:nvSpPr>
        <p:spPr>
          <a:xfrm>
            <a:off x="179390" y="3716740"/>
            <a:ext cx="158461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7" name="Rechteck 76"/>
          <p:cNvSpPr/>
          <p:nvPr/>
        </p:nvSpPr>
        <p:spPr>
          <a:xfrm>
            <a:off x="179390" y="328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copy columns selected rows( )</a:t>
            </a:r>
          </a:p>
        </p:txBody>
      </p:sp>
      <p:sp>
        <p:nvSpPr>
          <p:cNvPr id="79" name="Rechteck 78"/>
          <p:cNvSpPr/>
          <p:nvPr/>
        </p:nvSpPr>
        <p:spPr>
          <a:xfrm>
            <a:off x="395420" y="3716740"/>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81" name="Gerade Verbindung 374"/>
          <p:cNvCxnSpPr>
            <a:endCxn id="82" idx="0"/>
          </p:cNvCxnSpPr>
          <p:nvPr/>
        </p:nvCxnSpPr>
        <p:spPr>
          <a:xfrm>
            <a:off x="180000" y="3717000"/>
            <a:ext cx="1512010" cy="0"/>
          </a:xfrm>
          <a:prstGeom prst="line">
            <a:avLst/>
          </a:prstGeom>
        </p:spPr>
        <p:style>
          <a:lnRef idx="1">
            <a:schemeClr val="accent1"/>
          </a:lnRef>
          <a:fillRef idx="0">
            <a:schemeClr val="accent1"/>
          </a:fillRef>
          <a:effectRef idx="0">
            <a:schemeClr val="accent1"/>
          </a:effectRef>
          <a:fontRef idx="minor">
            <a:schemeClr val="tx1"/>
          </a:fontRef>
        </p:style>
      </p:cxnSp>
      <p:sp>
        <p:nvSpPr>
          <p:cNvPr id="82" name="Rechteck 81"/>
          <p:cNvSpPr/>
          <p:nvPr/>
        </p:nvSpPr>
        <p:spPr>
          <a:xfrm>
            <a:off x="1620000" y="3717000"/>
            <a:ext cx="144020" cy="151221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3" name="Rechteck 82"/>
          <p:cNvSpPr/>
          <p:nvPr/>
        </p:nvSpPr>
        <p:spPr>
          <a:xfrm>
            <a:off x="3060130" y="3717000"/>
            <a:ext cx="144020" cy="15122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4" name="Rechteck 83"/>
          <p:cNvSpPr/>
          <p:nvPr/>
        </p:nvSpPr>
        <p:spPr>
          <a:xfrm>
            <a:off x="2628070" y="3717000"/>
            <a:ext cx="288040" cy="15122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5" name="Rechteck 84"/>
          <p:cNvSpPr/>
          <p:nvPr/>
        </p:nvSpPr>
        <p:spPr>
          <a:xfrm>
            <a:off x="2124000" y="350097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Target Table (Parameter 1)</a:t>
            </a:r>
          </a:p>
        </p:txBody>
      </p:sp>
      <p:sp>
        <p:nvSpPr>
          <p:cNvPr id="86" name="Rechteck 85"/>
          <p:cNvSpPr/>
          <p:nvPr/>
        </p:nvSpPr>
        <p:spPr>
          <a:xfrm>
            <a:off x="2124000" y="3644990"/>
            <a:ext cx="187200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7" name="Rechteck 86"/>
          <p:cNvSpPr/>
          <p:nvPr/>
        </p:nvSpPr>
        <p:spPr>
          <a:xfrm>
            <a:off x="2124000" y="3717000"/>
            <a:ext cx="187200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8" name="Rechteck 87"/>
          <p:cNvSpPr/>
          <p:nvPr/>
        </p:nvSpPr>
        <p:spPr>
          <a:xfrm>
            <a:off x="2340030" y="3717000"/>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90" name="Gerade Verbindung 374"/>
          <p:cNvCxnSpPr/>
          <p:nvPr/>
        </p:nvCxnSpPr>
        <p:spPr>
          <a:xfrm flipV="1">
            <a:off x="2124610" y="3717000"/>
            <a:ext cx="1871390" cy="260"/>
          </a:xfrm>
          <a:prstGeom prst="line">
            <a:avLst/>
          </a:prstGeom>
        </p:spPr>
        <p:style>
          <a:lnRef idx="1">
            <a:schemeClr val="accent1"/>
          </a:lnRef>
          <a:fillRef idx="0">
            <a:schemeClr val="accent1"/>
          </a:fillRef>
          <a:effectRef idx="0">
            <a:schemeClr val="accent1"/>
          </a:effectRef>
          <a:fontRef idx="minor">
            <a:schemeClr val="tx1"/>
          </a:fontRef>
        </p:style>
      </p:cxnSp>
      <p:sp>
        <p:nvSpPr>
          <p:cNvPr id="91" name="Rechteck 90"/>
          <p:cNvSpPr/>
          <p:nvPr/>
        </p:nvSpPr>
        <p:spPr>
          <a:xfrm>
            <a:off x="3564610" y="3717260"/>
            <a:ext cx="144020" cy="151221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6" name="Rechteck 95"/>
          <p:cNvSpPr/>
          <p:nvPr/>
        </p:nvSpPr>
        <p:spPr>
          <a:xfrm>
            <a:off x="3708000" y="3717000"/>
            <a:ext cx="288040" cy="151221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7" name="Pfeil nach rechts 96"/>
          <p:cNvSpPr/>
          <p:nvPr/>
        </p:nvSpPr>
        <p:spPr>
          <a:xfrm>
            <a:off x="1691950" y="4293000"/>
            <a:ext cx="360050" cy="216030"/>
          </a:xfrm>
          <a:prstGeom prst="rightArrow">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4" name="Rechteck 93"/>
          <p:cNvSpPr/>
          <p:nvPr/>
        </p:nvSpPr>
        <p:spPr>
          <a:xfrm>
            <a:off x="396000" y="479700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1" name="Rechteck 60"/>
          <p:cNvSpPr/>
          <p:nvPr/>
        </p:nvSpPr>
        <p:spPr>
          <a:xfrm>
            <a:off x="1116000" y="47970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2" name="Rechteck 61"/>
          <p:cNvSpPr/>
          <p:nvPr/>
        </p:nvSpPr>
        <p:spPr>
          <a:xfrm>
            <a:off x="684000" y="4797000"/>
            <a:ext cx="288000" cy="72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0" name="Rechteck 99"/>
          <p:cNvSpPr/>
          <p:nvPr/>
        </p:nvSpPr>
        <p:spPr>
          <a:xfrm>
            <a:off x="2628000" y="4797000"/>
            <a:ext cx="288000" cy="72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1" name="Rechteck 100"/>
          <p:cNvSpPr/>
          <p:nvPr/>
        </p:nvSpPr>
        <p:spPr>
          <a:xfrm>
            <a:off x="2340000" y="479700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2" name="Rechteck 101"/>
          <p:cNvSpPr/>
          <p:nvPr/>
        </p:nvSpPr>
        <p:spPr>
          <a:xfrm>
            <a:off x="3060000" y="4797000"/>
            <a:ext cx="144000" cy="72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6" name="Rechteck 105"/>
          <p:cNvSpPr/>
          <p:nvPr/>
        </p:nvSpPr>
        <p:spPr>
          <a:xfrm>
            <a:off x="3564000" y="479700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7" name="Rechteck 106"/>
          <p:cNvSpPr/>
          <p:nvPr/>
        </p:nvSpPr>
        <p:spPr>
          <a:xfrm>
            <a:off x="3708000" y="4797000"/>
            <a:ext cx="288000" cy="72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0" name="Rechteck 109"/>
          <p:cNvSpPr/>
          <p:nvPr/>
        </p:nvSpPr>
        <p:spPr>
          <a:xfrm>
            <a:off x="396000" y="3860990"/>
            <a:ext cx="144000" cy="216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1" name="Rechteck 110"/>
          <p:cNvSpPr/>
          <p:nvPr/>
        </p:nvSpPr>
        <p:spPr>
          <a:xfrm>
            <a:off x="1116000" y="3860990"/>
            <a:ext cx="144000" cy="216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2" name="Rechteck 111"/>
          <p:cNvSpPr/>
          <p:nvPr/>
        </p:nvSpPr>
        <p:spPr>
          <a:xfrm>
            <a:off x="684000" y="3860990"/>
            <a:ext cx="288000" cy="21598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3" name="Rechteck 112"/>
          <p:cNvSpPr/>
          <p:nvPr/>
        </p:nvSpPr>
        <p:spPr>
          <a:xfrm>
            <a:off x="2628000" y="3860990"/>
            <a:ext cx="288000" cy="21598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8" name="Rechteck 117"/>
          <p:cNvSpPr/>
          <p:nvPr/>
        </p:nvSpPr>
        <p:spPr>
          <a:xfrm>
            <a:off x="2340000" y="3860990"/>
            <a:ext cx="144000" cy="216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9" name="Rechteck 118"/>
          <p:cNvSpPr/>
          <p:nvPr/>
        </p:nvSpPr>
        <p:spPr>
          <a:xfrm>
            <a:off x="3060000" y="3860990"/>
            <a:ext cx="144000" cy="21601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1" name="Rechteck 120"/>
          <p:cNvSpPr/>
          <p:nvPr/>
        </p:nvSpPr>
        <p:spPr>
          <a:xfrm>
            <a:off x="3564000" y="3860990"/>
            <a:ext cx="144000" cy="216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2" name="Rechteck 121"/>
          <p:cNvSpPr/>
          <p:nvPr/>
        </p:nvSpPr>
        <p:spPr>
          <a:xfrm>
            <a:off x="3708000" y="3860990"/>
            <a:ext cx="288000" cy="21598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3" name="Rechteck 122"/>
          <p:cNvSpPr/>
          <p:nvPr/>
        </p:nvSpPr>
        <p:spPr>
          <a:xfrm>
            <a:off x="396000" y="414900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4" name="Rechteck 123"/>
          <p:cNvSpPr/>
          <p:nvPr/>
        </p:nvSpPr>
        <p:spPr>
          <a:xfrm>
            <a:off x="1116000" y="414900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5" name="Rechteck 124"/>
          <p:cNvSpPr/>
          <p:nvPr/>
        </p:nvSpPr>
        <p:spPr>
          <a:xfrm>
            <a:off x="684000" y="4149000"/>
            <a:ext cx="288000" cy="14398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6" name="Rechteck 125"/>
          <p:cNvSpPr/>
          <p:nvPr/>
        </p:nvSpPr>
        <p:spPr>
          <a:xfrm>
            <a:off x="2628000" y="4149000"/>
            <a:ext cx="288000" cy="14398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7" name="Rechteck 126"/>
          <p:cNvSpPr/>
          <p:nvPr/>
        </p:nvSpPr>
        <p:spPr>
          <a:xfrm>
            <a:off x="2340000" y="414900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8" name="Rechteck 127"/>
          <p:cNvSpPr/>
          <p:nvPr/>
        </p:nvSpPr>
        <p:spPr>
          <a:xfrm>
            <a:off x="3060000" y="414900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0" name="Rechteck 129"/>
          <p:cNvSpPr/>
          <p:nvPr/>
        </p:nvSpPr>
        <p:spPr>
          <a:xfrm>
            <a:off x="3564000" y="4149000"/>
            <a:ext cx="144000" cy="144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1" name="Rechteck 130"/>
          <p:cNvSpPr/>
          <p:nvPr/>
        </p:nvSpPr>
        <p:spPr>
          <a:xfrm>
            <a:off x="3708000" y="4149000"/>
            <a:ext cx="288000" cy="14398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2" name="Rechteck 131"/>
          <p:cNvSpPr/>
          <p:nvPr/>
        </p:nvSpPr>
        <p:spPr>
          <a:xfrm>
            <a:off x="396000" y="458100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3" name="Rechteck 132"/>
          <p:cNvSpPr/>
          <p:nvPr/>
        </p:nvSpPr>
        <p:spPr>
          <a:xfrm>
            <a:off x="1116000" y="458100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4" name="Rechteck 133"/>
          <p:cNvSpPr/>
          <p:nvPr/>
        </p:nvSpPr>
        <p:spPr>
          <a:xfrm>
            <a:off x="684000" y="4581000"/>
            <a:ext cx="288000" cy="14398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5" name="Rechteck 134"/>
          <p:cNvSpPr/>
          <p:nvPr/>
        </p:nvSpPr>
        <p:spPr>
          <a:xfrm>
            <a:off x="2628000" y="4581000"/>
            <a:ext cx="288000" cy="14398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6" name="Rechteck 135"/>
          <p:cNvSpPr/>
          <p:nvPr/>
        </p:nvSpPr>
        <p:spPr>
          <a:xfrm>
            <a:off x="2340000" y="4581000"/>
            <a:ext cx="144000" cy="14400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7" name="Rechteck 136"/>
          <p:cNvSpPr/>
          <p:nvPr/>
        </p:nvSpPr>
        <p:spPr>
          <a:xfrm>
            <a:off x="3060000" y="4581000"/>
            <a:ext cx="144000" cy="14400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9" name="Rechteck 138"/>
          <p:cNvSpPr/>
          <p:nvPr/>
        </p:nvSpPr>
        <p:spPr>
          <a:xfrm>
            <a:off x="3564000" y="4581000"/>
            <a:ext cx="144000" cy="14400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0" name="Rechteck 139"/>
          <p:cNvSpPr/>
          <p:nvPr/>
        </p:nvSpPr>
        <p:spPr>
          <a:xfrm>
            <a:off x="3708000" y="4581000"/>
            <a:ext cx="288000" cy="14398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98" name="Gerade Verbindung mit Pfeil 97"/>
          <p:cNvCxnSpPr>
            <a:endCxn id="124" idx="3"/>
          </p:cNvCxnSpPr>
          <p:nvPr/>
        </p:nvCxnSpPr>
        <p:spPr>
          <a:xfrm flipH="1">
            <a:off x="1260000" y="4221000"/>
            <a:ext cx="2376000"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Gerade Verbindung mit Pfeil 98"/>
          <p:cNvCxnSpPr/>
          <p:nvPr/>
        </p:nvCxnSpPr>
        <p:spPr>
          <a:xfrm flipH="1">
            <a:off x="828000" y="4005000"/>
            <a:ext cx="3024000"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1" name="Rechteck 140"/>
          <p:cNvSpPr/>
          <p:nvPr/>
        </p:nvSpPr>
        <p:spPr>
          <a:xfrm>
            <a:off x="4212000" y="364500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2" name="Rechteck 141"/>
          <p:cNvSpPr/>
          <p:nvPr/>
        </p:nvSpPr>
        <p:spPr>
          <a:xfrm>
            <a:off x="4356020" y="3645000"/>
            <a:ext cx="12239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Column included in</a:t>
            </a:r>
          </a:p>
          <a:p>
            <a:r>
              <a:rPr lang="en-US" sz="1000" dirty="0">
                <a:solidFill>
                  <a:schemeClr val="tx1"/>
                </a:solidFill>
              </a:rPr>
              <a:t>the expression</a:t>
            </a:r>
            <a:br>
              <a:rPr lang="en-US" sz="1000" dirty="0">
                <a:solidFill>
                  <a:schemeClr val="tx1"/>
                </a:solidFill>
              </a:rPr>
            </a:br>
            <a:r>
              <a:rPr lang="en-US" sz="1000" dirty="0">
                <a:solidFill>
                  <a:schemeClr val="tx1"/>
                </a:solidFill>
              </a:rPr>
              <a:t>to select the rows</a:t>
            </a:r>
            <a:br>
              <a:rPr lang="en-US" sz="1000" dirty="0">
                <a:solidFill>
                  <a:schemeClr val="tx1"/>
                </a:solidFill>
              </a:rPr>
            </a:br>
            <a:r>
              <a:rPr lang="en-US" sz="1000" dirty="0">
                <a:solidFill>
                  <a:schemeClr val="tx1"/>
                </a:solidFill>
              </a:rPr>
              <a:t>(Parameter 2)</a:t>
            </a:r>
          </a:p>
        </p:txBody>
      </p:sp>
      <p:sp>
        <p:nvSpPr>
          <p:cNvPr id="143" name="Rechteck 142"/>
          <p:cNvSpPr/>
          <p:nvPr/>
        </p:nvSpPr>
        <p:spPr>
          <a:xfrm>
            <a:off x="4212000" y="4437270"/>
            <a:ext cx="144020" cy="504070"/>
          </a:xfrm>
          <a:prstGeom prst="rect">
            <a:avLst/>
          </a:prstGeom>
          <a:solidFill>
            <a:schemeClr val="bg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4" name="Rechteck 143"/>
          <p:cNvSpPr/>
          <p:nvPr/>
        </p:nvSpPr>
        <p:spPr>
          <a:xfrm>
            <a:off x="4356020" y="4437270"/>
            <a:ext cx="12239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Existing column(s)</a:t>
            </a:r>
            <a:br>
              <a:rPr lang="en-US" sz="1000" dirty="0">
                <a:solidFill>
                  <a:schemeClr val="tx1"/>
                </a:solidFill>
              </a:rPr>
            </a:br>
            <a:r>
              <a:rPr lang="en-US" sz="1000" dirty="0">
                <a:solidFill>
                  <a:schemeClr val="tx1"/>
                </a:solidFill>
              </a:rPr>
              <a:t>to copy</a:t>
            </a:r>
            <a:br>
              <a:rPr lang="en-US" sz="1000" dirty="0">
                <a:solidFill>
                  <a:schemeClr val="tx1"/>
                </a:solidFill>
              </a:rPr>
            </a:br>
            <a:r>
              <a:rPr lang="en-US" sz="1000" dirty="0">
                <a:solidFill>
                  <a:schemeClr val="tx1"/>
                </a:solidFill>
              </a:rPr>
              <a:t>(Parameter 3)</a:t>
            </a:r>
          </a:p>
        </p:txBody>
      </p:sp>
      <p:sp>
        <p:nvSpPr>
          <p:cNvPr id="151" name="Rechteck 150"/>
          <p:cNvSpPr/>
          <p:nvPr/>
        </p:nvSpPr>
        <p:spPr>
          <a:xfrm>
            <a:off x="6084000" y="198893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New column headers (parameter 3)</a:t>
            </a:r>
          </a:p>
          <a:p>
            <a:r>
              <a:rPr lang="en-US" sz="1000" dirty="0">
                <a:solidFill>
                  <a:schemeClr val="tx1"/>
                </a:solidFill>
              </a:rPr>
              <a:t>- if existing: Overwrite contents</a:t>
            </a:r>
            <a:br>
              <a:rPr lang="en-US" sz="1000" dirty="0">
                <a:solidFill>
                  <a:schemeClr val="tx1"/>
                </a:solidFill>
              </a:rPr>
            </a:br>
            <a:r>
              <a:rPr lang="en-US" sz="1000" dirty="0">
                <a:solidFill>
                  <a:schemeClr val="tx1"/>
                </a:solidFill>
              </a:rPr>
              <a:t>- if not existing: Create </a:t>
            </a:r>
            <a:r>
              <a:rPr lang="en-US" sz="1000" dirty="0" err="1">
                <a:solidFill>
                  <a:schemeClr val="tx1"/>
                </a:solidFill>
              </a:rPr>
              <a:t>addt’l</a:t>
            </a:r>
            <a:r>
              <a:rPr lang="en-US" sz="1000" dirty="0">
                <a:solidFill>
                  <a:schemeClr val="tx1"/>
                </a:solidFill>
              </a:rPr>
              <a:t> columns</a:t>
            </a:r>
          </a:p>
        </p:txBody>
      </p:sp>
      <p:sp>
        <p:nvSpPr>
          <p:cNvPr id="152" name="Pfeil nach rechts 151"/>
          <p:cNvSpPr/>
          <p:nvPr/>
        </p:nvSpPr>
        <p:spPr>
          <a:xfrm>
            <a:off x="5364000" y="2132660"/>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p:cNvSpPr/>
          <p:nvPr/>
        </p:nvSpPr>
        <p:spPr>
          <a:xfrm>
            <a:off x="5940000" y="1989000"/>
            <a:ext cx="144020" cy="504070"/>
          </a:xfrm>
          <a:prstGeom prst="rect">
            <a:avLst/>
          </a:prstGeom>
          <a:solidFill>
            <a:srgbClr val="C1D4EE"/>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Tree>
    <p:extLst>
      <p:ext uri="{BB962C8B-B14F-4D97-AF65-F5344CB8AC3E}">
        <p14:creationId xmlns:p14="http://schemas.microsoft.com/office/powerpoint/2010/main" val="33288487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Table Lookup</a:t>
            </a:r>
          </a:p>
        </p:txBody>
      </p:sp>
      <p:sp>
        <p:nvSpPr>
          <p:cNvPr id="4" name="Textplatzhalter 3"/>
          <p:cNvSpPr>
            <a:spLocks noGrp="1"/>
          </p:cNvSpPr>
          <p:nvPr>
            <p:ph type="body" sz="quarter" idx="16"/>
          </p:nvPr>
        </p:nvSpPr>
        <p:spPr/>
        <p:txBody>
          <a:bodyPr/>
          <a:lstStyle/>
          <a:p>
            <a:endParaRPr lang="en-US"/>
          </a:p>
        </p:txBody>
      </p:sp>
      <p:sp>
        <p:nvSpPr>
          <p:cNvPr id="106" name="Rechteck 105">
            <a:extLst>
              <a:ext uri="{FF2B5EF4-FFF2-40B4-BE49-F238E27FC236}">
                <a16:creationId xmlns:a16="http://schemas.microsoft.com/office/drawing/2014/main" id="{4DFE7B9B-A63C-43F9-A3EC-16CD380928BF}"/>
              </a:ext>
            </a:extLst>
          </p:cNvPr>
          <p:cNvSpPr/>
          <p:nvPr/>
        </p:nvSpPr>
        <p:spPr>
          <a:xfrm>
            <a:off x="1115642" y="1196764"/>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1" name="Rechteck 110">
            <a:extLst>
              <a:ext uri="{FF2B5EF4-FFF2-40B4-BE49-F238E27FC236}">
                <a16:creationId xmlns:a16="http://schemas.microsoft.com/office/drawing/2014/main" id="{31D74F90-7555-4CDE-A288-10E9787A4D7F}"/>
              </a:ext>
            </a:extLst>
          </p:cNvPr>
          <p:cNvSpPr/>
          <p:nvPr/>
        </p:nvSpPr>
        <p:spPr>
          <a:xfrm>
            <a:off x="683582" y="1196764"/>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8" name="Rechteck 117">
            <a:extLst>
              <a:ext uri="{FF2B5EF4-FFF2-40B4-BE49-F238E27FC236}">
                <a16:creationId xmlns:a16="http://schemas.microsoft.com/office/drawing/2014/main" id="{AC5D84EC-A16E-4EF1-9EFD-0BB5414BEF8F}"/>
              </a:ext>
            </a:extLst>
          </p:cNvPr>
          <p:cNvSpPr/>
          <p:nvPr/>
        </p:nvSpPr>
        <p:spPr>
          <a:xfrm>
            <a:off x="179512" y="94473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(Parameter 1)</a:t>
            </a:r>
          </a:p>
        </p:txBody>
      </p:sp>
      <p:sp>
        <p:nvSpPr>
          <p:cNvPr id="119" name="Rechteck 118">
            <a:extLst>
              <a:ext uri="{FF2B5EF4-FFF2-40B4-BE49-F238E27FC236}">
                <a16:creationId xmlns:a16="http://schemas.microsoft.com/office/drawing/2014/main" id="{BF5D649A-103A-4625-8E1D-198451E4F014}"/>
              </a:ext>
            </a:extLst>
          </p:cNvPr>
          <p:cNvSpPr/>
          <p:nvPr/>
        </p:nvSpPr>
        <p:spPr>
          <a:xfrm>
            <a:off x="2123782" y="94473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 </a:t>
            </a:r>
            <a:r>
              <a:rPr lang="en-US" sz="1000" dirty="0">
                <a:solidFill>
                  <a:schemeClr val="tx1"/>
                </a:solidFill>
              </a:rPr>
              <a:t>(Parameter 4)</a:t>
            </a:r>
          </a:p>
        </p:txBody>
      </p:sp>
      <p:sp>
        <p:nvSpPr>
          <p:cNvPr id="120" name="Rechteck 119">
            <a:extLst>
              <a:ext uri="{FF2B5EF4-FFF2-40B4-BE49-F238E27FC236}">
                <a16:creationId xmlns:a16="http://schemas.microsoft.com/office/drawing/2014/main" id="{EEB8911E-46B6-4744-847F-0D043621B563}"/>
              </a:ext>
            </a:extLst>
          </p:cNvPr>
          <p:cNvSpPr/>
          <p:nvPr/>
        </p:nvSpPr>
        <p:spPr>
          <a:xfrm>
            <a:off x="179512" y="1124754"/>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1" name="Rechteck 120">
            <a:extLst>
              <a:ext uri="{FF2B5EF4-FFF2-40B4-BE49-F238E27FC236}">
                <a16:creationId xmlns:a16="http://schemas.microsoft.com/office/drawing/2014/main" id="{2F2D88E2-32B5-4FF4-B9F1-CAF36293572F}"/>
              </a:ext>
            </a:extLst>
          </p:cNvPr>
          <p:cNvSpPr/>
          <p:nvPr/>
        </p:nvSpPr>
        <p:spPr>
          <a:xfrm>
            <a:off x="179512" y="1196764"/>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2" name="Rechteck 121">
            <a:extLst>
              <a:ext uri="{FF2B5EF4-FFF2-40B4-BE49-F238E27FC236}">
                <a16:creationId xmlns:a16="http://schemas.microsoft.com/office/drawing/2014/main" id="{AFEC6875-81DB-43DF-832F-C9491F8CF8D6}"/>
              </a:ext>
            </a:extLst>
          </p:cNvPr>
          <p:cNvSpPr/>
          <p:nvPr/>
        </p:nvSpPr>
        <p:spPr>
          <a:xfrm>
            <a:off x="179512" y="7287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lookup, table lookup ignore case, table lookup top down, table lookup top down ignore case:</a:t>
            </a:r>
          </a:p>
        </p:txBody>
      </p:sp>
      <p:sp>
        <p:nvSpPr>
          <p:cNvPr id="123" name="Rechteck 122">
            <a:extLst>
              <a:ext uri="{FF2B5EF4-FFF2-40B4-BE49-F238E27FC236}">
                <a16:creationId xmlns:a16="http://schemas.microsoft.com/office/drawing/2014/main" id="{72FE7000-9C4B-413A-8B9E-B927325D7D59}"/>
              </a:ext>
            </a:extLst>
          </p:cNvPr>
          <p:cNvSpPr/>
          <p:nvPr/>
        </p:nvSpPr>
        <p:spPr>
          <a:xfrm>
            <a:off x="6192232" y="1736812"/>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4" name="Rechteck 123">
            <a:extLst>
              <a:ext uri="{FF2B5EF4-FFF2-40B4-BE49-F238E27FC236}">
                <a16:creationId xmlns:a16="http://schemas.microsoft.com/office/drawing/2014/main" id="{A7F9231E-CF94-4A51-842D-701BC262F764}"/>
              </a:ext>
            </a:extLst>
          </p:cNvPr>
          <p:cNvSpPr/>
          <p:nvPr/>
        </p:nvSpPr>
        <p:spPr>
          <a:xfrm>
            <a:off x="4319976" y="1736812"/>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Destination column</a:t>
            </a:r>
          </a:p>
          <a:p>
            <a:r>
              <a:rPr lang="en-US" sz="1000" dirty="0">
                <a:solidFill>
                  <a:schemeClr val="tx1"/>
                </a:solidFill>
              </a:rPr>
              <a:t>(Parameter 3)</a:t>
            </a:r>
          </a:p>
        </p:txBody>
      </p:sp>
      <p:sp>
        <p:nvSpPr>
          <p:cNvPr id="125" name="Rechteck 124">
            <a:extLst>
              <a:ext uri="{FF2B5EF4-FFF2-40B4-BE49-F238E27FC236}">
                <a16:creationId xmlns:a16="http://schemas.microsoft.com/office/drawing/2014/main" id="{40AB7F52-6268-43DF-A045-F8458F14C8AE}"/>
              </a:ext>
            </a:extLst>
          </p:cNvPr>
          <p:cNvSpPr/>
          <p:nvPr/>
        </p:nvSpPr>
        <p:spPr>
          <a:xfrm>
            <a:off x="395542" y="1196764"/>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6" name="Rechteck 125">
            <a:extLst>
              <a:ext uri="{FF2B5EF4-FFF2-40B4-BE49-F238E27FC236}">
                <a16:creationId xmlns:a16="http://schemas.microsoft.com/office/drawing/2014/main" id="{1F1054C5-9E4E-4269-A76E-631700A32908}"/>
              </a:ext>
            </a:extLst>
          </p:cNvPr>
          <p:cNvSpPr/>
          <p:nvPr/>
        </p:nvSpPr>
        <p:spPr>
          <a:xfrm>
            <a:off x="4175956" y="1124744"/>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7" name="Rechteck 126">
            <a:extLst>
              <a:ext uri="{FF2B5EF4-FFF2-40B4-BE49-F238E27FC236}">
                <a16:creationId xmlns:a16="http://schemas.microsoft.com/office/drawing/2014/main" id="{DC783058-D8EE-4177-9B56-65DF33101A1E}"/>
              </a:ext>
            </a:extLst>
          </p:cNvPr>
          <p:cNvSpPr/>
          <p:nvPr/>
        </p:nvSpPr>
        <p:spPr>
          <a:xfrm>
            <a:off x="4319976" y="1124744"/>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Input column</a:t>
            </a:r>
            <a:br>
              <a:rPr lang="en-US" sz="1000" dirty="0">
                <a:solidFill>
                  <a:schemeClr val="tx1"/>
                </a:solidFill>
              </a:rPr>
            </a:br>
            <a:r>
              <a:rPr lang="en-US" sz="1000" dirty="0">
                <a:solidFill>
                  <a:schemeClr val="tx1"/>
                </a:solidFill>
              </a:rPr>
              <a:t>(Parameter 2)</a:t>
            </a:r>
          </a:p>
        </p:txBody>
      </p:sp>
      <p:cxnSp>
        <p:nvCxnSpPr>
          <p:cNvPr id="129" name="Gerade Verbindung 374">
            <a:extLst>
              <a:ext uri="{FF2B5EF4-FFF2-40B4-BE49-F238E27FC236}">
                <a16:creationId xmlns:a16="http://schemas.microsoft.com/office/drawing/2014/main" id="{2E809B45-B8E3-4D25-B175-92590613E200}"/>
              </a:ext>
            </a:extLst>
          </p:cNvPr>
          <p:cNvCxnSpPr/>
          <p:nvPr/>
        </p:nvCxnSpPr>
        <p:spPr>
          <a:xfrm>
            <a:off x="179512" y="1196764"/>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43" name="Rechteck 142">
            <a:extLst>
              <a:ext uri="{FF2B5EF4-FFF2-40B4-BE49-F238E27FC236}">
                <a16:creationId xmlns:a16="http://schemas.microsoft.com/office/drawing/2014/main" id="{ED6B6138-073B-4F69-B424-FE2468CD161E}"/>
              </a:ext>
            </a:extLst>
          </p:cNvPr>
          <p:cNvSpPr/>
          <p:nvPr/>
        </p:nvSpPr>
        <p:spPr>
          <a:xfrm>
            <a:off x="4175956" y="1736812"/>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4" name="Rechteck 143">
            <a:extLst>
              <a:ext uri="{FF2B5EF4-FFF2-40B4-BE49-F238E27FC236}">
                <a16:creationId xmlns:a16="http://schemas.microsoft.com/office/drawing/2014/main" id="{805788D5-6363-42A1-87DE-55DFA79BD113}"/>
              </a:ext>
            </a:extLst>
          </p:cNvPr>
          <p:cNvSpPr/>
          <p:nvPr/>
        </p:nvSpPr>
        <p:spPr>
          <a:xfrm>
            <a:off x="6336252" y="1736812"/>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Output column</a:t>
            </a:r>
          </a:p>
          <a:p>
            <a:r>
              <a:rPr lang="en-US" sz="1000" dirty="0">
                <a:solidFill>
                  <a:schemeClr val="tx1"/>
                </a:solidFill>
              </a:rPr>
              <a:t>(Parameter 6)</a:t>
            </a:r>
          </a:p>
        </p:txBody>
      </p:sp>
      <p:sp>
        <p:nvSpPr>
          <p:cNvPr id="145" name="Rechteck 144">
            <a:extLst>
              <a:ext uri="{FF2B5EF4-FFF2-40B4-BE49-F238E27FC236}">
                <a16:creationId xmlns:a16="http://schemas.microsoft.com/office/drawing/2014/main" id="{A26AA71E-87E3-410E-AD2A-CDF90D4FF614}"/>
              </a:ext>
            </a:extLst>
          </p:cNvPr>
          <p:cNvSpPr/>
          <p:nvPr/>
        </p:nvSpPr>
        <p:spPr>
          <a:xfrm>
            <a:off x="6192232" y="1124744"/>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6" name="Rechteck 145">
            <a:extLst>
              <a:ext uri="{FF2B5EF4-FFF2-40B4-BE49-F238E27FC236}">
                <a16:creationId xmlns:a16="http://schemas.microsoft.com/office/drawing/2014/main" id="{A5C44B12-E804-4661-958D-E415F78B32AA}"/>
              </a:ext>
            </a:extLst>
          </p:cNvPr>
          <p:cNvSpPr/>
          <p:nvPr/>
        </p:nvSpPr>
        <p:spPr>
          <a:xfrm>
            <a:off x="6336252" y="1124744"/>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Search column</a:t>
            </a:r>
          </a:p>
          <a:p>
            <a:r>
              <a:rPr lang="en-US" sz="1000" dirty="0">
                <a:solidFill>
                  <a:schemeClr val="tx1"/>
                </a:solidFill>
              </a:rPr>
              <a:t>(Parameter 5)</a:t>
            </a:r>
          </a:p>
        </p:txBody>
      </p:sp>
      <p:sp>
        <p:nvSpPr>
          <p:cNvPr id="147" name="Pfeil nach rechts 16">
            <a:extLst>
              <a:ext uri="{FF2B5EF4-FFF2-40B4-BE49-F238E27FC236}">
                <a16:creationId xmlns:a16="http://schemas.microsoft.com/office/drawing/2014/main" id="{6A8BC9BD-63A4-4232-A183-69B19A711F62}"/>
              </a:ext>
            </a:extLst>
          </p:cNvPr>
          <p:cNvSpPr/>
          <p:nvPr/>
        </p:nvSpPr>
        <p:spPr>
          <a:xfrm flipH="1">
            <a:off x="5616152" y="1952842"/>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Pfeil nach links und rechts 17">
            <a:extLst>
              <a:ext uri="{FF2B5EF4-FFF2-40B4-BE49-F238E27FC236}">
                <a16:creationId xmlns:a16="http://schemas.microsoft.com/office/drawing/2014/main" id="{50BA1F59-2103-41B9-A345-DD2686DB5E82}"/>
              </a:ext>
            </a:extLst>
          </p:cNvPr>
          <p:cNvSpPr/>
          <p:nvPr/>
        </p:nvSpPr>
        <p:spPr>
          <a:xfrm>
            <a:off x="5616152" y="1268764"/>
            <a:ext cx="360050" cy="216030"/>
          </a:xfrm>
          <a:prstGeom prst="lef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0" name="Rechteck 149">
            <a:extLst>
              <a:ext uri="{FF2B5EF4-FFF2-40B4-BE49-F238E27FC236}">
                <a16:creationId xmlns:a16="http://schemas.microsoft.com/office/drawing/2014/main" id="{28A9CAC1-964A-46CB-BF66-412C59EC1717}"/>
              </a:ext>
            </a:extLst>
          </p:cNvPr>
          <p:cNvSpPr/>
          <p:nvPr/>
        </p:nvSpPr>
        <p:spPr>
          <a:xfrm>
            <a:off x="6192064" y="2384884"/>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a:extLst>
              <a:ext uri="{FF2B5EF4-FFF2-40B4-BE49-F238E27FC236}">
                <a16:creationId xmlns:a16="http://schemas.microsoft.com/office/drawing/2014/main" id="{691405A4-1709-412A-AFE7-8BF55BEBC718}"/>
              </a:ext>
            </a:extLst>
          </p:cNvPr>
          <p:cNvSpPr/>
          <p:nvPr/>
        </p:nvSpPr>
        <p:spPr>
          <a:xfrm>
            <a:off x="6336084" y="2384884"/>
            <a:ext cx="122423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Counter column</a:t>
            </a:r>
          </a:p>
          <a:p>
            <a:r>
              <a:rPr lang="en-US" sz="1000" dirty="0">
                <a:solidFill>
                  <a:schemeClr val="tx1"/>
                </a:solidFill>
              </a:rPr>
              <a:t>(Parameter 8)</a:t>
            </a:r>
          </a:p>
          <a:p>
            <a:r>
              <a:rPr lang="en-US" sz="1000" dirty="0">
                <a:solidFill>
                  <a:schemeClr val="tx1"/>
                </a:solidFill>
              </a:rPr>
              <a:t>optional</a:t>
            </a:r>
          </a:p>
        </p:txBody>
      </p:sp>
      <p:sp>
        <p:nvSpPr>
          <p:cNvPr id="152" name="Rechteck 151">
            <a:extLst>
              <a:ext uri="{FF2B5EF4-FFF2-40B4-BE49-F238E27FC236}">
                <a16:creationId xmlns:a16="http://schemas.microsoft.com/office/drawing/2014/main" id="{1B0F73C0-51B0-4B7D-95F5-62583C89B76C}"/>
              </a:ext>
            </a:extLst>
          </p:cNvPr>
          <p:cNvSpPr/>
          <p:nvPr/>
        </p:nvSpPr>
        <p:spPr>
          <a:xfrm>
            <a:off x="5399976" y="1520788"/>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Compared</a:t>
            </a:r>
          </a:p>
        </p:txBody>
      </p:sp>
      <p:sp>
        <p:nvSpPr>
          <p:cNvPr id="153" name="Rechteck 152">
            <a:extLst>
              <a:ext uri="{FF2B5EF4-FFF2-40B4-BE49-F238E27FC236}">
                <a16:creationId xmlns:a16="http://schemas.microsoft.com/office/drawing/2014/main" id="{C928E0C1-831A-488D-B8A5-C401C06CACE5}"/>
              </a:ext>
            </a:extLst>
          </p:cNvPr>
          <p:cNvSpPr/>
          <p:nvPr/>
        </p:nvSpPr>
        <p:spPr>
          <a:xfrm>
            <a:off x="5399976" y="2204836"/>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Transferred</a:t>
            </a:r>
          </a:p>
        </p:txBody>
      </p:sp>
      <p:sp>
        <p:nvSpPr>
          <p:cNvPr id="154" name="Rechteck 153">
            <a:extLst>
              <a:ext uri="{FF2B5EF4-FFF2-40B4-BE49-F238E27FC236}">
                <a16:creationId xmlns:a16="http://schemas.microsoft.com/office/drawing/2014/main" id="{2529B569-337D-4DB0-8AC9-B41E4AC42DE7}"/>
              </a:ext>
            </a:extLst>
          </p:cNvPr>
          <p:cNvSpPr/>
          <p:nvPr/>
        </p:nvSpPr>
        <p:spPr>
          <a:xfrm>
            <a:off x="4103948" y="94472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a:t>
            </a:r>
          </a:p>
        </p:txBody>
      </p:sp>
      <p:sp>
        <p:nvSpPr>
          <p:cNvPr id="155" name="Rechteck 154">
            <a:extLst>
              <a:ext uri="{FF2B5EF4-FFF2-40B4-BE49-F238E27FC236}">
                <a16:creationId xmlns:a16="http://schemas.microsoft.com/office/drawing/2014/main" id="{386D9EB1-1B6D-43DA-9E8A-FD637CCB9BE0}"/>
              </a:ext>
            </a:extLst>
          </p:cNvPr>
          <p:cNvSpPr/>
          <p:nvPr/>
        </p:nvSpPr>
        <p:spPr>
          <a:xfrm>
            <a:off x="6156176" y="94472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a:t>
            </a:r>
          </a:p>
        </p:txBody>
      </p:sp>
      <p:sp>
        <p:nvSpPr>
          <p:cNvPr id="3" name="Ellipse 2">
            <a:extLst>
              <a:ext uri="{FF2B5EF4-FFF2-40B4-BE49-F238E27FC236}">
                <a16:creationId xmlns:a16="http://schemas.microsoft.com/office/drawing/2014/main" id="{067E9635-51CF-4968-A770-54C53850696A}"/>
              </a:ext>
            </a:extLst>
          </p:cNvPr>
          <p:cNvSpPr/>
          <p:nvPr/>
        </p:nvSpPr>
        <p:spPr>
          <a:xfrm>
            <a:off x="5724128" y="245689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000" dirty="0">
                <a:solidFill>
                  <a:schemeClr val="tx1"/>
                </a:solidFill>
              </a:rPr>
              <a:t>+1</a:t>
            </a:r>
          </a:p>
        </p:txBody>
      </p:sp>
      <p:sp>
        <p:nvSpPr>
          <p:cNvPr id="202" name="Rechteck 201">
            <a:extLst>
              <a:ext uri="{FF2B5EF4-FFF2-40B4-BE49-F238E27FC236}">
                <a16:creationId xmlns:a16="http://schemas.microsoft.com/office/drawing/2014/main" id="{9DF86643-95DF-4583-8F68-C720169C381B}"/>
              </a:ext>
            </a:extLst>
          </p:cNvPr>
          <p:cNvSpPr/>
          <p:nvPr/>
        </p:nvSpPr>
        <p:spPr>
          <a:xfrm>
            <a:off x="3708002" y="3717030"/>
            <a:ext cx="72010" cy="133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3" name="Rechteck 202">
            <a:extLst>
              <a:ext uri="{FF2B5EF4-FFF2-40B4-BE49-F238E27FC236}">
                <a16:creationId xmlns:a16="http://schemas.microsoft.com/office/drawing/2014/main" id="{D47B2FEE-E36C-4C7F-8EE3-2436822CF42E}"/>
              </a:ext>
            </a:extLst>
          </p:cNvPr>
          <p:cNvSpPr/>
          <p:nvPr/>
        </p:nvSpPr>
        <p:spPr>
          <a:xfrm>
            <a:off x="1115642" y="3717030"/>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4" name="Rechteck 203">
            <a:extLst>
              <a:ext uri="{FF2B5EF4-FFF2-40B4-BE49-F238E27FC236}">
                <a16:creationId xmlns:a16="http://schemas.microsoft.com/office/drawing/2014/main" id="{5FE8A065-B5D4-40DA-BAE6-DE2D448F5BE9}"/>
              </a:ext>
            </a:extLst>
          </p:cNvPr>
          <p:cNvSpPr/>
          <p:nvPr/>
        </p:nvSpPr>
        <p:spPr>
          <a:xfrm>
            <a:off x="2699862" y="3717030"/>
            <a:ext cx="14402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5" name="Rechteck 204">
            <a:extLst>
              <a:ext uri="{FF2B5EF4-FFF2-40B4-BE49-F238E27FC236}">
                <a16:creationId xmlns:a16="http://schemas.microsoft.com/office/drawing/2014/main" id="{0123BBBF-F3A9-42FB-BFE6-0590E389650E}"/>
              </a:ext>
            </a:extLst>
          </p:cNvPr>
          <p:cNvSpPr/>
          <p:nvPr/>
        </p:nvSpPr>
        <p:spPr>
          <a:xfrm>
            <a:off x="2915892" y="3717030"/>
            <a:ext cx="28804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6" name="Rechteck 205">
            <a:extLst>
              <a:ext uri="{FF2B5EF4-FFF2-40B4-BE49-F238E27FC236}">
                <a16:creationId xmlns:a16="http://schemas.microsoft.com/office/drawing/2014/main" id="{D2B627D5-D445-4D51-9B1A-75104B860335}"/>
              </a:ext>
            </a:extLst>
          </p:cNvPr>
          <p:cNvSpPr/>
          <p:nvPr/>
        </p:nvSpPr>
        <p:spPr>
          <a:xfrm>
            <a:off x="683582" y="3717030"/>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7" name="Rechteck 206">
            <a:extLst>
              <a:ext uri="{FF2B5EF4-FFF2-40B4-BE49-F238E27FC236}">
                <a16:creationId xmlns:a16="http://schemas.microsoft.com/office/drawing/2014/main" id="{E5917281-8964-48B5-BE8F-0AFE2B5BA9C1}"/>
              </a:ext>
            </a:extLst>
          </p:cNvPr>
          <p:cNvSpPr/>
          <p:nvPr/>
        </p:nvSpPr>
        <p:spPr>
          <a:xfrm>
            <a:off x="2123782" y="3645020"/>
            <a:ext cx="1800250" cy="1404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8" name="Rechteck 207">
            <a:extLst>
              <a:ext uri="{FF2B5EF4-FFF2-40B4-BE49-F238E27FC236}">
                <a16:creationId xmlns:a16="http://schemas.microsoft.com/office/drawing/2014/main" id="{B4F801FC-8A1C-4C18-A4E2-E924D85FA4A1}"/>
              </a:ext>
            </a:extLst>
          </p:cNvPr>
          <p:cNvSpPr/>
          <p:nvPr/>
        </p:nvSpPr>
        <p:spPr>
          <a:xfrm>
            <a:off x="2123782" y="3717030"/>
            <a:ext cx="1800250" cy="1332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9" name="Rechteck 208">
            <a:extLst>
              <a:ext uri="{FF2B5EF4-FFF2-40B4-BE49-F238E27FC236}">
                <a16:creationId xmlns:a16="http://schemas.microsoft.com/office/drawing/2014/main" id="{E4AA081E-E6E4-4023-959B-643806660EC5}"/>
              </a:ext>
            </a:extLst>
          </p:cNvPr>
          <p:cNvSpPr/>
          <p:nvPr/>
        </p:nvSpPr>
        <p:spPr>
          <a:xfrm>
            <a:off x="179512" y="346499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(Parameter 1)</a:t>
            </a:r>
          </a:p>
        </p:txBody>
      </p:sp>
      <p:sp>
        <p:nvSpPr>
          <p:cNvPr id="210" name="Rechteck 209">
            <a:extLst>
              <a:ext uri="{FF2B5EF4-FFF2-40B4-BE49-F238E27FC236}">
                <a16:creationId xmlns:a16="http://schemas.microsoft.com/office/drawing/2014/main" id="{261F5637-E2FA-400A-BDEC-4AA250D1BF65}"/>
              </a:ext>
            </a:extLst>
          </p:cNvPr>
          <p:cNvSpPr/>
          <p:nvPr/>
        </p:nvSpPr>
        <p:spPr>
          <a:xfrm>
            <a:off x="2123782" y="346499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 </a:t>
            </a:r>
            <a:r>
              <a:rPr lang="en-US" sz="1000" dirty="0">
                <a:solidFill>
                  <a:schemeClr val="tx1"/>
                </a:solidFill>
              </a:rPr>
              <a:t>(Parameter 4)</a:t>
            </a:r>
          </a:p>
        </p:txBody>
      </p:sp>
      <p:sp>
        <p:nvSpPr>
          <p:cNvPr id="211" name="Rechteck 210">
            <a:extLst>
              <a:ext uri="{FF2B5EF4-FFF2-40B4-BE49-F238E27FC236}">
                <a16:creationId xmlns:a16="http://schemas.microsoft.com/office/drawing/2014/main" id="{D4B640D7-5E84-4C0E-B188-57706A52132D}"/>
              </a:ext>
            </a:extLst>
          </p:cNvPr>
          <p:cNvSpPr/>
          <p:nvPr/>
        </p:nvSpPr>
        <p:spPr>
          <a:xfrm>
            <a:off x="179512" y="3645020"/>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2" name="Rechteck 211">
            <a:extLst>
              <a:ext uri="{FF2B5EF4-FFF2-40B4-BE49-F238E27FC236}">
                <a16:creationId xmlns:a16="http://schemas.microsoft.com/office/drawing/2014/main" id="{1242BBEC-9BB5-41BA-8589-77C13C07D8B4}"/>
              </a:ext>
            </a:extLst>
          </p:cNvPr>
          <p:cNvSpPr/>
          <p:nvPr/>
        </p:nvSpPr>
        <p:spPr>
          <a:xfrm>
            <a:off x="179512" y="371703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3" name="Rechteck 212">
            <a:extLst>
              <a:ext uri="{FF2B5EF4-FFF2-40B4-BE49-F238E27FC236}">
                <a16:creationId xmlns:a16="http://schemas.microsoft.com/office/drawing/2014/main" id="{6A1D1F67-3691-44DE-A535-404F22F02FC1}"/>
              </a:ext>
            </a:extLst>
          </p:cNvPr>
          <p:cNvSpPr/>
          <p:nvPr/>
        </p:nvSpPr>
        <p:spPr>
          <a:xfrm>
            <a:off x="179512" y="324896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lookup once, table lookup once ignore case:</a:t>
            </a:r>
          </a:p>
        </p:txBody>
      </p:sp>
      <p:sp>
        <p:nvSpPr>
          <p:cNvPr id="215" name="Rechteck 214">
            <a:extLst>
              <a:ext uri="{FF2B5EF4-FFF2-40B4-BE49-F238E27FC236}">
                <a16:creationId xmlns:a16="http://schemas.microsoft.com/office/drawing/2014/main" id="{F757B944-62CC-4073-88FF-C658BB7289F1}"/>
              </a:ext>
            </a:extLst>
          </p:cNvPr>
          <p:cNvSpPr/>
          <p:nvPr/>
        </p:nvSpPr>
        <p:spPr>
          <a:xfrm>
            <a:off x="4319976" y="4257078"/>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Destination column</a:t>
            </a:r>
          </a:p>
          <a:p>
            <a:r>
              <a:rPr lang="en-US" sz="1000" dirty="0">
                <a:solidFill>
                  <a:schemeClr val="tx1"/>
                </a:solidFill>
              </a:rPr>
              <a:t>(Parameter 3)</a:t>
            </a:r>
          </a:p>
        </p:txBody>
      </p:sp>
      <p:sp>
        <p:nvSpPr>
          <p:cNvPr id="217" name="Rechteck 216">
            <a:extLst>
              <a:ext uri="{FF2B5EF4-FFF2-40B4-BE49-F238E27FC236}">
                <a16:creationId xmlns:a16="http://schemas.microsoft.com/office/drawing/2014/main" id="{0C3E4AAF-8B2D-416C-B5C5-E1E7E93D4871}"/>
              </a:ext>
            </a:extLst>
          </p:cNvPr>
          <p:cNvSpPr/>
          <p:nvPr/>
        </p:nvSpPr>
        <p:spPr>
          <a:xfrm>
            <a:off x="395542" y="3717030"/>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8" name="Rechteck 217">
            <a:extLst>
              <a:ext uri="{FF2B5EF4-FFF2-40B4-BE49-F238E27FC236}">
                <a16:creationId xmlns:a16="http://schemas.microsoft.com/office/drawing/2014/main" id="{F02F16BB-8360-4B15-A4A0-CED61952FAAD}"/>
              </a:ext>
            </a:extLst>
          </p:cNvPr>
          <p:cNvSpPr/>
          <p:nvPr/>
        </p:nvSpPr>
        <p:spPr>
          <a:xfrm>
            <a:off x="4175956" y="364501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9" name="Rechteck 218">
            <a:extLst>
              <a:ext uri="{FF2B5EF4-FFF2-40B4-BE49-F238E27FC236}">
                <a16:creationId xmlns:a16="http://schemas.microsoft.com/office/drawing/2014/main" id="{648A9D07-5433-4D46-84ED-DE16832A3384}"/>
              </a:ext>
            </a:extLst>
          </p:cNvPr>
          <p:cNvSpPr/>
          <p:nvPr/>
        </p:nvSpPr>
        <p:spPr>
          <a:xfrm>
            <a:off x="4319976" y="3645010"/>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Input column</a:t>
            </a:r>
            <a:br>
              <a:rPr lang="en-US" sz="1000" dirty="0">
                <a:solidFill>
                  <a:schemeClr val="tx1"/>
                </a:solidFill>
              </a:rPr>
            </a:br>
            <a:r>
              <a:rPr lang="en-US" sz="1000" dirty="0">
                <a:solidFill>
                  <a:schemeClr val="tx1"/>
                </a:solidFill>
              </a:rPr>
              <a:t>(Parameter 2)</a:t>
            </a:r>
          </a:p>
        </p:txBody>
      </p:sp>
      <p:sp>
        <p:nvSpPr>
          <p:cNvPr id="220" name="Rechteck 219">
            <a:extLst>
              <a:ext uri="{FF2B5EF4-FFF2-40B4-BE49-F238E27FC236}">
                <a16:creationId xmlns:a16="http://schemas.microsoft.com/office/drawing/2014/main" id="{82E961C0-5849-46BC-871B-D17794BAF4E7}"/>
              </a:ext>
            </a:extLst>
          </p:cNvPr>
          <p:cNvSpPr/>
          <p:nvPr/>
        </p:nvSpPr>
        <p:spPr>
          <a:xfrm>
            <a:off x="2267802" y="3717030"/>
            <a:ext cx="144020" cy="13321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21" name="Gerade Verbindung 374">
            <a:extLst>
              <a:ext uri="{FF2B5EF4-FFF2-40B4-BE49-F238E27FC236}">
                <a16:creationId xmlns:a16="http://schemas.microsoft.com/office/drawing/2014/main" id="{2DF1384E-FCF9-411B-8855-F6F4F3C6AB37}"/>
              </a:ext>
            </a:extLst>
          </p:cNvPr>
          <p:cNvCxnSpPr/>
          <p:nvPr/>
        </p:nvCxnSpPr>
        <p:spPr>
          <a:xfrm>
            <a:off x="179512" y="371703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22" name="Rechteck 221">
            <a:extLst>
              <a:ext uri="{FF2B5EF4-FFF2-40B4-BE49-F238E27FC236}">
                <a16:creationId xmlns:a16="http://schemas.microsoft.com/office/drawing/2014/main" id="{194C52E0-233D-40A3-AFC9-2513E08D0265}"/>
              </a:ext>
            </a:extLst>
          </p:cNvPr>
          <p:cNvSpPr/>
          <p:nvPr/>
        </p:nvSpPr>
        <p:spPr>
          <a:xfrm>
            <a:off x="179512" y="400507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3" name="Rechteck 222">
            <a:extLst>
              <a:ext uri="{FF2B5EF4-FFF2-40B4-BE49-F238E27FC236}">
                <a16:creationId xmlns:a16="http://schemas.microsoft.com/office/drawing/2014/main" id="{D53071BF-AB85-4D77-8F48-88045ECCE847}"/>
              </a:ext>
            </a:extLst>
          </p:cNvPr>
          <p:cNvSpPr/>
          <p:nvPr/>
        </p:nvSpPr>
        <p:spPr>
          <a:xfrm>
            <a:off x="683582" y="400507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a:extLst>
              <a:ext uri="{FF2B5EF4-FFF2-40B4-BE49-F238E27FC236}">
                <a16:creationId xmlns:a16="http://schemas.microsoft.com/office/drawing/2014/main" id="{8B4B4332-C5A4-4E9E-929F-458AF93E723A}"/>
              </a:ext>
            </a:extLst>
          </p:cNvPr>
          <p:cNvSpPr/>
          <p:nvPr/>
        </p:nvSpPr>
        <p:spPr>
          <a:xfrm>
            <a:off x="827602" y="400507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5" name="Rechteck 224">
            <a:extLst>
              <a:ext uri="{FF2B5EF4-FFF2-40B4-BE49-F238E27FC236}">
                <a16:creationId xmlns:a16="http://schemas.microsoft.com/office/drawing/2014/main" id="{64020903-1BFE-40A8-84CC-03158FB676D8}"/>
              </a:ext>
            </a:extLst>
          </p:cNvPr>
          <p:cNvSpPr/>
          <p:nvPr/>
        </p:nvSpPr>
        <p:spPr>
          <a:xfrm>
            <a:off x="1115642" y="400507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26" name="Gerade Verbindung 77">
            <a:extLst>
              <a:ext uri="{FF2B5EF4-FFF2-40B4-BE49-F238E27FC236}">
                <a16:creationId xmlns:a16="http://schemas.microsoft.com/office/drawing/2014/main" id="{BBCDA4A8-CFB6-4F9F-B455-AC0FAF8B55B9}"/>
              </a:ext>
            </a:extLst>
          </p:cNvPr>
          <p:cNvCxnSpPr/>
          <p:nvPr/>
        </p:nvCxnSpPr>
        <p:spPr>
          <a:xfrm>
            <a:off x="2123782" y="371703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27" name="Rechteck 226">
            <a:extLst>
              <a:ext uri="{FF2B5EF4-FFF2-40B4-BE49-F238E27FC236}">
                <a16:creationId xmlns:a16="http://schemas.microsoft.com/office/drawing/2014/main" id="{329099AA-9D1E-4910-B9E8-4F829A590105}"/>
              </a:ext>
            </a:extLst>
          </p:cNvPr>
          <p:cNvSpPr/>
          <p:nvPr/>
        </p:nvSpPr>
        <p:spPr>
          <a:xfrm>
            <a:off x="2123782" y="4581150"/>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8" name="Rechteck 227">
            <a:extLst>
              <a:ext uri="{FF2B5EF4-FFF2-40B4-BE49-F238E27FC236}">
                <a16:creationId xmlns:a16="http://schemas.microsoft.com/office/drawing/2014/main" id="{9B1A147D-C292-4192-98CD-BC32D7896E6B}"/>
              </a:ext>
            </a:extLst>
          </p:cNvPr>
          <p:cNvSpPr/>
          <p:nvPr/>
        </p:nvSpPr>
        <p:spPr>
          <a:xfrm>
            <a:off x="2699882" y="458115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9" name="Rechteck 228">
            <a:extLst>
              <a:ext uri="{FF2B5EF4-FFF2-40B4-BE49-F238E27FC236}">
                <a16:creationId xmlns:a16="http://schemas.microsoft.com/office/drawing/2014/main" id="{2499D326-0F9C-4904-8009-4FFDDD219E12}"/>
              </a:ext>
            </a:extLst>
          </p:cNvPr>
          <p:cNvSpPr/>
          <p:nvPr/>
        </p:nvSpPr>
        <p:spPr>
          <a:xfrm>
            <a:off x="2915892" y="458115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0" name="Rechteck 229">
            <a:extLst>
              <a:ext uri="{FF2B5EF4-FFF2-40B4-BE49-F238E27FC236}">
                <a16:creationId xmlns:a16="http://schemas.microsoft.com/office/drawing/2014/main" id="{5609AB18-5BBB-480F-B060-1ABE477EEBE6}"/>
              </a:ext>
            </a:extLst>
          </p:cNvPr>
          <p:cNvSpPr/>
          <p:nvPr/>
        </p:nvSpPr>
        <p:spPr>
          <a:xfrm>
            <a:off x="3059932" y="458115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31" name="Gerade Verbindung mit Pfeil 230">
            <a:extLst>
              <a:ext uri="{FF2B5EF4-FFF2-40B4-BE49-F238E27FC236}">
                <a16:creationId xmlns:a16="http://schemas.microsoft.com/office/drawing/2014/main" id="{B16BF41F-DC7A-4AAC-94A8-EEF8E3E7DB39}"/>
              </a:ext>
            </a:extLst>
          </p:cNvPr>
          <p:cNvCxnSpPr>
            <a:cxnSpLocks/>
          </p:cNvCxnSpPr>
          <p:nvPr/>
        </p:nvCxnSpPr>
        <p:spPr>
          <a:xfrm>
            <a:off x="977153" y="4078941"/>
            <a:ext cx="1938739" cy="502209"/>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2" name="Rechteck 231">
            <a:extLst>
              <a:ext uri="{FF2B5EF4-FFF2-40B4-BE49-F238E27FC236}">
                <a16:creationId xmlns:a16="http://schemas.microsoft.com/office/drawing/2014/main" id="{D21D1320-8044-46D1-B821-27F01FA00B58}"/>
              </a:ext>
            </a:extLst>
          </p:cNvPr>
          <p:cNvSpPr/>
          <p:nvPr/>
        </p:nvSpPr>
        <p:spPr>
          <a:xfrm>
            <a:off x="2267802" y="4581150"/>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3" name="Rechteck 232">
            <a:extLst>
              <a:ext uri="{FF2B5EF4-FFF2-40B4-BE49-F238E27FC236}">
                <a16:creationId xmlns:a16="http://schemas.microsoft.com/office/drawing/2014/main" id="{003140B2-65B4-436A-A072-11044A4C68F5}"/>
              </a:ext>
            </a:extLst>
          </p:cNvPr>
          <p:cNvSpPr/>
          <p:nvPr/>
        </p:nvSpPr>
        <p:spPr>
          <a:xfrm>
            <a:off x="395542" y="400507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34" name="Gerade Verbindung mit Pfeil 233">
            <a:extLst>
              <a:ext uri="{FF2B5EF4-FFF2-40B4-BE49-F238E27FC236}">
                <a16:creationId xmlns:a16="http://schemas.microsoft.com/office/drawing/2014/main" id="{431B1D07-55BE-40F7-A9A4-E083A74EF86E}"/>
              </a:ext>
            </a:extLst>
          </p:cNvPr>
          <p:cNvCxnSpPr/>
          <p:nvPr/>
        </p:nvCxnSpPr>
        <p:spPr>
          <a:xfrm>
            <a:off x="539562" y="4077080"/>
            <a:ext cx="1728240" cy="50407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5" name="Rechteck 234">
            <a:extLst>
              <a:ext uri="{FF2B5EF4-FFF2-40B4-BE49-F238E27FC236}">
                <a16:creationId xmlns:a16="http://schemas.microsoft.com/office/drawing/2014/main" id="{ECFA0116-1635-40A8-9366-3BB11AFE4EE2}"/>
              </a:ext>
            </a:extLst>
          </p:cNvPr>
          <p:cNvSpPr/>
          <p:nvPr/>
        </p:nvSpPr>
        <p:spPr>
          <a:xfrm>
            <a:off x="4175956" y="4257078"/>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1" name="Rechteck 240">
            <a:extLst>
              <a:ext uri="{FF2B5EF4-FFF2-40B4-BE49-F238E27FC236}">
                <a16:creationId xmlns:a16="http://schemas.microsoft.com/office/drawing/2014/main" id="{450BCB87-92DF-489C-B246-E284D394FA3E}"/>
              </a:ext>
            </a:extLst>
          </p:cNvPr>
          <p:cNvSpPr/>
          <p:nvPr/>
        </p:nvSpPr>
        <p:spPr>
          <a:xfrm>
            <a:off x="3708002" y="4581150"/>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6" name="Rechteck 245">
            <a:extLst>
              <a:ext uri="{FF2B5EF4-FFF2-40B4-BE49-F238E27FC236}">
                <a16:creationId xmlns:a16="http://schemas.microsoft.com/office/drawing/2014/main" id="{C7C747B6-CF8C-487C-980B-D2FCA1720915}"/>
              </a:ext>
            </a:extLst>
          </p:cNvPr>
          <p:cNvSpPr/>
          <p:nvPr/>
        </p:nvSpPr>
        <p:spPr>
          <a:xfrm>
            <a:off x="4103948" y="346499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a:t>
            </a:r>
          </a:p>
        </p:txBody>
      </p:sp>
      <p:sp>
        <p:nvSpPr>
          <p:cNvPr id="274" name="Rechteck 273">
            <a:extLst>
              <a:ext uri="{FF2B5EF4-FFF2-40B4-BE49-F238E27FC236}">
                <a16:creationId xmlns:a16="http://schemas.microsoft.com/office/drawing/2014/main" id="{D80CEF0A-B6AB-4575-A7CE-43D9E4606F08}"/>
              </a:ext>
            </a:extLst>
          </p:cNvPr>
          <p:cNvSpPr/>
          <p:nvPr/>
        </p:nvSpPr>
        <p:spPr>
          <a:xfrm>
            <a:off x="2123728" y="486915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5" name="Rechteck 274">
            <a:extLst>
              <a:ext uri="{FF2B5EF4-FFF2-40B4-BE49-F238E27FC236}">
                <a16:creationId xmlns:a16="http://schemas.microsoft.com/office/drawing/2014/main" id="{72813774-59BF-428E-8A8D-56EA2374BB18}"/>
              </a:ext>
            </a:extLst>
          </p:cNvPr>
          <p:cNvSpPr/>
          <p:nvPr/>
        </p:nvSpPr>
        <p:spPr>
          <a:xfrm>
            <a:off x="2699828" y="486915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6" name="Rechteck 275">
            <a:extLst>
              <a:ext uri="{FF2B5EF4-FFF2-40B4-BE49-F238E27FC236}">
                <a16:creationId xmlns:a16="http://schemas.microsoft.com/office/drawing/2014/main" id="{C278A0E1-14DB-42EA-98AB-17B55D84EEE0}"/>
              </a:ext>
            </a:extLst>
          </p:cNvPr>
          <p:cNvSpPr/>
          <p:nvPr/>
        </p:nvSpPr>
        <p:spPr>
          <a:xfrm>
            <a:off x="2915838" y="486915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7" name="Rechteck 276">
            <a:extLst>
              <a:ext uri="{FF2B5EF4-FFF2-40B4-BE49-F238E27FC236}">
                <a16:creationId xmlns:a16="http://schemas.microsoft.com/office/drawing/2014/main" id="{90A2F3DA-05C6-46E5-9E5D-851350257D76}"/>
              </a:ext>
            </a:extLst>
          </p:cNvPr>
          <p:cNvSpPr/>
          <p:nvPr/>
        </p:nvSpPr>
        <p:spPr>
          <a:xfrm>
            <a:off x="3059878" y="486915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8" name="Rechteck 277">
            <a:extLst>
              <a:ext uri="{FF2B5EF4-FFF2-40B4-BE49-F238E27FC236}">
                <a16:creationId xmlns:a16="http://schemas.microsoft.com/office/drawing/2014/main" id="{E1E68778-D7F1-4A18-B336-7BC248076137}"/>
              </a:ext>
            </a:extLst>
          </p:cNvPr>
          <p:cNvSpPr/>
          <p:nvPr/>
        </p:nvSpPr>
        <p:spPr>
          <a:xfrm>
            <a:off x="2267748" y="4869158"/>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9" name="Rechteck 278">
            <a:extLst>
              <a:ext uri="{FF2B5EF4-FFF2-40B4-BE49-F238E27FC236}">
                <a16:creationId xmlns:a16="http://schemas.microsoft.com/office/drawing/2014/main" id="{4539FFDB-F398-43DB-9469-5BA7B3ADB664}"/>
              </a:ext>
            </a:extLst>
          </p:cNvPr>
          <p:cNvSpPr/>
          <p:nvPr/>
        </p:nvSpPr>
        <p:spPr>
          <a:xfrm>
            <a:off x="3707948" y="486915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0" name="Rechteck 279">
            <a:extLst>
              <a:ext uri="{FF2B5EF4-FFF2-40B4-BE49-F238E27FC236}">
                <a16:creationId xmlns:a16="http://schemas.microsoft.com/office/drawing/2014/main" id="{7A746CB6-AF55-4A89-813D-7C0021EE39C3}"/>
              </a:ext>
            </a:extLst>
          </p:cNvPr>
          <p:cNvSpPr/>
          <p:nvPr/>
        </p:nvSpPr>
        <p:spPr>
          <a:xfrm>
            <a:off x="179512" y="4365104"/>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1" name="Rechteck 280">
            <a:extLst>
              <a:ext uri="{FF2B5EF4-FFF2-40B4-BE49-F238E27FC236}">
                <a16:creationId xmlns:a16="http://schemas.microsoft.com/office/drawing/2014/main" id="{33FBA66B-477A-45C8-85CD-BB58C2137B86}"/>
              </a:ext>
            </a:extLst>
          </p:cNvPr>
          <p:cNvSpPr/>
          <p:nvPr/>
        </p:nvSpPr>
        <p:spPr>
          <a:xfrm>
            <a:off x="683582" y="4365104"/>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2" name="Rechteck 281">
            <a:extLst>
              <a:ext uri="{FF2B5EF4-FFF2-40B4-BE49-F238E27FC236}">
                <a16:creationId xmlns:a16="http://schemas.microsoft.com/office/drawing/2014/main" id="{84802F02-5A63-4672-9E05-D7BE723BFF5B}"/>
              </a:ext>
            </a:extLst>
          </p:cNvPr>
          <p:cNvSpPr/>
          <p:nvPr/>
        </p:nvSpPr>
        <p:spPr>
          <a:xfrm>
            <a:off x="827602" y="4365104"/>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3" name="Rechteck 282">
            <a:extLst>
              <a:ext uri="{FF2B5EF4-FFF2-40B4-BE49-F238E27FC236}">
                <a16:creationId xmlns:a16="http://schemas.microsoft.com/office/drawing/2014/main" id="{DF7193E4-B1EE-432C-B60D-C43C34D6513A}"/>
              </a:ext>
            </a:extLst>
          </p:cNvPr>
          <p:cNvSpPr/>
          <p:nvPr/>
        </p:nvSpPr>
        <p:spPr>
          <a:xfrm>
            <a:off x="1115642" y="4365104"/>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4" name="Rechteck 283">
            <a:extLst>
              <a:ext uri="{FF2B5EF4-FFF2-40B4-BE49-F238E27FC236}">
                <a16:creationId xmlns:a16="http://schemas.microsoft.com/office/drawing/2014/main" id="{16885DE7-8C19-4DEE-9F66-C093EE18300B}"/>
              </a:ext>
            </a:extLst>
          </p:cNvPr>
          <p:cNvSpPr/>
          <p:nvPr/>
        </p:nvSpPr>
        <p:spPr>
          <a:xfrm>
            <a:off x="395542" y="4365104"/>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7" name="Rechteck 286">
            <a:extLst>
              <a:ext uri="{FF2B5EF4-FFF2-40B4-BE49-F238E27FC236}">
                <a16:creationId xmlns:a16="http://schemas.microsoft.com/office/drawing/2014/main" id="{A7C207FD-917B-46AE-A751-E9B45D0C5066}"/>
              </a:ext>
            </a:extLst>
          </p:cNvPr>
          <p:cNvSpPr/>
          <p:nvPr/>
        </p:nvSpPr>
        <p:spPr>
          <a:xfrm>
            <a:off x="2123728" y="5157192"/>
            <a:ext cx="345638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During the lookup call:</a:t>
            </a:r>
          </a:p>
          <a:p>
            <a:r>
              <a:rPr lang="en-US" sz="800" dirty="0">
                <a:solidFill>
                  <a:schemeClr val="tx1"/>
                </a:solidFill>
              </a:rPr>
              <a:t>Every row is looked up only once and checked off (</a:t>
            </a:r>
            <a:r>
              <a:rPr lang="en-US" sz="800" dirty="0">
                <a:solidFill>
                  <a:schemeClr val="tx1"/>
                </a:solidFill>
                <a:sym typeface="Wingdings" panose="05000000000000000000" pitchFamily="2" charset="2"/>
              </a:rPr>
              <a:t>)</a:t>
            </a:r>
          </a:p>
          <a:p>
            <a:r>
              <a:rPr lang="en-US" sz="800" dirty="0">
                <a:solidFill>
                  <a:schemeClr val="tx1"/>
                </a:solidFill>
                <a:sym typeface="Wingdings" panose="05000000000000000000" pitchFamily="2" charset="2"/>
              </a:rPr>
              <a:t>In case of a 2</a:t>
            </a:r>
            <a:r>
              <a:rPr lang="en-US" sz="800" baseline="30000" dirty="0">
                <a:solidFill>
                  <a:schemeClr val="tx1"/>
                </a:solidFill>
                <a:sym typeface="Wingdings" panose="05000000000000000000" pitchFamily="2" charset="2"/>
              </a:rPr>
              <a:t>nd</a:t>
            </a:r>
            <a:r>
              <a:rPr lang="en-US" sz="800" dirty="0">
                <a:solidFill>
                  <a:schemeClr val="tx1"/>
                </a:solidFill>
                <a:sym typeface="Wingdings" panose="05000000000000000000" pitchFamily="2" charset="2"/>
              </a:rPr>
              <a:t> match, then the row will be skipped, and searching</a:t>
            </a:r>
          </a:p>
          <a:p>
            <a:r>
              <a:rPr lang="en-US" sz="800" dirty="0">
                <a:solidFill>
                  <a:schemeClr val="tx1"/>
                </a:solidFill>
                <a:sym typeface="Wingdings" panose="05000000000000000000" pitchFamily="2" charset="2"/>
              </a:rPr>
              <a:t>continues till the next match.  All checks are reset after the function call is done.</a:t>
            </a:r>
          </a:p>
        </p:txBody>
      </p:sp>
      <p:sp>
        <p:nvSpPr>
          <p:cNvPr id="289" name="Rechteck 288">
            <a:extLst>
              <a:ext uri="{FF2B5EF4-FFF2-40B4-BE49-F238E27FC236}">
                <a16:creationId xmlns:a16="http://schemas.microsoft.com/office/drawing/2014/main" id="{325FF68A-A876-4737-A7BF-533D488CB52A}"/>
              </a:ext>
            </a:extLst>
          </p:cNvPr>
          <p:cNvSpPr/>
          <p:nvPr/>
        </p:nvSpPr>
        <p:spPr>
          <a:xfrm>
            <a:off x="1943708" y="4545124"/>
            <a:ext cx="28803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sym typeface="Wingdings" panose="05000000000000000000" pitchFamily="2" charset="2"/>
              </a:rPr>
              <a:t></a:t>
            </a:r>
            <a:endParaRPr lang="en-US" sz="800" dirty="0">
              <a:solidFill>
                <a:schemeClr val="tx1"/>
              </a:solidFill>
            </a:endParaRPr>
          </a:p>
        </p:txBody>
      </p:sp>
      <p:cxnSp>
        <p:nvCxnSpPr>
          <p:cNvPr id="290" name="Gerade Verbindung mit Pfeil 289">
            <a:extLst>
              <a:ext uri="{FF2B5EF4-FFF2-40B4-BE49-F238E27FC236}">
                <a16:creationId xmlns:a16="http://schemas.microsoft.com/office/drawing/2014/main" id="{79FDCCC1-3EF5-407D-AD96-56238366241E}"/>
              </a:ext>
            </a:extLst>
          </p:cNvPr>
          <p:cNvCxnSpPr>
            <a:cxnSpLocks/>
          </p:cNvCxnSpPr>
          <p:nvPr/>
        </p:nvCxnSpPr>
        <p:spPr>
          <a:xfrm>
            <a:off x="539552" y="4437112"/>
            <a:ext cx="1727398" cy="144413"/>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1" name="Gerade Verbindung mit Pfeil 290">
            <a:extLst>
              <a:ext uri="{FF2B5EF4-FFF2-40B4-BE49-F238E27FC236}">
                <a16:creationId xmlns:a16="http://schemas.microsoft.com/office/drawing/2014/main" id="{62ECFC28-55D1-4051-9F72-ABC57DA1342F}"/>
              </a:ext>
            </a:extLst>
          </p:cNvPr>
          <p:cNvCxnSpPr>
            <a:cxnSpLocks/>
            <a:stCxn id="278" idx="0"/>
          </p:cNvCxnSpPr>
          <p:nvPr/>
        </p:nvCxnSpPr>
        <p:spPr>
          <a:xfrm flipV="1">
            <a:off x="2339748" y="4653136"/>
            <a:ext cx="4" cy="216022"/>
          </a:xfrm>
          <a:prstGeom prst="straightConnector1">
            <a:avLst/>
          </a:prstGeom>
          <a:ln>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2" name="Rechteck 291">
            <a:extLst>
              <a:ext uri="{FF2B5EF4-FFF2-40B4-BE49-F238E27FC236}">
                <a16:creationId xmlns:a16="http://schemas.microsoft.com/office/drawing/2014/main" id="{04E0ECFF-E2BE-49D4-A95C-4F1AF3E7090F}"/>
              </a:ext>
            </a:extLst>
          </p:cNvPr>
          <p:cNvSpPr/>
          <p:nvPr/>
        </p:nvSpPr>
        <p:spPr>
          <a:xfrm>
            <a:off x="3707948" y="1196754"/>
            <a:ext cx="72010" cy="133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3" name="Rechteck 292">
            <a:extLst>
              <a:ext uri="{FF2B5EF4-FFF2-40B4-BE49-F238E27FC236}">
                <a16:creationId xmlns:a16="http://schemas.microsoft.com/office/drawing/2014/main" id="{965B59EA-1ECE-4B19-B8A8-8B1F82D7B2CF}"/>
              </a:ext>
            </a:extLst>
          </p:cNvPr>
          <p:cNvSpPr/>
          <p:nvPr/>
        </p:nvSpPr>
        <p:spPr>
          <a:xfrm>
            <a:off x="2699808" y="1196754"/>
            <a:ext cx="14402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4" name="Rechteck 293">
            <a:extLst>
              <a:ext uri="{FF2B5EF4-FFF2-40B4-BE49-F238E27FC236}">
                <a16:creationId xmlns:a16="http://schemas.microsoft.com/office/drawing/2014/main" id="{96EBA4D6-B35C-48BE-B763-BEC2F57F5C80}"/>
              </a:ext>
            </a:extLst>
          </p:cNvPr>
          <p:cNvSpPr/>
          <p:nvPr/>
        </p:nvSpPr>
        <p:spPr>
          <a:xfrm>
            <a:off x="2915838" y="1196754"/>
            <a:ext cx="28804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5" name="Rechteck 294">
            <a:extLst>
              <a:ext uri="{FF2B5EF4-FFF2-40B4-BE49-F238E27FC236}">
                <a16:creationId xmlns:a16="http://schemas.microsoft.com/office/drawing/2014/main" id="{76238F22-1917-43FD-A0DD-4BD83DCE8C0B}"/>
              </a:ext>
            </a:extLst>
          </p:cNvPr>
          <p:cNvSpPr/>
          <p:nvPr/>
        </p:nvSpPr>
        <p:spPr>
          <a:xfrm>
            <a:off x="2123728" y="1124744"/>
            <a:ext cx="1800250" cy="1404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99" name="Rechteck 298">
            <a:extLst>
              <a:ext uri="{FF2B5EF4-FFF2-40B4-BE49-F238E27FC236}">
                <a16:creationId xmlns:a16="http://schemas.microsoft.com/office/drawing/2014/main" id="{183A7E3B-4322-4B5C-BBA4-15F141310755}"/>
              </a:ext>
            </a:extLst>
          </p:cNvPr>
          <p:cNvSpPr/>
          <p:nvPr/>
        </p:nvSpPr>
        <p:spPr>
          <a:xfrm>
            <a:off x="2123728" y="1196754"/>
            <a:ext cx="1800250" cy="1332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0" name="Rechteck 299">
            <a:extLst>
              <a:ext uri="{FF2B5EF4-FFF2-40B4-BE49-F238E27FC236}">
                <a16:creationId xmlns:a16="http://schemas.microsoft.com/office/drawing/2014/main" id="{8E020EEE-98CE-4672-B1D3-4F6408800EE6}"/>
              </a:ext>
            </a:extLst>
          </p:cNvPr>
          <p:cNvSpPr/>
          <p:nvPr/>
        </p:nvSpPr>
        <p:spPr>
          <a:xfrm>
            <a:off x="2267748" y="1196754"/>
            <a:ext cx="144020" cy="13321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01" name="Gerade Verbindung 77">
            <a:extLst>
              <a:ext uri="{FF2B5EF4-FFF2-40B4-BE49-F238E27FC236}">
                <a16:creationId xmlns:a16="http://schemas.microsoft.com/office/drawing/2014/main" id="{1B345214-C202-4D06-BD96-4F61EB514445}"/>
              </a:ext>
            </a:extLst>
          </p:cNvPr>
          <p:cNvCxnSpPr/>
          <p:nvPr/>
        </p:nvCxnSpPr>
        <p:spPr>
          <a:xfrm>
            <a:off x="2123728" y="1196754"/>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302" name="Rechteck 301">
            <a:extLst>
              <a:ext uri="{FF2B5EF4-FFF2-40B4-BE49-F238E27FC236}">
                <a16:creationId xmlns:a16="http://schemas.microsoft.com/office/drawing/2014/main" id="{726079FE-99DF-4D24-8485-1521C967C855}"/>
              </a:ext>
            </a:extLst>
          </p:cNvPr>
          <p:cNvSpPr/>
          <p:nvPr/>
        </p:nvSpPr>
        <p:spPr>
          <a:xfrm>
            <a:off x="2123728" y="2060874"/>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3" name="Rechteck 302">
            <a:extLst>
              <a:ext uri="{FF2B5EF4-FFF2-40B4-BE49-F238E27FC236}">
                <a16:creationId xmlns:a16="http://schemas.microsoft.com/office/drawing/2014/main" id="{5A77D7E4-2B2E-43C3-AF82-DA2CBA6F3B7B}"/>
              </a:ext>
            </a:extLst>
          </p:cNvPr>
          <p:cNvSpPr/>
          <p:nvPr/>
        </p:nvSpPr>
        <p:spPr>
          <a:xfrm>
            <a:off x="2699828" y="2060874"/>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4" name="Rechteck 303">
            <a:extLst>
              <a:ext uri="{FF2B5EF4-FFF2-40B4-BE49-F238E27FC236}">
                <a16:creationId xmlns:a16="http://schemas.microsoft.com/office/drawing/2014/main" id="{968E1E5E-481E-4D04-84F0-3B041BBCDE27}"/>
              </a:ext>
            </a:extLst>
          </p:cNvPr>
          <p:cNvSpPr/>
          <p:nvPr/>
        </p:nvSpPr>
        <p:spPr>
          <a:xfrm>
            <a:off x="2915838" y="2060874"/>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5" name="Rechteck 304">
            <a:extLst>
              <a:ext uri="{FF2B5EF4-FFF2-40B4-BE49-F238E27FC236}">
                <a16:creationId xmlns:a16="http://schemas.microsoft.com/office/drawing/2014/main" id="{43964FEC-617C-429C-99E1-9B86168718BB}"/>
              </a:ext>
            </a:extLst>
          </p:cNvPr>
          <p:cNvSpPr/>
          <p:nvPr/>
        </p:nvSpPr>
        <p:spPr>
          <a:xfrm>
            <a:off x="3059878" y="2060874"/>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6" name="Rechteck 305">
            <a:extLst>
              <a:ext uri="{FF2B5EF4-FFF2-40B4-BE49-F238E27FC236}">
                <a16:creationId xmlns:a16="http://schemas.microsoft.com/office/drawing/2014/main" id="{65690E99-B866-4759-869E-587CB67B2437}"/>
              </a:ext>
            </a:extLst>
          </p:cNvPr>
          <p:cNvSpPr/>
          <p:nvPr/>
        </p:nvSpPr>
        <p:spPr>
          <a:xfrm>
            <a:off x="2267748" y="2060874"/>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7" name="Rechteck 306">
            <a:extLst>
              <a:ext uri="{FF2B5EF4-FFF2-40B4-BE49-F238E27FC236}">
                <a16:creationId xmlns:a16="http://schemas.microsoft.com/office/drawing/2014/main" id="{7DC839E7-6AB8-487E-8AB5-A5E58BC9FD9A}"/>
              </a:ext>
            </a:extLst>
          </p:cNvPr>
          <p:cNvSpPr/>
          <p:nvPr/>
        </p:nvSpPr>
        <p:spPr>
          <a:xfrm>
            <a:off x="3707948" y="2060874"/>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39" name="Gerade Verbindung mit Pfeil 138">
            <a:extLst>
              <a:ext uri="{FF2B5EF4-FFF2-40B4-BE49-F238E27FC236}">
                <a16:creationId xmlns:a16="http://schemas.microsoft.com/office/drawing/2014/main" id="{67571D07-9102-421C-8776-40A889739390}"/>
              </a:ext>
            </a:extLst>
          </p:cNvPr>
          <p:cNvCxnSpPr/>
          <p:nvPr/>
        </p:nvCxnSpPr>
        <p:spPr>
          <a:xfrm>
            <a:off x="971622" y="1556814"/>
            <a:ext cx="1944270" cy="50407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Gerade Verbindung mit Pfeil 141">
            <a:extLst>
              <a:ext uri="{FF2B5EF4-FFF2-40B4-BE49-F238E27FC236}">
                <a16:creationId xmlns:a16="http://schemas.microsoft.com/office/drawing/2014/main" id="{8F0B4670-8BB9-49F2-A8E1-A8C95F8807BC}"/>
              </a:ext>
            </a:extLst>
          </p:cNvPr>
          <p:cNvCxnSpPr/>
          <p:nvPr/>
        </p:nvCxnSpPr>
        <p:spPr>
          <a:xfrm>
            <a:off x="539562" y="1556814"/>
            <a:ext cx="1728240" cy="50407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6" name="Rechteck 315">
            <a:extLst>
              <a:ext uri="{FF2B5EF4-FFF2-40B4-BE49-F238E27FC236}">
                <a16:creationId xmlns:a16="http://schemas.microsoft.com/office/drawing/2014/main" id="{AE2C22FA-5D3D-47C0-B401-CCD2A1867A98}"/>
              </a:ext>
            </a:extLst>
          </p:cNvPr>
          <p:cNvSpPr/>
          <p:nvPr/>
        </p:nvSpPr>
        <p:spPr>
          <a:xfrm>
            <a:off x="5400092" y="270892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per match</a:t>
            </a:r>
          </a:p>
        </p:txBody>
      </p:sp>
      <p:sp>
        <p:nvSpPr>
          <p:cNvPr id="317" name="Rechteck 316">
            <a:extLst>
              <a:ext uri="{FF2B5EF4-FFF2-40B4-BE49-F238E27FC236}">
                <a16:creationId xmlns:a16="http://schemas.microsoft.com/office/drawing/2014/main" id="{EDE652E3-9DB2-495F-969B-FCDA8EC5E352}"/>
              </a:ext>
            </a:extLst>
          </p:cNvPr>
          <p:cNvSpPr/>
          <p:nvPr/>
        </p:nvSpPr>
        <p:spPr>
          <a:xfrm>
            <a:off x="6192180" y="4257092"/>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8" name="Rechteck 317">
            <a:extLst>
              <a:ext uri="{FF2B5EF4-FFF2-40B4-BE49-F238E27FC236}">
                <a16:creationId xmlns:a16="http://schemas.microsoft.com/office/drawing/2014/main" id="{99DBD3FF-4CF5-4952-A3A7-DF0CC2742A62}"/>
              </a:ext>
            </a:extLst>
          </p:cNvPr>
          <p:cNvSpPr/>
          <p:nvPr/>
        </p:nvSpPr>
        <p:spPr>
          <a:xfrm>
            <a:off x="6336200" y="4257092"/>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Output column</a:t>
            </a:r>
          </a:p>
          <a:p>
            <a:r>
              <a:rPr lang="en-US" sz="1000" dirty="0">
                <a:solidFill>
                  <a:schemeClr val="tx1"/>
                </a:solidFill>
              </a:rPr>
              <a:t>(Parameter 6)</a:t>
            </a:r>
          </a:p>
        </p:txBody>
      </p:sp>
      <p:sp>
        <p:nvSpPr>
          <p:cNvPr id="319" name="Rechteck 318">
            <a:extLst>
              <a:ext uri="{FF2B5EF4-FFF2-40B4-BE49-F238E27FC236}">
                <a16:creationId xmlns:a16="http://schemas.microsoft.com/office/drawing/2014/main" id="{CFB2E40C-5AFE-4EBA-8B9A-2038D0C90769}"/>
              </a:ext>
            </a:extLst>
          </p:cNvPr>
          <p:cNvSpPr/>
          <p:nvPr/>
        </p:nvSpPr>
        <p:spPr>
          <a:xfrm>
            <a:off x="6192180" y="3645024"/>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0" name="Rechteck 319">
            <a:extLst>
              <a:ext uri="{FF2B5EF4-FFF2-40B4-BE49-F238E27FC236}">
                <a16:creationId xmlns:a16="http://schemas.microsoft.com/office/drawing/2014/main" id="{9C7BB116-3E99-412A-B634-734F4924AE16}"/>
              </a:ext>
            </a:extLst>
          </p:cNvPr>
          <p:cNvSpPr/>
          <p:nvPr/>
        </p:nvSpPr>
        <p:spPr>
          <a:xfrm>
            <a:off x="6336200" y="3645024"/>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Search column</a:t>
            </a:r>
          </a:p>
          <a:p>
            <a:r>
              <a:rPr lang="en-US" sz="1000" dirty="0">
                <a:solidFill>
                  <a:schemeClr val="tx1"/>
                </a:solidFill>
              </a:rPr>
              <a:t>(Parameter 5)</a:t>
            </a:r>
          </a:p>
        </p:txBody>
      </p:sp>
      <p:sp>
        <p:nvSpPr>
          <p:cNvPr id="321" name="Pfeil nach rechts 16">
            <a:extLst>
              <a:ext uri="{FF2B5EF4-FFF2-40B4-BE49-F238E27FC236}">
                <a16:creationId xmlns:a16="http://schemas.microsoft.com/office/drawing/2014/main" id="{561B3F26-978A-4C73-BE28-1468C41E3F30}"/>
              </a:ext>
            </a:extLst>
          </p:cNvPr>
          <p:cNvSpPr/>
          <p:nvPr/>
        </p:nvSpPr>
        <p:spPr>
          <a:xfrm flipH="1">
            <a:off x="5616100" y="4473122"/>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2" name="Pfeil nach links und rechts 17">
            <a:extLst>
              <a:ext uri="{FF2B5EF4-FFF2-40B4-BE49-F238E27FC236}">
                <a16:creationId xmlns:a16="http://schemas.microsoft.com/office/drawing/2014/main" id="{8B1F86BD-4CE6-4811-867E-6AADB5EA34DD}"/>
              </a:ext>
            </a:extLst>
          </p:cNvPr>
          <p:cNvSpPr/>
          <p:nvPr/>
        </p:nvSpPr>
        <p:spPr>
          <a:xfrm>
            <a:off x="5616100" y="3789044"/>
            <a:ext cx="360050" cy="216030"/>
          </a:xfrm>
          <a:prstGeom prst="lef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3" name="Rechteck 322">
            <a:extLst>
              <a:ext uri="{FF2B5EF4-FFF2-40B4-BE49-F238E27FC236}">
                <a16:creationId xmlns:a16="http://schemas.microsoft.com/office/drawing/2014/main" id="{8F22C7BA-9057-4E46-B0D6-DCBB9FF94EF0}"/>
              </a:ext>
            </a:extLst>
          </p:cNvPr>
          <p:cNvSpPr/>
          <p:nvPr/>
        </p:nvSpPr>
        <p:spPr>
          <a:xfrm>
            <a:off x="6192012" y="4905164"/>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4" name="Rechteck 323">
            <a:extLst>
              <a:ext uri="{FF2B5EF4-FFF2-40B4-BE49-F238E27FC236}">
                <a16:creationId xmlns:a16="http://schemas.microsoft.com/office/drawing/2014/main" id="{8ECBFB67-028A-4F5F-A683-AA9961DC37FA}"/>
              </a:ext>
            </a:extLst>
          </p:cNvPr>
          <p:cNvSpPr/>
          <p:nvPr/>
        </p:nvSpPr>
        <p:spPr>
          <a:xfrm>
            <a:off x="6336032" y="4905164"/>
            <a:ext cx="122423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Counter column</a:t>
            </a:r>
          </a:p>
          <a:p>
            <a:r>
              <a:rPr lang="en-US" sz="1000" dirty="0">
                <a:solidFill>
                  <a:schemeClr val="tx1"/>
                </a:solidFill>
              </a:rPr>
              <a:t>(Parameter 8)</a:t>
            </a:r>
          </a:p>
          <a:p>
            <a:r>
              <a:rPr lang="en-US" sz="1000" dirty="0">
                <a:solidFill>
                  <a:schemeClr val="tx1"/>
                </a:solidFill>
              </a:rPr>
              <a:t>optional</a:t>
            </a:r>
          </a:p>
        </p:txBody>
      </p:sp>
      <p:sp>
        <p:nvSpPr>
          <p:cNvPr id="326" name="Rechteck 325">
            <a:extLst>
              <a:ext uri="{FF2B5EF4-FFF2-40B4-BE49-F238E27FC236}">
                <a16:creationId xmlns:a16="http://schemas.microsoft.com/office/drawing/2014/main" id="{2F96EA54-5CEF-41E3-9E24-E4D1A76926F8}"/>
              </a:ext>
            </a:extLst>
          </p:cNvPr>
          <p:cNvSpPr/>
          <p:nvPr/>
        </p:nvSpPr>
        <p:spPr>
          <a:xfrm>
            <a:off x="5399924" y="4041068"/>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Compared</a:t>
            </a:r>
          </a:p>
        </p:txBody>
      </p:sp>
      <p:sp>
        <p:nvSpPr>
          <p:cNvPr id="327" name="Rechteck 326">
            <a:extLst>
              <a:ext uri="{FF2B5EF4-FFF2-40B4-BE49-F238E27FC236}">
                <a16:creationId xmlns:a16="http://schemas.microsoft.com/office/drawing/2014/main" id="{4D6124E7-A9C7-4C3B-BBA2-88E28FF6BDC7}"/>
              </a:ext>
            </a:extLst>
          </p:cNvPr>
          <p:cNvSpPr/>
          <p:nvPr/>
        </p:nvSpPr>
        <p:spPr>
          <a:xfrm>
            <a:off x="5399924" y="4725116"/>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Transferred</a:t>
            </a:r>
          </a:p>
        </p:txBody>
      </p:sp>
      <p:sp>
        <p:nvSpPr>
          <p:cNvPr id="328" name="Rechteck 327">
            <a:extLst>
              <a:ext uri="{FF2B5EF4-FFF2-40B4-BE49-F238E27FC236}">
                <a16:creationId xmlns:a16="http://schemas.microsoft.com/office/drawing/2014/main" id="{757C06D7-EB75-420E-90E5-79BF706CE954}"/>
              </a:ext>
            </a:extLst>
          </p:cNvPr>
          <p:cNvSpPr/>
          <p:nvPr/>
        </p:nvSpPr>
        <p:spPr>
          <a:xfrm>
            <a:off x="6156124" y="346500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a:t>
            </a:r>
          </a:p>
        </p:txBody>
      </p:sp>
      <p:sp>
        <p:nvSpPr>
          <p:cNvPr id="329" name="Ellipse 328">
            <a:extLst>
              <a:ext uri="{FF2B5EF4-FFF2-40B4-BE49-F238E27FC236}">
                <a16:creationId xmlns:a16="http://schemas.microsoft.com/office/drawing/2014/main" id="{898EE3D4-8EEE-4803-9D48-C82BD87301F9}"/>
              </a:ext>
            </a:extLst>
          </p:cNvPr>
          <p:cNvSpPr/>
          <p:nvPr/>
        </p:nvSpPr>
        <p:spPr>
          <a:xfrm>
            <a:off x="5724076" y="497717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000" dirty="0">
                <a:solidFill>
                  <a:schemeClr val="tx1"/>
                </a:solidFill>
              </a:rPr>
              <a:t>+1</a:t>
            </a:r>
          </a:p>
        </p:txBody>
      </p:sp>
      <p:sp>
        <p:nvSpPr>
          <p:cNvPr id="330" name="Rechteck 329">
            <a:extLst>
              <a:ext uri="{FF2B5EF4-FFF2-40B4-BE49-F238E27FC236}">
                <a16:creationId xmlns:a16="http://schemas.microsoft.com/office/drawing/2014/main" id="{6C801BB1-979F-4EA7-B0A5-F96A03D96764}"/>
              </a:ext>
            </a:extLst>
          </p:cNvPr>
          <p:cNvSpPr/>
          <p:nvPr/>
        </p:nvSpPr>
        <p:spPr>
          <a:xfrm>
            <a:off x="5400040" y="522920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per match</a:t>
            </a:r>
          </a:p>
        </p:txBody>
      </p:sp>
      <p:sp>
        <p:nvSpPr>
          <p:cNvPr id="331" name="Rechteck 330">
            <a:extLst>
              <a:ext uri="{FF2B5EF4-FFF2-40B4-BE49-F238E27FC236}">
                <a16:creationId xmlns:a16="http://schemas.microsoft.com/office/drawing/2014/main" id="{B2DAF074-6007-4A5F-80EF-2D0F591C2A76}"/>
              </a:ext>
            </a:extLst>
          </p:cNvPr>
          <p:cNvSpPr/>
          <p:nvPr/>
        </p:nvSpPr>
        <p:spPr>
          <a:xfrm>
            <a:off x="179512" y="14847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2" name="Rechteck 331">
            <a:extLst>
              <a:ext uri="{FF2B5EF4-FFF2-40B4-BE49-F238E27FC236}">
                <a16:creationId xmlns:a16="http://schemas.microsoft.com/office/drawing/2014/main" id="{7058787F-4948-4B76-B6AE-2AF5FDB9F4EA}"/>
              </a:ext>
            </a:extLst>
          </p:cNvPr>
          <p:cNvSpPr/>
          <p:nvPr/>
        </p:nvSpPr>
        <p:spPr>
          <a:xfrm>
            <a:off x="68358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3" name="Rechteck 332">
            <a:extLst>
              <a:ext uri="{FF2B5EF4-FFF2-40B4-BE49-F238E27FC236}">
                <a16:creationId xmlns:a16="http://schemas.microsoft.com/office/drawing/2014/main" id="{55DCF6E8-04DC-4082-BAED-7F5CA0750E59}"/>
              </a:ext>
            </a:extLst>
          </p:cNvPr>
          <p:cNvSpPr/>
          <p:nvPr/>
        </p:nvSpPr>
        <p:spPr>
          <a:xfrm>
            <a:off x="82760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4" name="Rechteck 333">
            <a:extLst>
              <a:ext uri="{FF2B5EF4-FFF2-40B4-BE49-F238E27FC236}">
                <a16:creationId xmlns:a16="http://schemas.microsoft.com/office/drawing/2014/main" id="{57B7B2F1-84AA-4810-8478-8FE2CE6E064D}"/>
              </a:ext>
            </a:extLst>
          </p:cNvPr>
          <p:cNvSpPr/>
          <p:nvPr/>
        </p:nvSpPr>
        <p:spPr>
          <a:xfrm>
            <a:off x="111564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5" name="Rechteck 334">
            <a:extLst>
              <a:ext uri="{FF2B5EF4-FFF2-40B4-BE49-F238E27FC236}">
                <a16:creationId xmlns:a16="http://schemas.microsoft.com/office/drawing/2014/main" id="{93234A82-0466-49D4-B9E3-0DF82B0F2800}"/>
              </a:ext>
            </a:extLst>
          </p:cNvPr>
          <p:cNvSpPr/>
          <p:nvPr/>
        </p:nvSpPr>
        <p:spPr>
          <a:xfrm>
            <a:off x="395542" y="148479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6" name="Rechteck 335">
            <a:extLst>
              <a:ext uri="{FF2B5EF4-FFF2-40B4-BE49-F238E27FC236}">
                <a16:creationId xmlns:a16="http://schemas.microsoft.com/office/drawing/2014/main" id="{736DA2D3-F3D4-43F4-8C9B-957CC964C094}"/>
              </a:ext>
            </a:extLst>
          </p:cNvPr>
          <p:cNvSpPr/>
          <p:nvPr/>
        </p:nvSpPr>
        <p:spPr>
          <a:xfrm>
            <a:off x="179512" y="1844824"/>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7" name="Rechteck 336">
            <a:extLst>
              <a:ext uri="{FF2B5EF4-FFF2-40B4-BE49-F238E27FC236}">
                <a16:creationId xmlns:a16="http://schemas.microsoft.com/office/drawing/2014/main" id="{A54ADB20-4FDA-442F-BDBB-05287FD548EB}"/>
              </a:ext>
            </a:extLst>
          </p:cNvPr>
          <p:cNvSpPr/>
          <p:nvPr/>
        </p:nvSpPr>
        <p:spPr>
          <a:xfrm>
            <a:off x="683582" y="1844824"/>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8" name="Rechteck 337">
            <a:extLst>
              <a:ext uri="{FF2B5EF4-FFF2-40B4-BE49-F238E27FC236}">
                <a16:creationId xmlns:a16="http://schemas.microsoft.com/office/drawing/2014/main" id="{1804D55F-4430-4B48-AAD2-085D052A3167}"/>
              </a:ext>
            </a:extLst>
          </p:cNvPr>
          <p:cNvSpPr/>
          <p:nvPr/>
        </p:nvSpPr>
        <p:spPr>
          <a:xfrm>
            <a:off x="827602" y="1844824"/>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9" name="Rechteck 338">
            <a:extLst>
              <a:ext uri="{FF2B5EF4-FFF2-40B4-BE49-F238E27FC236}">
                <a16:creationId xmlns:a16="http://schemas.microsoft.com/office/drawing/2014/main" id="{46A81438-6411-412C-9030-6653BB1A41EF}"/>
              </a:ext>
            </a:extLst>
          </p:cNvPr>
          <p:cNvSpPr/>
          <p:nvPr/>
        </p:nvSpPr>
        <p:spPr>
          <a:xfrm>
            <a:off x="1115642" y="1844824"/>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0" name="Rechteck 339">
            <a:extLst>
              <a:ext uri="{FF2B5EF4-FFF2-40B4-BE49-F238E27FC236}">
                <a16:creationId xmlns:a16="http://schemas.microsoft.com/office/drawing/2014/main" id="{04D3E472-2977-419F-B2E6-F0B004A91C63}"/>
              </a:ext>
            </a:extLst>
          </p:cNvPr>
          <p:cNvSpPr/>
          <p:nvPr/>
        </p:nvSpPr>
        <p:spPr>
          <a:xfrm>
            <a:off x="395542" y="1844824"/>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41" name="Gerade Verbindung mit Pfeil 340">
            <a:extLst>
              <a:ext uri="{FF2B5EF4-FFF2-40B4-BE49-F238E27FC236}">
                <a16:creationId xmlns:a16="http://schemas.microsoft.com/office/drawing/2014/main" id="{62127F93-4382-4857-B55C-75E76281D2FD}"/>
              </a:ext>
            </a:extLst>
          </p:cNvPr>
          <p:cNvCxnSpPr>
            <a:cxnSpLocks/>
          </p:cNvCxnSpPr>
          <p:nvPr/>
        </p:nvCxnSpPr>
        <p:spPr>
          <a:xfrm>
            <a:off x="539552" y="1916832"/>
            <a:ext cx="1727398" cy="144413"/>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3" name="Rechteck 342">
            <a:extLst>
              <a:ext uri="{FF2B5EF4-FFF2-40B4-BE49-F238E27FC236}">
                <a16:creationId xmlns:a16="http://schemas.microsoft.com/office/drawing/2014/main" id="{7B7D8C4E-A208-4574-8BAD-35AC78CF47AA}"/>
              </a:ext>
            </a:extLst>
          </p:cNvPr>
          <p:cNvSpPr/>
          <p:nvPr/>
        </p:nvSpPr>
        <p:spPr>
          <a:xfrm>
            <a:off x="2123728" y="2636912"/>
            <a:ext cx="345638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During the lookup call:</a:t>
            </a:r>
          </a:p>
          <a:p>
            <a:r>
              <a:rPr lang="en-US" sz="800" dirty="0">
                <a:solidFill>
                  <a:schemeClr val="tx1"/>
                </a:solidFill>
              </a:rPr>
              <a:t>If the target table contains the same values in the input column</a:t>
            </a:r>
          </a:p>
          <a:p>
            <a:r>
              <a:rPr lang="en-US" sz="800" dirty="0">
                <a:solidFill>
                  <a:schemeClr val="tx1"/>
                </a:solidFill>
                <a:sym typeface="Wingdings" panose="05000000000000000000" pitchFamily="2" charset="2"/>
              </a:rPr>
              <a:t>again, then the same entry in the lookup table will be retrieved again.</a:t>
            </a:r>
          </a:p>
        </p:txBody>
      </p:sp>
      <p:cxnSp>
        <p:nvCxnSpPr>
          <p:cNvPr id="128" name="Gerade Verbindung mit Pfeil 127">
            <a:extLst>
              <a:ext uri="{FF2B5EF4-FFF2-40B4-BE49-F238E27FC236}">
                <a16:creationId xmlns:a16="http://schemas.microsoft.com/office/drawing/2014/main" id="{414E42D8-1E9B-4466-B07D-14C7A83557A4}"/>
              </a:ext>
            </a:extLst>
          </p:cNvPr>
          <p:cNvCxnSpPr>
            <a:cxnSpLocks/>
          </p:cNvCxnSpPr>
          <p:nvPr/>
        </p:nvCxnSpPr>
        <p:spPr>
          <a:xfrm>
            <a:off x="968188" y="1900518"/>
            <a:ext cx="1947682" cy="160344"/>
          </a:xfrm>
          <a:prstGeom prst="straightConnector1">
            <a:avLst/>
          </a:prstGeom>
          <a:ln>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Gerade Verbindung mit Pfeil 129">
            <a:extLst>
              <a:ext uri="{FF2B5EF4-FFF2-40B4-BE49-F238E27FC236}">
                <a16:creationId xmlns:a16="http://schemas.microsoft.com/office/drawing/2014/main" id="{B7C387D5-B784-4CD6-9AA7-88588835D342}"/>
              </a:ext>
            </a:extLst>
          </p:cNvPr>
          <p:cNvCxnSpPr>
            <a:cxnSpLocks/>
          </p:cNvCxnSpPr>
          <p:nvPr/>
        </p:nvCxnSpPr>
        <p:spPr>
          <a:xfrm>
            <a:off x="986118" y="4437529"/>
            <a:ext cx="1924221" cy="429784"/>
          </a:xfrm>
          <a:prstGeom prst="straightConnector1">
            <a:avLst/>
          </a:prstGeom>
          <a:ln>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8033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Table Lookup Fast</a:t>
            </a:r>
          </a:p>
        </p:txBody>
      </p:sp>
      <p:sp>
        <p:nvSpPr>
          <p:cNvPr id="4" name="Textplatzhalter 3"/>
          <p:cNvSpPr>
            <a:spLocks noGrp="1"/>
          </p:cNvSpPr>
          <p:nvPr>
            <p:ph type="body" sz="quarter" idx="16"/>
          </p:nvPr>
        </p:nvSpPr>
        <p:spPr/>
        <p:txBody>
          <a:bodyPr/>
          <a:lstStyle/>
          <a:p>
            <a:endParaRPr lang="en-US"/>
          </a:p>
        </p:txBody>
      </p:sp>
      <p:sp>
        <p:nvSpPr>
          <p:cNvPr id="79" name="Rechteck 78">
            <a:extLst>
              <a:ext uri="{FF2B5EF4-FFF2-40B4-BE49-F238E27FC236}">
                <a16:creationId xmlns:a16="http://schemas.microsoft.com/office/drawing/2014/main" id="{B5C544D5-EE29-4451-AC24-54CFF219AF37}"/>
              </a:ext>
            </a:extLst>
          </p:cNvPr>
          <p:cNvSpPr/>
          <p:nvPr/>
        </p:nvSpPr>
        <p:spPr>
          <a:xfrm>
            <a:off x="3707948" y="1196752"/>
            <a:ext cx="72010" cy="133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0" name="Rechteck 79">
            <a:extLst>
              <a:ext uri="{FF2B5EF4-FFF2-40B4-BE49-F238E27FC236}">
                <a16:creationId xmlns:a16="http://schemas.microsoft.com/office/drawing/2014/main" id="{6382280E-4148-4120-81DA-BA520F99040F}"/>
              </a:ext>
            </a:extLst>
          </p:cNvPr>
          <p:cNvSpPr/>
          <p:nvPr/>
        </p:nvSpPr>
        <p:spPr>
          <a:xfrm>
            <a:off x="1115588" y="1196752"/>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1" name="Rechteck 80">
            <a:extLst>
              <a:ext uri="{FF2B5EF4-FFF2-40B4-BE49-F238E27FC236}">
                <a16:creationId xmlns:a16="http://schemas.microsoft.com/office/drawing/2014/main" id="{F4F759E4-7DEA-44C3-ABBA-845304C4F9C7}"/>
              </a:ext>
            </a:extLst>
          </p:cNvPr>
          <p:cNvSpPr/>
          <p:nvPr/>
        </p:nvSpPr>
        <p:spPr>
          <a:xfrm>
            <a:off x="2699808" y="1196752"/>
            <a:ext cx="14402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2" name="Rechteck 81">
            <a:extLst>
              <a:ext uri="{FF2B5EF4-FFF2-40B4-BE49-F238E27FC236}">
                <a16:creationId xmlns:a16="http://schemas.microsoft.com/office/drawing/2014/main" id="{DB17BB28-F928-493A-9E0A-E6B49F2EC3B8}"/>
              </a:ext>
            </a:extLst>
          </p:cNvPr>
          <p:cNvSpPr/>
          <p:nvPr/>
        </p:nvSpPr>
        <p:spPr>
          <a:xfrm>
            <a:off x="2915838" y="1196752"/>
            <a:ext cx="28804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3" name="Rechteck 82">
            <a:extLst>
              <a:ext uri="{FF2B5EF4-FFF2-40B4-BE49-F238E27FC236}">
                <a16:creationId xmlns:a16="http://schemas.microsoft.com/office/drawing/2014/main" id="{DDADD5B1-F025-4DB4-B179-797BE7B570C0}"/>
              </a:ext>
            </a:extLst>
          </p:cNvPr>
          <p:cNvSpPr/>
          <p:nvPr/>
        </p:nvSpPr>
        <p:spPr>
          <a:xfrm>
            <a:off x="683528" y="1196752"/>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4" name="Rechteck 83">
            <a:extLst>
              <a:ext uri="{FF2B5EF4-FFF2-40B4-BE49-F238E27FC236}">
                <a16:creationId xmlns:a16="http://schemas.microsoft.com/office/drawing/2014/main" id="{91107D1A-8642-4E32-83BB-06A73B74A08A}"/>
              </a:ext>
            </a:extLst>
          </p:cNvPr>
          <p:cNvSpPr/>
          <p:nvPr/>
        </p:nvSpPr>
        <p:spPr>
          <a:xfrm>
            <a:off x="2123728" y="1124742"/>
            <a:ext cx="1800250" cy="1404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5" name="Rechteck 84">
            <a:extLst>
              <a:ext uri="{FF2B5EF4-FFF2-40B4-BE49-F238E27FC236}">
                <a16:creationId xmlns:a16="http://schemas.microsoft.com/office/drawing/2014/main" id="{B1F81E29-B3DC-460A-9248-FDFA9E9DCF83}"/>
              </a:ext>
            </a:extLst>
          </p:cNvPr>
          <p:cNvSpPr/>
          <p:nvPr/>
        </p:nvSpPr>
        <p:spPr>
          <a:xfrm>
            <a:off x="2123728" y="1196752"/>
            <a:ext cx="1800250" cy="1332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6" name="Rechteck 85">
            <a:extLst>
              <a:ext uri="{FF2B5EF4-FFF2-40B4-BE49-F238E27FC236}">
                <a16:creationId xmlns:a16="http://schemas.microsoft.com/office/drawing/2014/main" id="{6BA38A83-D9B8-4F2E-A772-DD4F1E428404}"/>
              </a:ext>
            </a:extLst>
          </p:cNvPr>
          <p:cNvSpPr/>
          <p:nvPr/>
        </p:nvSpPr>
        <p:spPr>
          <a:xfrm>
            <a:off x="179458" y="94471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(Parameter 1)</a:t>
            </a:r>
          </a:p>
        </p:txBody>
      </p:sp>
      <p:sp>
        <p:nvSpPr>
          <p:cNvPr id="87" name="Rechteck 86">
            <a:extLst>
              <a:ext uri="{FF2B5EF4-FFF2-40B4-BE49-F238E27FC236}">
                <a16:creationId xmlns:a16="http://schemas.microsoft.com/office/drawing/2014/main" id="{E7EB1D5A-8868-4BA0-9C01-B6C3408D80B2}"/>
              </a:ext>
            </a:extLst>
          </p:cNvPr>
          <p:cNvSpPr/>
          <p:nvPr/>
        </p:nvSpPr>
        <p:spPr>
          <a:xfrm>
            <a:off x="2123728" y="94471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 </a:t>
            </a:r>
            <a:r>
              <a:rPr lang="en-US" sz="1000" dirty="0">
                <a:solidFill>
                  <a:schemeClr val="tx1"/>
                </a:solidFill>
              </a:rPr>
              <a:t>(Parameter 4)</a:t>
            </a:r>
          </a:p>
        </p:txBody>
      </p:sp>
      <p:sp>
        <p:nvSpPr>
          <p:cNvPr id="88" name="Rechteck 87">
            <a:extLst>
              <a:ext uri="{FF2B5EF4-FFF2-40B4-BE49-F238E27FC236}">
                <a16:creationId xmlns:a16="http://schemas.microsoft.com/office/drawing/2014/main" id="{713AB0C4-FB9E-4D8E-8D5B-77080F1B8FB5}"/>
              </a:ext>
            </a:extLst>
          </p:cNvPr>
          <p:cNvSpPr/>
          <p:nvPr/>
        </p:nvSpPr>
        <p:spPr>
          <a:xfrm>
            <a:off x="179458" y="1124742"/>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9" name="Rechteck 88">
            <a:extLst>
              <a:ext uri="{FF2B5EF4-FFF2-40B4-BE49-F238E27FC236}">
                <a16:creationId xmlns:a16="http://schemas.microsoft.com/office/drawing/2014/main" id="{75B79597-1F88-4481-8F6B-C2A88EE166E9}"/>
              </a:ext>
            </a:extLst>
          </p:cNvPr>
          <p:cNvSpPr/>
          <p:nvPr/>
        </p:nvSpPr>
        <p:spPr>
          <a:xfrm>
            <a:off x="179458" y="1196752"/>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0" name="Rechteck 89">
            <a:extLst>
              <a:ext uri="{FF2B5EF4-FFF2-40B4-BE49-F238E27FC236}">
                <a16:creationId xmlns:a16="http://schemas.microsoft.com/office/drawing/2014/main" id="{425E9399-2F5A-42DF-A7F4-6B091F89206B}"/>
              </a:ext>
            </a:extLst>
          </p:cNvPr>
          <p:cNvSpPr/>
          <p:nvPr/>
        </p:nvSpPr>
        <p:spPr>
          <a:xfrm>
            <a:off x="179458" y="72868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lookup fast, table lookup fast ignore case:</a:t>
            </a:r>
          </a:p>
        </p:txBody>
      </p:sp>
      <p:sp>
        <p:nvSpPr>
          <p:cNvPr id="91" name="Rechteck 90">
            <a:extLst>
              <a:ext uri="{FF2B5EF4-FFF2-40B4-BE49-F238E27FC236}">
                <a16:creationId xmlns:a16="http://schemas.microsoft.com/office/drawing/2014/main" id="{6780FE8B-7DFB-4841-9D00-989071098032}"/>
              </a:ext>
            </a:extLst>
          </p:cNvPr>
          <p:cNvSpPr/>
          <p:nvPr/>
        </p:nvSpPr>
        <p:spPr>
          <a:xfrm>
            <a:off x="4319922" y="1736800"/>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Destination column</a:t>
            </a:r>
          </a:p>
          <a:p>
            <a:r>
              <a:rPr lang="en-US" sz="1000" dirty="0">
                <a:solidFill>
                  <a:schemeClr val="tx1"/>
                </a:solidFill>
              </a:rPr>
              <a:t>(Parameter 3)</a:t>
            </a:r>
          </a:p>
        </p:txBody>
      </p:sp>
      <p:sp>
        <p:nvSpPr>
          <p:cNvPr id="92" name="Rechteck 91">
            <a:extLst>
              <a:ext uri="{FF2B5EF4-FFF2-40B4-BE49-F238E27FC236}">
                <a16:creationId xmlns:a16="http://schemas.microsoft.com/office/drawing/2014/main" id="{4CC2CEF3-95D6-429A-9D3B-5783E726175F}"/>
              </a:ext>
            </a:extLst>
          </p:cNvPr>
          <p:cNvSpPr/>
          <p:nvPr/>
        </p:nvSpPr>
        <p:spPr>
          <a:xfrm>
            <a:off x="395488" y="1196752"/>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3" name="Rechteck 92">
            <a:extLst>
              <a:ext uri="{FF2B5EF4-FFF2-40B4-BE49-F238E27FC236}">
                <a16:creationId xmlns:a16="http://schemas.microsoft.com/office/drawing/2014/main" id="{C418D8BF-A847-4D4A-B813-5BC8D9C207D7}"/>
              </a:ext>
            </a:extLst>
          </p:cNvPr>
          <p:cNvSpPr/>
          <p:nvPr/>
        </p:nvSpPr>
        <p:spPr>
          <a:xfrm>
            <a:off x="4175902" y="1124732"/>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4" name="Rechteck 93">
            <a:extLst>
              <a:ext uri="{FF2B5EF4-FFF2-40B4-BE49-F238E27FC236}">
                <a16:creationId xmlns:a16="http://schemas.microsoft.com/office/drawing/2014/main" id="{9CF968AC-7E4F-466B-89A2-8D5BDAF63BF3}"/>
              </a:ext>
            </a:extLst>
          </p:cNvPr>
          <p:cNvSpPr/>
          <p:nvPr/>
        </p:nvSpPr>
        <p:spPr>
          <a:xfrm>
            <a:off x="4319922" y="1124732"/>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Input column</a:t>
            </a:r>
            <a:br>
              <a:rPr lang="en-US" sz="1000" dirty="0">
                <a:solidFill>
                  <a:schemeClr val="tx1"/>
                </a:solidFill>
              </a:rPr>
            </a:br>
            <a:r>
              <a:rPr lang="en-US" sz="1000" dirty="0">
                <a:solidFill>
                  <a:schemeClr val="tx1"/>
                </a:solidFill>
              </a:rPr>
              <a:t>(Parameter 2)</a:t>
            </a:r>
          </a:p>
        </p:txBody>
      </p:sp>
      <p:sp>
        <p:nvSpPr>
          <p:cNvPr id="95" name="Rechteck 94">
            <a:extLst>
              <a:ext uri="{FF2B5EF4-FFF2-40B4-BE49-F238E27FC236}">
                <a16:creationId xmlns:a16="http://schemas.microsoft.com/office/drawing/2014/main" id="{84CCE448-AA6D-46FD-8EAF-A7B1E9072B81}"/>
              </a:ext>
            </a:extLst>
          </p:cNvPr>
          <p:cNvSpPr/>
          <p:nvPr/>
        </p:nvSpPr>
        <p:spPr>
          <a:xfrm>
            <a:off x="2267748" y="1196752"/>
            <a:ext cx="144020" cy="13321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96" name="Gerade Verbindung 374">
            <a:extLst>
              <a:ext uri="{FF2B5EF4-FFF2-40B4-BE49-F238E27FC236}">
                <a16:creationId xmlns:a16="http://schemas.microsoft.com/office/drawing/2014/main" id="{178FF517-D343-4675-9DD3-8743B92CEBC4}"/>
              </a:ext>
            </a:extLst>
          </p:cNvPr>
          <p:cNvCxnSpPr/>
          <p:nvPr/>
        </p:nvCxnSpPr>
        <p:spPr>
          <a:xfrm>
            <a:off x="179458" y="1196752"/>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97" name="Rechteck 96">
            <a:extLst>
              <a:ext uri="{FF2B5EF4-FFF2-40B4-BE49-F238E27FC236}">
                <a16:creationId xmlns:a16="http://schemas.microsoft.com/office/drawing/2014/main" id="{A3CCF7DA-2B0C-4DFA-A441-C9B5FFB4963C}"/>
              </a:ext>
            </a:extLst>
          </p:cNvPr>
          <p:cNvSpPr/>
          <p:nvPr/>
        </p:nvSpPr>
        <p:spPr>
          <a:xfrm>
            <a:off x="179458" y="1484792"/>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8" name="Rechteck 97">
            <a:extLst>
              <a:ext uri="{FF2B5EF4-FFF2-40B4-BE49-F238E27FC236}">
                <a16:creationId xmlns:a16="http://schemas.microsoft.com/office/drawing/2014/main" id="{579CDF92-D2C8-4596-9E23-F4510847334F}"/>
              </a:ext>
            </a:extLst>
          </p:cNvPr>
          <p:cNvSpPr/>
          <p:nvPr/>
        </p:nvSpPr>
        <p:spPr>
          <a:xfrm>
            <a:off x="683528" y="1484792"/>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9" name="Rechteck 98">
            <a:extLst>
              <a:ext uri="{FF2B5EF4-FFF2-40B4-BE49-F238E27FC236}">
                <a16:creationId xmlns:a16="http://schemas.microsoft.com/office/drawing/2014/main" id="{74E2F1E3-A2CE-4A9C-8D48-631F68A3CE43}"/>
              </a:ext>
            </a:extLst>
          </p:cNvPr>
          <p:cNvSpPr/>
          <p:nvPr/>
        </p:nvSpPr>
        <p:spPr>
          <a:xfrm>
            <a:off x="827548" y="1484792"/>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0" name="Rechteck 99">
            <a:extLst>
              <a:ext uri="{FF2B5EF4-FFF2-40B4-BE49-F238E27FC236}">
                <a16:creationId xmlns:a16="http://schemas.microsoft.com/office/drawing/2014/main" id="{F78042AD-593F-44EA-BB01-6FA02C2776EE}"/>
              </a:ext>
            </a:extLst>
          </p:cNvPr>
          <p:cNvSpPr/>
          <p:nvPr/>
        </p:nvSpPr>
        <p:spPr>
          <a:xfrm>
            <a:off x="1115588" y="1484792"/>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01" name="Gerade Verbindung 77">
            <a:extLst>
              <a:ext uri="{FF2B5EF4-FFF2-40B4-BE49-F238E27FC236}">
                <a16:creationId xmlns:a16="http://schemas.microsoft.com/office/drawing/2014/main" id="{B96E4B4B-82C0-4B68-9E2B-D855281C7EDA}"/>
              </a:ext>
            </a:extLst>
          </p:cNvPr>
          <p:cNvCxnSpPr/>
          <p:nvPr/>
        </p:nvCxnSpPr>
        <p:spPr>
          <a:xfrm>
            <a:off x="2123728" y="1196752"/>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02" name="Rechteck 101">
            <a:extLst>
              <a:ext uri="{FF2B5EF4-FFF2-40B4-BE49-F238E27FC236}">
                <a16:creationId xmlns:a16="http://schemas.microsoft.com/office/drawing/2014/main" id="{B0C47FDE-F7F8-4BD6-8247-C38956ECD6CB}"/>
              </a:ext>
            </a:extLst>
          </p:cNvPr>
          <p:cNvSpPr/>
          <p:nvPr/>
        </p:nvSpPr>
        <p:spPr>
          <a:xfrm>
            <a:off x="2123728" y="2060872"/>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3" name="Rechteck 102">
            <a:extLst>
              <a:ext uri="{FF2B5EF4-FFF2-40B4-BE49-F238E27FC236}">
                <a16:creationId xmlns:a16="http://schemas.microsoft.com/office/drawing/2014/main" id="{E26D20A2-2E60-44E1-BF3A-93431C0AF7AC}"/>
              </a:ext>
            </a:extLst>
          </p:cNvPr>
          <p:cNvSpPr/>
          <p:nvPr/>
        </p:nvSpPr>
        <p:spPr>
          <a:xfrm>
            <a:off x="2699828" y="206087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4" name="Rechteck 103">
            <a:extLst>
              <a:ext uri="{FF2B5EF4-FFF2-40B4-BE49-F238E27FC236}">
                <a16:creationId xmlns:a16="http://schemas.microsoft.com/office/drawing/2014/main" id="{EC9D8EF7-B6D1-4691-977E-F8F1770A10C3}"/>
              </a:ext>
            </a:extLst>
          </p:cNvPr>
          <p:cNvSpPr/>
          <p:nvPr/>
        </p:nvSpPr>
        <p:spPr>
          <a:xfrm>
            <a:off x="2915838" y="206087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5" name="Rechteck 104">
            <a:extLst>
              <a:ext uri="{FF2B5EF4-FFF2-40B4-BE49-F238E27FC236}">
                <a16:creationId xmlns:a16="http://schemas.microsoft.com/office/drawing/2014/main" id="{64926EDE-C22D-428A-BF33-446AE37C9EF1}"/>
              </a:ext>
            </a:extLst>
          </p:cNvPr>
          <p:cNvSpPr/>
          <p:nvPr/>
        </p:nvSpPr>
        <p:spPr>
          <a:xfrm>
            <a:off x="3059878" y="206087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06" name="Gerade Verbindung mit Pfeil 105">
            <a:extLst>
              <a:ext uri="{FF2B5EF4-FFF2-40B4-BE49-F238E27FC236}">
                <a16:creationId xmlns:a16="http://schemas.microsoft.com/office/drawing/2014/main" id="{B094A6F3-7D77-4970-8390-9F54781E2FEB}"/>
              </a:ext>
            </a:extLst>
          </p:cNvPr>
          <p:cNvCxnSpPr>
            <a:cxnSpLocks/>
          </p:cNvCxnSpPr>
          <p:nvPr/>
        </p:nvCxnSpPr>
        <p:spPr>
          <a:xfrm>
            <a:off x="977099" y="1558663"/>
            <a:ext cx="1938739" cy="502209"/>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7" name="Rechteck 106">
            <a:extLst>
              <a:ext uri="{FF2B5EF4-FFF2-40B4-BE49-F238E27FC236}">
                <a16:creationId xmlns:a16="http://schemas.microsoft.com/office/drawing/2014/main" id="{98937A7F-F61B-43FE-8F56-1B936E8970E2}"/>
              </a:ext>
            </a:extLst>
          </p:cNvPr>
          <p:cNvSpPr/>
          <p:nvPr/>
        </p:nvSpPr>
        <p:spPr>
          <a:xfrm>
            <a:off x="2267748" y="2060872"/>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8" name="Rechteck 107">
            <a:extLst>
              <a:ext uri="{FF2B5EF4-FFF2-40B4-BE49-F238E27FC236}">
                <a16:creationId xmlns:a16="http://schemas.microsoft.com/office/drawing/2014/main" id="{E167FD10-B10A-4D73-ADE6-D256E18FA9E4}"/>
              </a:ext>
            </a:extLst>
          </p:cNvPr>
          <p:cNvSpPr/>
          <p:nvPr/>
        </p:nvSpPr>
        <p:spPr>
          <a:xfrm>
            <a:off x="395488" y="1484792"/>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09" name="Gerade Verbindung mit Pfeil 108">
            <a:extLst>
              <a:ext uri="{FF2B5EF4-FFF2-40B4-BE49-F238E27FC236}">
                <a16:creationId xmlns:a16="http://schemas.microsoft.com/office/drawing/2014/main" id="{4EBCAD09-8776-420F-8C67-235305CB24DE}"/>
              </a:ext>
            </a:extLst>
          </p:cNvPr>
          <p:cNvCxnSpPr/>
          <p:nvPr/>
        </p:nvCxnSpPr>
        <p:spPr>
          <a:xfrm>
            <a:off x="539508" y="1556802"/>
            <a:ext cx="1728240" cy="50407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Rechteck 109">
            <a:extLst>
              <a:ext uri="{FF2B5EF4-FFF2-40B4-BE49-F238E27FC236}">
                <a16:creationId xmlns:a16="http://schemas.microsoft.com/office/drawing/2014/main" id="{35B8BF1B-AA1B-49E9-9FEA-B6EB273BF604}"/>
              </a:ext>
            </a:extLst>
          </p:cNvPr>
          <p:cNvSpPr/>
          <p:nvPr/>
        </p:nvSpPr>
        <p:spPr>
          <a:xfrm>
            <a:off x="4175902" y="1736800"/>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1" name="Rechteck 110">
            <a:extLst>
              <a:ext uri="{FF2B5EF4-FFF2-40B4-BE49-F238E27FC236}">
                <a16:creationId xmlns:a16="http://schemas.microsoft.com/office/drawing/2014/main" id="{FD907B85-CA96-4F8D-B992-7FF7207BD75B}"/>
              </a:ext>
            </a:extLst>
          </p:cNvPr>
          <p:cNvSpPr/>
          <p:nvPr/>
        </p:nvSpPr>
        <p:spPr>
          <a:xfrm>
            <a:off x="3707948" y="2060872"/>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2" name="Rechteck 111">
            <a:extLst>
              <a:ext uri="{FF2B5EF4-FFF2-40B4-BE49-F238E27FC236}">
                <a16:creationId xmlns:a16="http://schemas.microsoft.com/office/drawing/2014/main" id="{008DF19C-2533-4DBD-BD32-BCA9DAED24AD}"/>
              </a:ext>
            </a:extLst>
          </p:cNvPr>
          <p:cNvSpPr/>
          <p:nvPr/>
        </p:nvSpPr>
        <p:spPr>
          <a:xfrm>
            <a:off x="4103894" y="94471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a:t>
            </a:r>
          </a:p>
        </p:txBody>
      </p:sp>
      <p:sp>
        <p:nvSpPr>
          <p:cNvPr id="113" name="Rechteck 112">
            <a:extLst>
              <a:ext uri="{FF2B5EF4-FFF2-40B4-BE49-F238E27FC236}">
                <a16:creationId xmlns:a16="http://schemas.microsoft.com/office/drawing/2014/main" id="{2871CCEA-4831-43FA-977B-570267E443D6}"/>
              </a:ext>
            </a:extLst>
          </p:cNvPr>
          <p:cNvSpPr/>
          <p:nvPr/>
        </p:nvSpPr>
        <p:spPr>
          <a:xfrm>
            <a:off x="2123674" y="2348880"/>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4" name="Rechteck 113">
            <a:extLst>
              <a:ext uri="{FF2B5EF4-FFF2-40B4-BE49-F238E27FC236}">
                <a16:creationId xmlns:a16="http://schemas.microsoft.com/office/drawing/2014/main" id="{29F0551E-7EB0-4D5E-B253-46F5600EF233}"/>
              </a:ext>
            </a:extLst>
          </p:cNvPr>
          <p:cNvSpPr/>
          <p:nvPr/>
        </p:nvSpPr>
        <p:spPr>
          <a:xfrm>
            <a:off x="2699774" y="2348880"/>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5" name="Rechteck 114">
            <a:extLst>
              <a:ext uri="{FF2B5EF4-FFF2-40B4-BE49-F238E27FC236}">
                <a16:creationId xmlns:a16="http://schemas.microsoft.com/office/drawing/2014/main" id="{7AF415B1-0755-4582-9E4D-F057216A6C2F}"/>
              </a:ext>
            </a:extLst>
          </p:cNvPr>
          <p:cNvSpPr/>
          <p:nvPr/>
        </p:nvSpPr>
        <p:spPr>
          <a:xfrm>
            <a:off x="2915784" y="2348880"/>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6" name="Rechteck 115">
            <a:extLst>
              <a:ext uri="{FF2B5EF4-FFF2-40B4-BE49-F238E27FC236}">
                <a16:creationId xmlns:a16="http://schemas.microsoft.com/office/drawing/2014/main" id="{6A78B00D-CD5D-4DE8-89A3-9932BE0ECFAB}"/>
              </a:ext>
            </a:extLst>
          </p:cNvPr>
          <p:cNvSpPr/>
          <p:nvPr/>
        </p:nvSpPr>
        <p:spPr>
          <a:xfrm>
            <a:off x="3059824" y="2348880"/>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7" name="Rechteck 116">
            <a:extLst>
              <a:ext uri="{FF2B5EF4-FFF2-40B4-BE49-F238E27FC236}">
                <a16:creationId xmlns:a16="http://schemas.microsoft.com/office/drawing/2014/main" id="{BCBB7B9C-38E7-4EF1-A41B-F3440960DE43}"/>
              </a:ext>
            </a:extLst>
          </p:cNvPr>
          <p:cNvSpPr/>
          <p:nvPr/>
        </p:nvSpPr>
        <p:spPr>
          <a:xfrm>
            <a:off x="2267694" y="2348880"/>
            <a:ext cx="144000" cy="72010"/>
          </a:xfrm>
          <a:prstGeom prst="rect">
            <a:avLst/>
          </a:prstGeom>
          <a:solidFill>
            <a:srgbClr val="C0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8" name="Rechteck 117">
            <a:extLst>
              <a:ext uri="{FF2B5EF4-FFF2-40B4-BE49-F238E27FC236}">
                <a16:creationId xmlns:a16="http://schemas.microsoft.com/office/drawing/2014/main" id="{755DF352-F165-4CCF-868F-8D4D93EBAF54}"/>
              </a:ext>
            </a:extLst>
          </p:cNvPr>
          <p:cNvSpPr/>
          <p:nvPr/>
        </p:nvSpPr>
        <p:spPr>
          <a:xfrm>
            <a:off x="3707894" y="2348880"/>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9" name="Rechteck 118">
            <a:extLst>
              <a:ext uri="{FF2B5EF4-FFF2-40B4-BE49-F238E27FC236}">
                <a16:creationId xmlns:a16="http://schemas.microsoft.com/office/drawing/2014/main" id="{C0E765CF-1C24-46A4-BB40-8E7955B18023}"/>
              </a:ext>
            </a:extLst>
          </p:cNvPr>
          <p:cNvSpPr/>
          <p:nvPr/>
        </p:nvSpPr>
        <p:spPr>
          <a:xfrm>
            <a:off x="179458" y="1844826"/>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0" name="Rechteck 119">
            <a:extLst>
              <a:ext uri="{FF2B5EF4-FFF2-40B4-BE49-F238E27FC236}">
                <a16:creationId xmlns:a16="http://schemas.microsoft.com/office/drawing/2014/main" id="{411CA926-6FB6-412B-B47A-23B652239BA9}"/>
              </a:ext>
            </a:extLst>
          </p:cNvPr>
          <p:cNvSpPr/>
          <p:nvPr/>
        </p:nvSpPr>
        <p:spPr>
          <a:xfrm>
            <a:off x="683528" y="184482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1" name="Rechteck 120">
            <a:extLst>
              <a:ext uri="{FF2B5EF4-FFF2-40B4-BE49-F238E27FC236}">
                <a16:creationId xmlns:a16="http://schemas.microsoft.com/office/drawing/2014/main" id="{459C9785-834A-4263-B401-0AD05F938BFC}"/>
              </a:ext>
            </a:extLst>
          </p:cNvPr>
          <p:cNvSpPr/>
          <p:nvPr/>
        </p:nvSpPr>
        <p:spPr>
          <a:xfrm>
            <a:off x="827548" y="184482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2" name="Rechteck 121">
            <a:extLst>
              <a:ext uri="{FF2B5EF4-FFF2-40B4-BE49-F238E27FC236}">
                <a16:creationId xmlns:a16="http://schemas.microsoft.com/office/drawing/2014/main" id="{F89E1E98-1D59-4F53-8B84-C34308E1D932}"/>
              </a:ext>
            </a:extLst>
          </p:cNvPr>
          <p:cNvSpPr/>
          <p:nvPr/>
        </p:nvSpPr>
        <p:spPr>
          <a:xfrm>
            <a:off x="1115588" y="184482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3" name="Rechteck 122">
            <a:extLst>
              <a:ext uri="{FF2B5EF4-FFF2-40B4-BE49-F238E27FC236}">
                <a16:creationId xmlns:a16="http://schemas.microsoft.com/office/drawing/2014/main" id="{279B8D7D-49E8-47E7-B14D-4C5BFE8E32DA}"/>
              </a:ext>
            </a:extLst>
          </p:cNvPr>
          <p:cNvSpPr/>
          <p:nvPr/>
        </p:nvSpPr>
        <p:spPr>
          <a:xfrm>
            <a:off x="395488" y="1844826"/>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4" name="Rechteck 123">
            <a:extLst>
              <a:ext uri="{FF2B5EF4-FFF2-40B4-BE49-F238E27FC236}">
                <a16:creationId xmlns:a16="http://schemas.microsoft.com/office/drawing/2014/main" id="{7A028ED8-66B5-4560-8AB5-6EAA7BB314B7}"/>
              </a:ext>
            </a:extLst>
          </p:cNvPr>
          <p:cNvSpPr/>
          <p:nvPr/>
        </p:nvSpPr>
        <p:spPr>
          <a:xfrm>
            <a:off x="2123674" y="2636914"/>
            <a:ext cx="345638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During the lookup call:</a:t>
            </a:r>
          </a:p>
          <a:p>
            <a:r>
              <a:rPr lang="en-US" sz="800" dirty="0">
                <a:solidFill>
                  <a:schemeClr val="tx1"/>
                </a:solidFill>
              </a:rPr>
              <a:t>Position in lookup table is memorized for the next lookup.  Search</a:t>
            </a:r>
          </a:p>
          <a:p>
            <a:r>
              <a:rPr lang="en-US" sz="800" dirty="0">
                <a:solidFill>
                  <a:schemeClr val="tx1"/>
                </a:solidFill>
                <a:sym typeface="Wingdings" panose="05000000000000000000" pitchFamily="2" charset="2"/>
              </a:rPr>
              <a:t>continue in same row and then down. If not match found yet, search</a:t>
            </a:r>
          </a:p>
          <a:p>
            <a:r>
              <a:rPr lang="en-US" sz="800" dirty="0">
                <a:solidFill>
                  <a:schemeClr val="tx1"/>
                </a:solidFill>
                <a:sym typeface="Wingdings" panose="05000000000000000000" pitchFamily="2" charset="2"/>
              </a:rPr>
              <a:t>continues at row 1 to cover the remaining rows.</a:t>
            </a:r>
          </a:p>
        </p:txBody>
      </p:sp>
      <p:cxnSp>
        <p:nvCxnSpPr>
          <p:cNvPr id="125" name="Gerade Verbindung mit Pfeil 124">
            <a:extLst>
              <a:ext uri="{FF2B5EF4-FFF2-40B4-BE49-F238E27FC236}">
                <a16:creationId xmlns:a16="http://schemas.microsoft.com/office/drawing/2014/main" id="{E0030F00-16B2-4EB8-A9C8-22F89AE155B3}"/>
              </a:ext>
            </a:extLst>
          </p:cNvPr>
          <p:cNvCxnSpPr>
            <a:cxnSpLocks/>
          </p:cNvCxnSpPr>
          <p:nvPr/>
        </p:nvCxnSpPr>
        <p:spPr>
          <a:xfrm>
            <a:off x="539498" y="1916834"/>
            <a:ext cx="1727398" cy="144413"/>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Gerade Verbindung mit Pfeil 125">
            <a:extLst>
              <a:ext uri="{FF2B5EF4-FFF2-40B4-BE49-F238E27FC236}">
                <a16:creationId xmlns:a16="http://schemas.microsoft.com/office/drawing/2014/main" id="{A74F995E-3C7D-46C3-8DDB-865DAD41DD6F}"/>
              </a:ext>
            </a:extLst>
          </p:cNvPr>
          <p:cNvCxnSpPr>
            <a:cxnSpLocks/>
            <a:stCxn id="117" idx="0"/>
          </p:cNvCxnSpPr>
          <p:nvPr/>
        </p:nvCxnSpPr>
        <p:spPr>
          <a:xfrm flipV="1">
            <a:off x="2339694" y="2132858"/>
            <a:ext cx="4" cy="216022"/>
          </a:xfrm>
          <a:prstGeom prst="straightConnector1">
            <a:avLst/>
          </a:prstGeom>
          <a:ln>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7" name="Rechteck 126">
            <a:extLst>
              <a:ext uri="{FF2B5EF4-FFF2-40B4-BE49-F238E27FC236}">
                <a16:creationId xmlns:a16="http://schemas.microsoft.com/office/drawing/2014/main" id="{13AE401E-15BA-41F0-ABC5-9C65F3D0AC0A}"/>
              </a:ext>
            </a:extLst>
          </p:cNvPr>
          <p:cNvSpPr/>
          <p:nvPr/>
        </p:nvSpPr>
        <p:spPr>
          <a:xfrm>
            <a:off x="6192126" y="1736814"/>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8" name="Rechteck 127">
            <a:extLst>
              <a:ext uri="{FF2B5EF4-FFF2-40B4-BE49-F238E27FC236}">
                <a16:creationId xmlns:a16="http://schemas.microsoft.com/office/drawing/2014/main" id="{B199E5BA-01A0-4E46-9E2D-573D200A6708}"/>
              </a:ext>
            </a:extLst>
          </p:cNvPr>
          <p:cNvSpPr/>
          <p:nvPr/>
        </p:nvSpPr>
        <p:spPr>
          <a:xfrm>
            <a:off x="6336146" y="1736814"/>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Output column</a:t>
            </a:r>
          </a:p>
          <a:p>
            <a:r>
              <a:rPr lang="en-US" sz="1000" dirty="0">
                <a:solidFill>
                  <a:schemeClr val="tx1"/>
                </a:solidFill>
              </a:rPr>
              <a:t>(Parameter 6)</a:t>
            </a:r>
          </a:p>
        </p:txBody>
      </p:sp>
      <p:sp>
        <p:nvSpPr>
          <p:cNvPr id="129" name="Rechteck 128">
            <a:extLst>
              <a:ext uri="{FF2B5EF4-FFF2-40B4-BE49-F238E27FC236}">
                <a16:creationId xmlns:a16="http://schemas.microsoft.com/office/drawing/2014/main" id="{22D098BD-FB30-4236-B760-302CE8E717D4}"/>
              </a:ext>
            </a:extLst>
          </p:cNvPr>
          <p:cNvSpPr/>
          <p:nvPr/>
        </p:nvSpPr>
        <p:spPr>
          <a:xfrm>
            <a:off x="6192126" y="1124746"/>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9" name="Rechteck 138">
            <a:extLst>
              <a:ext uri="{FF2B5EF4-FFF2-40B4-BE49-F238E27FC236}">
                <a16:creationId xmlns:a16="http://schemas.microsoft.com/office/drawing/2014/main" id="{E8BE4B5B-21A4-4543-B2A1-912684E1F1E0}"/>
              </a:ext>
            </a:extLst>
          </p:cNvPr>
          <p:cNvSpPr/>
          <p:nvPr/>
        </p:nvSpPr>
        <p:spPr>
          <a:xfrm>
            <a:off x="6336146" y="1124746"/>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Search column</a:t>
            </a:r>
          </a:p>
          <a:p>
            <a:r>
              <a:rPr lang="en-US" sz="1000" dirty="0">
                <a:solidFill>
                  <a:schemeClr val="tx1"/>
                </a:solidFill>
              </a:rPr>
              <a:t>(Parameter 5)</a:t>
            </a:r>
          </a:p>
        </p:txBody>
      </p:sp>
      <p:sp>
        <p:nvSpPr>
          <p:cNvPr id="142" name="Pfeil nach rechts 16">
            <a:extLst>
              <a:ext uri="{FF2B5EF4-FFF2-40B4-BE49-F238E27FC236}">
                <a16:creationId xmlns:a16="http://schemas.microsoft.com/office/drawing/2014/main" id="{871EAB7E-7A8E-4D55-935D-CD6C4873AA34}"/>
              </a:ext>
            </a:extLst>
          </p:cNvPr>
          <p:cNvSpPr/>
          <p:nvPr/>
        </p:nvSpPr>
        <p:spPr>
          <a:xfrm flipH="1">
            <a:off x="5616046" y="1952844"/>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Pfeil nach links und rechts 17">
            <a:extLst>
              <a:ext uri="{FF2B5EF4-FFF2-40B4-BE49-F238E27FC236}">
                <a16:creationId xmlns:a16="http://schemas.microsoft.com/office/drawing/2014/main" id="{C5687134-6662-4671-88A0-4B9F5A513416}"/>
              </a:ext>
            </a:extLst>
          </p:cNvPr>
          <p:cNvSpPr/>
          <p:nvPr/>
        </p:nvSpPr>
        <p:spPr>
          <a:xfrm>
            <a:off x="5616046" y="1268766"/>
            <a:ext cx="360050" cy="216030"/>
          </a:xfrm>
          <a:prstGeom prst="lef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4" name="Rechteck 143">
            <a:extLst>
              <a:ext uri="{FF2B5EF4-FFF2-40B4-BE49-F238E27FC236}">
                <a16:creationId xmlns:a16="http://schemas.microsoft.com/office/drawing/2014/main" id="{74747BC6-9A6D-4562-9922-6E12AD3C5568}"/>
              </a:ext>
            </a:extLst>
          </p:cNvPr>
          <p:cNvSpPr/>
          <p:nvPr/>
        </p:nvSpPr>
        <p:spPr>
          <a:xfrm>
            <a:off x="6191958" y="2384886"/>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5" name="Rechteck 144">
            <a:extLst>
              <a:ext uri="{FF2B5EF4-FFF2-40B4-BE49-F238E27FC236}">
                <a16:creationId xmlns:a16="http://schemas.microsoft.com/office/drawing/2014/main" id="{28959A7B-BA01-423C-9475-6B1F57E2213E}"/>
              </a:ext>
            </a:extLst>
          </p:cNvPr>
          <p:cNvSpPr/>
          <p:nvPr/>
        </p:nvSpPr>
        <p:spPr>
          <a:xfrm>
            <a:off x="6335978" y="2384886"/>
            <a:ext cx="122423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Counter column</a:t>
            </a:r>
          </a:p>
          <a:p>
            <a:r>
              <a:rPr lang="en-US" sz="1000" dirty="0">
                <a:solidFill>
                  <a:schemeClr val="tx1"/>
                </a:solidFill>
              </a:rPr>
              <a:t>(Parameter 8)</a:t>
            </a:r>
          </a:p>
          <a:p>
            <a:r>
              <a:rPr lang="en-US" sz="1000" dirty="0">
                <a:solidFill>
                  <a:schemeClr val="tx1"/>
                </a:solidFill>
              </a:rPr>
              <a:t>optional</a:t>
            </a:r>
          </a:p>
        </p:txBody>
      </p:sp>
      <p:sp>
        <p:nvSpPr>
          <p:cNvPr id="146" name="Rechteck 145">
            <a:extLst>
              <a:ext uri="{FF2B5EF4-FFF2-40B4-BE49-F238E27FC236}">
                <a16:creationId xmlns:a16="http://schemas.microsoft.com/office/drawing/2014/main" id="{73008532-A763-4020-84FB-12B1C847CB76}"/>
              </a:ext>
            </a:extLst>
          </p:cNvPr>
          <p:cNvSpPr/>
          <p:nvPr/>
        </p:nvSpPr>
        <p:spPr>
          <a:xfrm>
            <a:off x="5399870" y="152079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Compared</a:t>
            </a:r>
          </a:p>
        </p:txBody>
      </p:sp>
      <p:sp>
        <p:nvSpPr>
          <p:cNvPr id="147" name="Rechteck 146">
            <a:extLst>
              <a:ext uri="{FF2B5EF4-FFF2-40B4-BE49-F238E27FC236}">
                <a16:creationId xmlns:a16="http://schemas.microsoft.com/office/drawing/2014/main" id="{40B72B62-8C00-44FB-90B3-3EA041961E04}"/>
              </a:ext>
            </a:extLst>
          </p:cNvPr>
          <p:cNvSpPr/>
          <p:nvPr/>
        </p:nvSpPr>
        <p:spPr>
          <a:xfrm>
            <a:off x="5399870" y="2204838"/>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Transferred</a:t>
            </a:r>
          </a:p>
        </p:txBody>
      </p:sp>
      <p:sp>
        <p:nvSpPr>
          <p:cNvPr id="148" name="Rechteck 147">
            <a:extLst>
              <a:ext uri="{FF2B5EF4-FFF2-40B4-BE49-F238E27FC236}">
                <a16:creationId xmlns:a16="http://schemas.microsoft.com/office/drawing/2014/main" id="{DCA0F332-0598-4283-9246-7E697CD3BBF4}"/>
              </a:ext>
            </a:extLst>
          </p:cNvPr>
          <p:cNvSpPr/>
          <p:nvPr/>
        </p:nvSpPr>
        <p:spPr>
          <a:xfrm>
            <a:off x="6156070" y="94472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a:t>
            </a:r>
          </a:p>
        </p:txBody>
      </p:sp>
      <p:sp>
        <p:nvSpPr>
          <p:cNvPr id="150" name="Ellipse 149">
            <a:extLst>
              <a:ext uri="{FF2B5EF4-FFF2-40B4-BE49-F238E27FC236}">
                <a16:creationId xmlns:a16="http://schemas.microsoft.com/office/drawing/2014/main" id="{A9DD6F6D-B72F-4846-8097-B1DC225AFC5B}"/>
              </a:ext>
            </a:extLst>
          </p:cNvPr>
          <p:cNvSpPr/>
          <p:nvPr/>
        </p:nvSpPr>
        <p:spPr>
          <a:xfrm>
            <a:off x="5724022" y="2456894"/>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000" dirty="0">
                <a:solidFill>
                  <a:schemeClr val="tx1"/>
                </a:solidFill>
              </a:rPr>
              <a:t>+1</a:t>
            </a:r>
          </a:p>
        </p:txBody>
      </p:sp>
      <p:sp>
        <p:nvSpPr>
          <p:cNvPr id="151" name="Rechteck 150">
            <a:extLst>
              <a:ext uri="{FF2B5EF4-FFF2-40B4-BE49-F238E27FC236}">
                <a16:creationId xmlns:a16="http://schemas.microsoft.com/office/drawing/2014/main" id="{8BB03910-CC42-411C-A17C-22F12E546CD7}"/>
              </a:ext>
            </a:extLst>
          </p:cNvPr>
          <p:cNvSpPr/>
          <p:nvPr/>
        </p:nvSpPr>
        <p:spPr>
          <a:xfrm>
            <a:off x="5399986" y="2708922"/>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per match</a:t>
            </a:r>
          </a:p>
        </p:txBody>
      </p:sp>
      <p:cxnSp>
        <p:nvCxnSpPr>
          <p:cNvPr id="152" name="Gerade Verbindung mit Pfeil 151">
            <a:extLst>
              <a:ext uri="{FF2B5EF4-FFF2-40B4-BE49-F238E27FC236}">
                <a16:creationId xmlns:a16="http://schemas.microsoft.com/office/drawing/2014/main" id="{695CE1C1-ECE8-42AB-B8E9-D219CDDB246E}"/>
              </a:ext>
            </a:extLst>
          </p:cNvPr>
          <p:cNvCxnSpPr>
            <a:cxnSpLocks/>
          </p:cNvCxnSpPr>
          <p:nvPr/>
        </p:nvCxnSpPr>
        <p:spPr>
          <a:xfrm>
            <a:off x="986064" y="1917251"/>
            <a:ext cx="1924221" cy="429784"/>
          </a:xfrm>
          <a:prstGeom prst="straightConnector1">
            <a:avLst/>
          </a:prstGeom>
          <a:ln>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53" name="Rechteck 152">
            <a:extLst>
              <a:ext uri="{FF2B5EF4-FFF2-40B4-BE49-F238E27FC236}">
                <a16:creationId xmlns:a16="http://schemas.microsoft.com/office/drawing/2014/main" id="{9198D8E5-D4D9-4B37-94DD-680F7951D243}"/>
              </a:ext>
            </a:extLst>
          </p:cNvPr>
          <p:cNvSpPr/>
          <p:nvPr/>
        </p:nvSpPr>
        <p:spPr>
          <a:xfrm>
            <a:off x="179458" y="2276872"/>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4" name="Rechteck 153">
            <a:extLst>
              <a:ext uri="{FF2B5EF4-FFF2-40B4-BE49-F238E27FC236}">
                <a16:creationId xmlns:a16="http://schemas.microsoft.com/office/drawing/2014/main" id="{805B654F-84C7-4FD9-AE79-854D37AA62BF}"/>
              </a:ext>
            </a:extLst>
          </p:cNvPr>
          <p:cNvSpPr/>
          <p:nvPr/>
        </p:nvSpPr>
        <p:spPr>
          <a:xfrm>
            <a:off x="683528" y="227687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a:extLst>
              <a:ext uri="{FF2B5EF4-FFF2-40B4-BE49-F238E27FC236}">
                <a16:creationId xmlns:a16="http://schemas.microsoft.com/office/drawing/2014/main" id="{2857B0A2-AE1B-42B2-A8F8-E5958D00C608}"/>
              </a:ext>
            </a:extLst>
          </p:cNvPr>
          <p:cNvSpPr/>
          <p:nvPr/>
        </p:nvSpPr>
        <p:spPr>
          <a:xfrm>
            <a:off x="827548" y="227687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a:extLst>
              <a:ext uri="{FF2B5EF4-FFF2-40B4-BE49-F238E27FC236}">
                <a16:creationId xmlns:a16="http://schemas.microsoft.com/office/drawing/2014/main" id="{BA026F1B-5668-4C4E-BCCA-3B8FD73BDDB2}"/>
              </a:ext>
            </a:extLst>
          </p:cNvPr>
          <p:cNvSpPr/>
          <p:nvPr/>
        </p:nvSpPr>
        <p:spPr>
          <a:xfrm>
            <a:off x="1115588" y="227687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a:extLst>
              <a:ext uri="{FF2B5EF4-FFF2-40B4-BE49-F238E27FC236}">
                <a16:creationId xmlns:a16="http://schemas.microsoft.com/office/drawing/2014/main" id="{0EB726D6-9D6E-4C70-96DB-A8D9636D17F3}"/>
              </a:ext>
            </a:extLst>
          </p:cNvPr>
          <p:cNvSpPr/>
          <p:nvPr/>
        </p:nvSpPr>
        <p:spPr>
          <a:xfrm>
            <a:off x="395488" y="2276872"/>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a:extLst>
              <a:ext uri="{FF2B5EF4-FFF2-40B4-BE49-F238E27FC236}">
                <a16:creationId xmlns:a16="http://schemas.microsoft.com/office/drawing/2014/main" id="{7FC1DD35-2AB3-402E-A5C9-1BB96DDAB9BB}"/>
              </a:ext>
            </a:extLst>
          </p:cNvPr>
          <p:cNvSpPr/>
          <p:nvPr/>
        </p:nvSpPr>
        <p:spPr>
          <a:xfrm>
            <a:off x="2123674" y="141277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1" name="Rechteck 160">
            <a:extLst>
              <a:ext uri="{FF2B5EF4-FFF2-40B4-BE49-F238E27FC236}">
                <a16:creationId xmlns:a16="http://schemas.microsoft.com/office/drawing/2014/main" id="{9AE9BA5D-5500-4904-A896-26614EB0C903}"/>
              </a:ext>
            </a:extLst>
          </p:cNvPr>
          <p:cNvSpPr/>
          <p:nvPr/>
        </p:nvSpPr>
        <p:spPr>
          <a:xfrm>
            <a:off x="2699774" y="1412778"/>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a:extLst>
              <a:ext uri="{FF2B5EF4-FFF2-40B4-BE49-F238E27FC236}">
                <a16:creationId xmlns:a16="http://schemas.microsoft.com/office/drawing/2014/main" id="{4E013F8A-328E-4AC4-9AA5-1024374C82A6}"/>
              </a:ext>
            </a:extLst>
          </p:cNvPr>
          <p:cNvSpPr/>
          <p:nvPr/>
        </p:nvSpPr>
        <p:spPr>
          <a:xfrm>
            <a:off x="2915784" y="1412778"/>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3" name="Rechteck 162">
            <a:extLst>
              <a:ext uri="{FF2B5EF4-FFF2-40B4-BE49-F238E27FC236}">
                <a16:creationId xmlns:a16="http://schemas.microsoft.com/office/drawing/2014/main" id="{CA3C7239-E97C-416A-B125-0451483DE01E}"/>
              </a:ext>
            </a:extLst>
          </p:cNvPr>
          <p:cNvSpPr/>
          <p:nvPr/>
        </p:nvSpPr>
        <p:spPr>
          <a:xfrm>
            <a:off x="3059824" y="1412778"/>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4" name="Rechteck 163">
            <a:extLst>
              <a:ext uri="{FF2B5EF4-FFF2-40B4-BE49-F238E27FC236}">
                <a16:creationId xmlns:a16="http://schemas.microsoft.com/office/drawing/2014/main" id="{AE883EFC-AB2C-41AA-93C9-538A60D25CD7}"/>
              </a:ext>
            </a:extLst>
          </p:cNvPr>
          <p:cNvSpPr/>
          <p:nvPr/>
        </p:nvSpPr>
        <p:spPr>
          <a:xfrm>
            <a:off x="2267694" y="1412778"/>
            <a:ext cx="144000" cy="72010"/>
          </a:xfrm>
          <a:prstGeom prst="rect">
            <a:avLst/>
          </a:prstGeom>
          <a:solidFill>
            <a:srgbClr val="C0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a:extLst>
              <a:ext uri="{FF2B5EF4-FFF2-40B4-BE49-F238E27FC236}">
                <a16:creationId xmlns:a16="http://schemas.microsoft.com/office/drawing/2014/main" id="{288D53AE-684A-4E71-96CB-7EBA9B71BA70}"/>
              </a:ext>
            </a:extLst>
          </p:cNvPr>
          <p:cNvSpPr/>
          <p:nvPr/>
        </p:nvSpPr>
        <p:spPr>
          <a:xfrm>
            <a:off x="3707894" y="141277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66" name="Gerade Verbindung mit Pfeil 165">
            <a:extLst>
              <a:ext uri="{FF2B5EF4-FFF2-40B4-BE49-F238E27FC236}">
                <a16:creationId xmlns:a16="http://schemas.microsoft.com/office/drawing/2014/main" id="{AA6E3B6A-0026-4A24-8BBF-1F5F0D533265}"/>
              </a:ext>
            </a:extLst>
          </p:cNvPr>
          <p:cNvCxnSpPr>
            <a:cxnSpLocks/>
          </p:cNvCxnSpPr>
          <p:nvPr/>
        </p:nvCxnSpPr>
        <p:spPr>
          <a:xfrm flipV="1">
            <a:off x="539498" y="1423072"/>
            <a:ext cx="1721048" cy="853802"/>
          </a:xfrm>
          <a:prstGeom prst="straightConnector1">
            <a:avLst/>
          </a:prstGeom>
          <a:ln>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Gerade Verbindung mit Pfeil 166">
            <a:extLst>
              <a:ext uri="{FF2B5EF4-FFF2-40B4-BE49-F238E27FC236}">
                <a16:creationId xmlns:a16="http://schemas.microsoft.com/office/drawing/2014/main" id="{51D22585-4516-4491-B1B9-404A2FAD59AA}"/>
              </a:ext>
            </a:extLst>
          </p:cNvPr>
          <p:cNvCxnSpPr>
            <a:cxnSpLocks/>
          </p:cNvCxnSpPr>
          <p:nvPr/>
        </p:nvCxnSpPr>
        <p:spPr>
          <a:xfrm flipV="1">
            <a:off x="971496" y="1499272"/>
            <a:ext cx="1860550" cy="787400"/>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4410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Table Integrate</a:t>
            </a:r>
          </a:p>
        </p:txBody>
      </p:sp>
      <p:sp>
        <p:nvSpPr>
          <p:cNvPr id="4" name="Textplatzhalter 3"/>
          <p:cNvSpPr>
            <a:spLocks noGrp="1"/>
          </p:cNvSpPr>
          <p:nvPr>
            <p:ph type="body" sz="quarter" idx="16"/>
          </p:nvPr>
        </p:nvSpPr>
        <p:spPr/>
        <p:txBody>
          <a:bodyPr/>
          <a:lstStyle/>
          <a:p>
            <a:endParaRPr lang="en-US"/>
          </a:p>
        </p:txBody>
      </p:sp>
      <p:sp>
        <p:nvSpPr>
          <p:cNvPr id="106" name="Rechteck 105">
            <a:extLst>
              <a:ext uri="{FF2B5EF4-FFF2-40B4-BE49-F238E27FC236}">
                <a16:creationId xmlns:a16="http://schemas.microsoft.com/office/drawing/2014/main" id="{4DFE7B9B-A63C-43F9-A3EC-16CD380928BF}"/>
              </a:ext>
            </a:extLst>
          </p:cNvPr>
          <p:cNvSpPr/>
          <p:nvPr/>
        </p:nvSpPr>
        <p:spPr>
          <a:xfrm>
            <a:off x="1115642" y="1196764"/>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1" name="Rechteck 110">
            <a:extLst>
              <a:ext uri="{FF2B5EF4-FFF2-40B4-BE49-F238E27FC236}">
                <a16:creationId xmlns:a16="http://schemas.microsoft.com/office/drawing/2014/main" id="{31D74F90-7555-4CDE-A288-10E9787A4D7F}"/>
              </a:ext>
            </a:extLst>
          </p:cNvPr>
          <p:cNvSpPr/>
          <p:nvPr/>
        </p:nvSpPr>
        <p:spPr>
          <a:xfrm>
            <a:off x="683582" y="1196764"/>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8" name="Rechteck 117">
            <a:extLst>
              <a:ext uri="{FF2B5EF4-FFF2-40B4-BE49-F238E27FC236}">
                <a16:creationId xmlns:a16="http://schemas.microsoft.com/office/drawing/2014/main" id="{AC5D84EC-A16E-4EF1-9EFD-0BB5414BEF8F}"/>
              </a:ext>
            </a:extLst>
          </p:cNvPr>
          <p:cNvSpPr/>
          <p:nvPr/>
        </p:nvSpPr>
        <p:spPr>
          <a:xfrm>
            <a:off x="179512" y="94473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(Parameter 1)</a:t>
            </a:r>
          </a:p>
        </p:txBody>
      </p:sp>
      <p:sp>
        <p:nvSpPr>
          <p:cNvPr id="119" name="Rechteck 118">
            <a:extLst>
              <a:ext uri="{FF2B5EF4-FFF2-40B4-BE49-F238E27FC236}">
                <a16:creationId xmlns:a16="http://schemas.microsoft.com/office/drawing/2014/main" id="{BF5D649A-103A-4625-8E1D-198451E4F014}"/>
              </a:ext>
            </a:extLst>
          </p:cNvPr>
          <p:cNvSpPr/>
          <p:nvPr/>
        </p:nvSpPr>
        <p:spPr>
          <a:xfrm>
            <a:off x="2123782" y="94473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 </a:t>
            </a:r>
            <a:r>
              <a:rPr lang="en-US" sz="1000" dirty="0">
                <a:solidFill>
                  <a:schemeClr val="tx1"/>
                </a:solidFill>
              </a:rPr>
              <a:t>(Parameter 4)</a:t>
            </a:r>
          </a:p>
        </p:txBody>
      </p:sp>
      <p:sp>
        <p:nvSpPr>
          <p:cNvPr id="120" name="Rechteck 119">
            <a:extLst>
              <a:ext uri="{FF2B5EF4-FFF2-40B4-BE49-F238E27FC236}">
                <a16:creationId xmlns:a16="http://schemas.microsoft.com/office/drawing/2014/main" id="{EEB8911E-46B6-4744-847F-0D043621B563}"/>
              </a:ext>
            </a:extLst>
          </p:cNvPr>
          <p:cNvSpPr/>
          <p:nvPr/>
        </p:nvSpPr>
        <p:spPr>
          <a:xfrm>
            <a:off x="179512" y="1124754"/>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1" name="Rechteck 120">
            <a:extLst>
              <a:ext uri="{FF2B5EF4-FFF2-40B4-BE49-F238E27FC236}">
                <a16:creationId xmlns:a16="http://schemas.microsoft.com/office/drawing/2014/main" id="{2F2D88E2-32B5-4FF4-B9F1-CAF36293572F}"/>
              </a:ext>
            </a:extLst>
          </p:cNvPr>
          <p:cNvSpPr/>
          <p:nvPr/>
        </p:nvSpPr>
        <p:spPr>
          <a:xfrm>
            <a:off x="179512" y="1196764"/>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2" name="Rechteck 121">
            <a:extLst>
              <a:ext uri="{FF2B5EF4-FFF2-40B4-BE49-F238E27FC236}">
                <a16:creationId xmlns:a16="http://schemas.microsoft.com/office/drawing/2014/main" id="{AFEC6875-81DB-43DF-832F-C9491F8CF8D6}"/>
              </a:ext>
            </a:extLst>
          </p:cNvPr>
          <p:cNvSpPr/>
          <p:nvPr/>
        </p:nvSpPr>
        <p:spPr>
          <a:xfrm>
            <a:off x="179512" y="7287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integrate, table integrate ignore case, table integrate top down, table integrate top down ignore case:</a:t>
            </a:r>
          </a:p>
        </p:txBody>
      </p:sp>
      <p:sp>
        <p:nvSpPr>
          <p:cNvPr id="123" name="Rechteck 122">
            <a:extLst>
              <a:ext uri="{FF2B5EF4-FFF2-40B4-BE49-F238E27FC236}">
                <a16:creationId xmlns:a16="http://schemas.microsoft.com/office/drawing/2014/main" id="{72FE7000-9C4B-413A-8B9E-B927325D7D59}"/>
              </a:ext>
            </a:extLst>
          </p:cNvPr>
          <p:cNvSpPr/>
          <p:nvPr/>
        </p:nvSpPr>
        <p:spPr>
          <a:xfrm>
            <a:off x="6192232" y="1736812"/>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4" name="Rechteck 123">
            <a:extLst>
              <a:ext uri="{FF2B5EF4-FFF2-40B4-BE49-F238E27FC236}">
                <a16:creationId xmlns:a16="http://schemas.microsoft.com/office/drawing/2014/main" id="{A7F9231E-CF94-4A51-842D-701BC262F764}"/>
              </a:ext>
            </a:extLst>
          </p:cNvPr>
          <p:cNvSpPr/>
          <p:nvPr/>
        </p:nvSpPr>
        <p:spPr>
          <a:xfrm>
            <a:off x="4319976" y="1736812"/>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Destination column</a:t>
            </a:r>
          </a:p>
          <a:p>
            <a:r>
              <a:rPr lang="en-US" sz="1000" dirty="0">
                <a:solidFill>
                  <a:schemeClr val="tx1"/>
                </a:solidFill>
              </a:rPr>
              <a:t>(Parameter 3)</a:t>
            </a:r>
          </a:p>
        </p:txBody>
      </p:sp>
      <p:sp>
        <p:nvSpPr>
          <p:cNvPr id="125" name="Rechteck 124">
            <a:extLst>
              <a:ext uri="{FF2B5EF4-FFF2-40B4-BE49-F238E27FC236}">
                <a16:creationId xmlns:a16="http://schemas.microsoft.com/office/drawing/2014/main" id="{40AB7F52-6268-43DF-A045-F8458F14C8AE}"/>
              </a:ext>
            </a:extLst>
          </p:cNvPr>
          <p:cNvSpPr/>
          <p:nvPr/>
        </p:nvSpPr>
        <p:spPr>
          <a:xfrm>
            <a:off x="395542" y="1196764"/>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6" name="Rechteck 125">
            <a:extLst>
              <a:ext uri="{FF2B5EF4-FFF2-40B4-BE49-F238E27FC236}">
                <a16:creationId xmlns:a16="http://schemas.microsoft.com/office/drawing/2014/main" id="{1F1054C5-9E4E-4269-A76E-631700A32908}"/>
              </a:ext>
            </a:extLst>
          </p:cNvPr>
          <p:cNvSpPr/>
          <p:nvPr/>
        </p:nvSpPr>
        <p:spPr>
          <a:xfrm>
            <a:off x="4175956" y="1124744"/>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7" name="Rechteck 126">
            <a:extLst>
              <a:ext uri="{FF2B5EF4-FFF2-40B4-BE49-F238E27FC236}">
                <a16:creationId xmlns:a16="http://schemas.microsoft.com/office/drawing/2014/main" id="{DC783058-D8EE-4177-9B56-65DF33101A1E}"/>
              </a:ext>
            </a:extLst>
          </p:cNvPr>
          <p:cNvSpPr/>
          <p:nvPr/>
        </p:nvSpPr>
        <p:spPr>
          <a:xfrm>
            <a:off x="4319976" y="1124744"/>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Input column</a:t>
            </a:r>
            <a:br>
              <a:rPr lang="en-US" sz="1000" dirty="0">
                <a:solidFill>
                  <a:schemeClr val="tx1"/>
                </a:solidFill>
              </a:rPr>
            </a:br>
            <a:r>
              <a:rPr lang="en-US" sz="1000" dirty="0">
                <a:solidFill>
                  <a:schemeClr val="tx1"/>
                </a:solidFill>
              </a:rPr>
              <a:t>(Parameter 2)</a:t>
            </a:r>
          </a:p>
        </p:txBody>
      </p:sp>
      <p:cxnSp>
        <p:nvCxnSpPr>
          <p:cNvPr id="129" name="Gerade Verbindung 374">
            <a:extLst>
              <a:ext uri="{FF2B5EF4-FFF2-40B4-BE49-F238E27FC236}">
                <a16:creationId xmlns:a16="http://schemas.microsoft.com/office/drawing/2014/main" id="{2E809B45-B8E3-4D25-B175-92590613E200}"/>
              </a:ext>
            </a:extLst>
          </p:cNvPr>
          <p:cNvCxnSpPr/>
          <p:nvPr/>
        </p:nvCxnSpPr>
        <p:spPr>
          <a:xfrm>
            <a:off x="179512" y="1196764"/>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43" name="Rechteck 142">
            <a:extLst>
              <a:ext uri="{FF2B5EF4-FFF2-40B4-BE49-F238E27FC236}">
                <a16:creationId xmlns:a16="http://schemas.microsoft.com/office/drawing/2014/main" id="{ED6B6138-073B-4F69-B424-FE2468CD161E}"/>
              </a:ext>
            </a:extLst>
          </p:cNvPr>
          <p:cNvSpPr/>
          <p:nvPr/>
        </p:nvSpPr>
        <p:spPr>
          <a:xfrm>
            <a:off x="4175956" y="1736812"/>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4" name="Rechteck 143">
            <a:extLst>
              <a:ext uri="{FF2B5EF4-FFF2-40B4-BE49-F238E27FC236}">
                <a16:creationId xmlns:a16="http://schemas.microsoft.com/office/drawing/2014/main" id="{805788D5-6363-42A1-87DE-55DFA79BD113}"/>
              </a:ext>
            </a:extLst>
          </p:cNvPr>
          <p:cNvSpPr/>
          <p:nvPr/>
        </p:nvSpPr>
        <p:spPr>
          <a:xfrm>
            <a:off x="6336252" y="1736812"/>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Output column</a:t>
            </a:r>
          </a:p>
          <a:p>
            <a:r>
              <a:rPr lang="en-US" sz="1000" dirty="0">
                <a:solidFill>
                  <a:schemeClr val="tx1"/>
                </a:solidFill>
              </a:rPr>
              <a:t>(Parameter 6)</a:t>
            </a:r>
          </a:p>
        </p:txBody>
      </p:sp>
      <p:sp>
        <p:nvSpPr>
          <p:cNvPr id="145" name="Rechteck 144">
            <a:extLst>
              <a:ext uri="{FF2B5EF4-FFF2-40B4-BE49-F238E27FC236}">
                <a16:creationId xmlns:a16="http://schemas.microsoft.com/office/drawing/2014/main" id="{A26AA71E-87E3-410E-AD2A-CDF90D4FF614}"/>
              </a:ext>
            </a:extLst>
          </p:cNvPr>
          <p:cNvSpPr/>
          <p:nvPr/>
        </p:nvSpPr>
        <p:spPr>
          <a:xfrm>
            <a:off x="6192232" y="1124744"/>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6" name="Rechteck 145">
            <a:extLst>
              <a:ext uri="{FF2B5EF4-FFF2-40B4-BE49-F238E27FC236}">
                <a16:creationId xmlns:a16="http://schemas.microsoft.com/office/drawing/2014/main" id="{A5C44B12-E804-4661-958D-E415F78B32AA}"/>
              </a:ext>
            </a:extLst>
          </p:cNvPr>
          <p:cNvSpPr/>
          <p:nvPr/>
        </p:nvSpPr>
        <p:spPr>
          <a:xfrm>
            <a:off x="6336252" y="1124744"/>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Search column</a:t>
            </a:r>
          </a:p>
          <a:p>
            <a:r>
              <a:rPr lang="en-US" sz="1000" dirty="0">
                <a:solidFill>
                  <a:schemeClr val="tx1"/>
                </a:solidFill>
              </a:rPr>
              <a:t>(Parameter 5)</a:t>
            </a:r>
          </a:p>
        </p:txBody>
      </p:sp>
      <p:sp>
        <p:nvSpPr>
          <p:cNvPr id="147" name="Pfeil nach rechts 16">
            <a:extLst>
              <a:ext uri="{FF2B5EF4-FFF2-40B4-BE49-F238E27FC236}">
                <a16:creationId xmlns:a16="http://schemas.microsoft.com/office/drawing/2014/main" id="{6A8BC9BD-63A4-4232-A183-69B19A711F62}"/>
              </a:ext>
            </a:extLst>
          </p:cNvPr>
          <p:cNvSpPr/>
          <p:nvPr/>
        </p:nvSpPr>
        <p:spPr>
          <a:xfrm flipH="1">
            <a:off x="5616152" y="1952842"/>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Pfeil nach links und rechts 17">
            <a:extLst>
              <a:ext uri="{FF2B5EF4-FFF2-40B4-BE49-F238E27FC236}">
                <a16:creationId xmlns:a16="http://schemas.microsoft.com/office/drawing/2014/main" id="{50BA1F59-2103-41B9-A345-DD2686DB5E82}"/>
              </a:ext>
            </a:extLst>
          </p:cNvPr>
          <p:cNvSpPr/>
          <p:nvPr/>
        </p:nvSpPr>
        <p:spPr>
          <a:xfrm>
            <a:off x="5616152" y="1268764"/>
            <a:ext cx="360050" cy="216030"/>
          </a:xfrm>
          <a:prstGeom prst="lef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0" name="Rechteck 149">
            <a:extLst>
              <a:ext uri="{FF2B5EF4-FFF2-40B4-BE49-F238E27FC236}">
                <a16:creationId xmlns:a16="http://schemas.microsoft.com/office/drawing/2014/main" id="{28A9CAC1-964A-46CB-BF66-412C59EC1717}"/>
              </a:ext>
            </a:extLst>
          </p:cNvPr>
          <p:cNvSpPr/>
          <p:nvPr/>
        </p:nvSpPr>
        <p:spPr>
          <a:xfrm>
            <a:off x="6192064" y="2384884"/>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a:extLst>
              <a:ext uri="{FF2B5EF4-FFF2-40B4-BE49-F238E27FC236}">
                <a16:creationId xmlns:a16="http://schemas.microsoft.com/office/drawing/2014/main" id="{691405A4-1709-412A-AFE7-8BF55BEBC718}"/>
              </a:ext>
            </a:extLst>
          </p:cNvPr>
          <p:cNvSpPr/>
          <p:nvPr/>
        </p:nvSpPr>
        <p:spPr>
          <a:xfrm>
            <a:off x="6336084" y="2384884"/>
            <a:ext cx="122423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Counter column</a:t>
            </a:r>
          </a:p>
          <a:p>
            <a:r>
              <a:rPr lang="en-US" sz="1000" dirty="0">
                <a:solidFill>
                  <a:schemeClr val="tx1"/>
                </a:solidFill>
              </a:rPr>
              <a:t>(Parameter 9)</a:t>
            </a:r>
          </a:p>
          <a:p>
            <a:r>
              <a:rPr lang="en-US" sz="1000" dirty="0">
                <a:solidFill>
                  <a:schemeClr val="tx1"/>
                </a:solidFill>
              </a:rPr>
              <a:t>optional</a:t>
            </a:r>
          </a:p>
        </p:txBody>
      </p:sp>
      <p:sp>
        <p:nvSpPr>
          <p:cNvPr id="152" name="Rechteck 151">
            <a:extLst>
              <a:ext uri="{FF2B5EF4-FFF2-40B4-BE49-F238E27FC236}">
                <a16:creationId xmlns:a16="http://schemas.microsoft.com/office/drawing/2014/main" id="{1B0F73C0-51B0-4B7D-95F5-62583C89B76C}"/>
              </a:ext>
            </a:extLst>
          </p:cNvPr>
          <p:cNvSpPr/>
          <p:nvPr/>
        </p:nvSpPr>
        <p:spPr>
          <a:xfrm>
            <a:off x="5399976" y="1520788"/>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Compared</a:t>
            </a:r>
          </a:p>
        </p:txBody>
      </p:sp>
      <p:sp>
        <p:nvSpPr>
          <p:cNvPr id="153" name="Rechteck 152">
            <a:extLst>
              <a:ext uri="{FF2B5EF4-FFF2-40B4-BE49-F238E27FC236}">
                <a16:creationId xmlns:a16="http://schemas.microsoft.com/office/drawing/2014/main" id="{C928E0C1-831A-488D-B8A5-C401C06CACE5}"/>
              </a:ext>
            </a:extLst>
          </p:cNvPr>
          <p:cNvSpPr/>
          <p:nvPr/>
        </p:nvSpPr>
        <p:spPr>
          <a:xfrm>
            <a:off x="5399976" y="2204836"/>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Transferred</a:t>
            </a:r>
          </a:p>
        </p:txBody>
      </p:sp>
      <p:sp>
        <p:nvSpPr>
          <p:cNvPr id="154" name="Rechteck 153">
            <a:extLst>
              <a:ext uri="{FF2B5EF4-FFF2-40B4-BE49-F238E27FC236}">
                <a16:creationId xmlns:a16="http://schemas.microsoft.com/office/drawing/2014/main" id="{2529B569-337D-4DB0-8AC9-B41E4AC42DE7}"/>
              </a:ext>
            </a:extLst>
          </p:cNvPr>
          <p:cNvSpPr/>
          <p:nvPr/>
        </p:nvSpPr>
        <p:spPr>
          <a:xfrm>
            <a:off x="4103948" y="94472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a:t>
            </a:r>
          </a:p>
        </p:txBody>
      </p:sp>
      <p:sp>
        <p:nvSpPr>
          <p:cNvPr id="155" name="Rechteck 154">
            <a:extLst>
              <a:ext uri="{FF2B5EF4-FFF2-40B4-BE49-F238E27FC236}">
                <a16:creationId xmlns:a16="http://schemas.microsoft.com/office/drawing/2014/main" id="{386D9EB1-1B6D-43DA-9E8A-FD637CCB9BE0}"/>
              </a:ext>
            </a:extLst>
          </p:cNvPr>
          <p:cNvSpPr/>
          <p:nvPr/>
        </p:nvSpPr>
        <p:spPr>
          <a:xfrm>
            <a:off x="6156176" y="94472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a:t>
            </a:r>
          </a:p>
        </p:txBody>
      </p:sp>
      <p:sp>
        <p:nvSpPr>
          <p:cNvPr id="3" name="Ellipse 2">
            <a:extLst>
              <a:ext uri="{FF2B5EF4-FFF2-40B4-BE49-F238E27FC236}">
                <a16:creationId xmlns:a16="http://schemas.microsoft.com/office/drawing/2014/main" id="{067E9635-51CF-4968-A770-54C53850696A}"/>
              </a:ext>
            </a:extLst>
          </p:cNvPr>
          <p:cNvSpPr/>
          <p:nvPr/>
        </p:nvSpPr>
        <p:spPr>
          <a:xfrm>
            <a:off x="5724128" y="245689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000" dirty="0">
                <a:solidFill>
                  <a:schemeClr val="tx1"/>
                </a:solidFill>
              </a:rPr>
              <a:t>+1</a:t>
            </a:r>
          </a:p>
        </p:txBody>
      </p:sp>
      <p:sp>
        <p:nvSpPr>
          <p:cNvPr id="292" name="Rechteck 291">
            <a:extLst>
              <a:ext uri="{FF2B5EF4-FFF2-40B4-BE49-F238E27FC236}">
                <a16:creationId xmlns:a16="http://schemas.microsoft.com/office/drawing/2014/main" id="{04E0ECFF-E2BE-49D4-A95C-4F1AF3E7090F}"/>
              </a:ext>
            </a:extLst>
          </p:cNvPr>
          <p:cNvSpPr/>
          <p:nvPr/>
        </p:nvSpPr>
        <p:spPr>
          <a:xfrm>
            <a:off x="3707948" y="1196754"/>
            <a:ext cx="72010" cy="133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3" name="Rechteck 292">
            <a:extLst>
              <a:ext uri="{FF2B5EF4-FFF2-40B4-BE49-F238E27FC236}">
                <a16:creationId xmlns:a16="http://schemas.microsoft.com/office/drawing/2014/main" id="{965B59EA-1ECE-4B19-B8A8-8B1F82D7B2CF}"/>
              </a:ext>
            </a:extLst>
          </p:cNvPr>
          <p:cNvSpPr/>
          <p:nvPr/>
        </p:nvSpPr>
        <p:spPr>
          <a:xfrm>
            <a:off x="2699808" y="1196754"/>
            <a:ext cx="14402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4" name="Rechteck 293">
            <a:extLst>
              <a:ext uri="{FF2B5EF4-FFF2-40B4-BE49-F238E27FC236}">
                <a16:creationId xmlns:a16="http://schemas.microsoft.com/office/drawing/2014/main" id="{96EBA4D6-B35C-48BE-B763-BEC2F57F5C80}"/>
              </a:ext>
            </a:extLst>
          </p:cNvPr>
          <p:cNvSpPr/>
          <p:nvPr/>
        </p:nvSpPr>
        <p:spPr>
          <a:xfrm>
            <a:off x="2915838" y="1196754"/>
            <a:ext cx="28804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5" name="Rechteck 294">
            <a:extLst>
              <a:ext uri="{FF2B5EF4-FFF2-40B4-BE49-F238E27FC236}">
                <a16:creationId xmlns:a16="http://schemas.microsoft.com/office/drawing/2014/main" id="{76238F22-1917-43FD-A0DD-4BD83DCE8C0B}"/>
              </a:ext>
            </a:extLst>
          </p:cNvPr>
          <p:cNvSpPr/>
          <p:nvPr/>
        </p:nvSpPr>
        <p:spPr>
          <a:xfrm>
            <a:off x="2123728" y="1124744"/>
            <a:ext cx="1800250" cy="1404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99" name="Rechteck 298">
            <a:extLst>
              <a:ext uri="{FF2B5EF4-FFF2-40B4-BE49-F238E27FC236}">
                <a16:creationId xmlns:a16="http://schemas.microsoft.com/office/drawing/2014/main" id="{183A7E3B-4322-4B5C-BBA4-15F141310755}"/>
              </a:ext>
            </a:extLst>
          </p:cNvPr>
          <p:cNvSpPr/>
          <p:nvPr/>
        </p:nvSpPr>
        <p:spPr>
          <a:xfrm>
            <a:off x="2123728" y="1196754"/>
            <a:ext cx="1800250" cy="1332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0" name="Rechteck 299">
            <a:extLst>
              <a:ext uri="{FF2B5EF4-FFF2-40B4-BE49-F238E27FC236}">
                <a16:creationId xmlns:a16="http://schemas.microsoft.com/office/drawing/2014/main" id="{8E020EEE-98CE-4672-B1D3-4F6408800EE6}"/>
              </a:ext>
            </a:extLst>
          </p:cNvPr>
          <p:cNvSpPr/>
          <p:nvPr/>
        </p:nvSpPr>
        <p:spPr>
          <a:xfrm>
            <a:off x="2267748" y="1196754"/>
            <a:ext cx="144020" cy="13321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01" name="Gerade Verbindung 77">
            <a:extLst>
              <a:ext uri="{FF2B5EF4-FFF2-40B4-BE49-F238E27FC236}">
                <a16:creationId xmlns:a16="http://schemas.microsoft.com/office/drawing/2014/main" id="{1B345214-C202-4D06-BD96-4F61EB514445}"/>
              </a:ext>
            </a:extLst>
          </p:cNvPr>
          <p:cNvCxnSpPr/>
          <p:nvPr/>
        </p:nvCxnSpPr>
        <p:spPr>
          <a:xfrm>
            <a:off x="2123728" y="1196754"/>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302" name="Rechteck 301">
            <a:extLst>
              <a:ext uri="{FF2B5EF4-FFF2-40B4-BE49-F238E27FC236}">
                <a16:creationId xmlns:a16="http://schemas.microsoft.com/office/drawing/2014/main" id="{726079FE-99DF-4D24-8485-1521C967C855}"/>
              </a:ext>
            </a:extLst>
          </p:cNvPr>
          <p:cNvSpPr/>
          <p:nvPr/>
        </p:nvSpPr>
        <p:spPr>
          <a:xfrm>
            <a:off x="2123728" y="2204862"/>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3" name="Rechteck 302">
            <a:extLst>
              <a:ext uri="{FF2B5EF4-FFF2-40B4-BE49-F238E27FC236}">
                <a16:creationId xmlns:a16="http://schemas.microsoft.com/office/drawing/2014/main" id="{5A77D7E4-2B2E-43C3-AF82-DA2CBA6F3B7B}"/>
              </a:ext>
            </a:extLst>
          </p:cNvPr>
          <p:cNvSpPr/>
          <p:nvPr/>
        </p:nvSpPr>
        <p:spPr>
          <a:xfrm>
            <a:off x="2699828" y="220486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4" name="Rechteck 303">
            <a:extLst>
              <a:ext uri="{FF2B5EF4-FFF2-40B4-BE49-F238E27FC236}">
                <a16:creationId xmlns:a16="http://schemas.microsoft.com/office/drawing/2014/main" id="{968E1E5E-481E-4D04-84F0-3B041BBCDE27}"/>
              </a:ext>
            </a:extLst>
          </p:cNvPr>
          <p:cNvSpPr/>
          <p:nvPr/>
        </p:nvSpPr>
        <p:spPr>
          <a:xfrm>
            <a:off x="2915838" y="220486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5" name="Rechteck 304">
            <a:extLst>
              <a:ext uri="{FF2B5EF4-FFF2-40B4-BE49-F238E27FC236}">
                <a16:creationId xmlns:a16="http://schemas.microsoft.com/office/drawing/2014/main" id="{43964FEC-617C-429C-99E1-9B86168718BB}"/>
              </a:ext>
            </a:extLst>
          </p:cNvPr>
          <p:cNvSpPr/>
          <p:nvPr/>
        </p:nvSpPr>
        <p:spPr>
          <a:xfrm>
            <a:off x="3059878" y="220486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6" name="Rechteck 305">
            <a:extLst>
              <a:ext uri="{FF2B5EF4-FFF2-40B4-BE49-F238E27FC236}">
                <a16:creationId xmlns:a16="http://schemas.microsoft.com/office/drawing/2014/main" id="{65690E99-B866-4759-869E-587CB67B2437}"/>
              </a:ext>
            </a:extLst>
          </p:cNvPr>
          <p:cNvSpPr/>
          <p:nvPr/>
        </p:nvSpPr>
        <p:spPr>
          <a:xfrm>
            <a:off x="2267748" y="2204862"/>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7" name="Rechteck 306">
            <a:extLst>
              <a:ext uri="{FF2B5EF4-FFF2-40B4-BE49-F238E27FC236}">
                <a16:creationId xmlns:a16="http://schemas.microsoft.com/office/drawing/2014/main" id="{7DC839E7-6AB8-487E-8AB5-A5E58BC9FD9A}"/>
              </a:ext>
            </a:extLst>
          </p:cNvPr>
          <p:cNvSpPr/>
          <p:nvPr/>
        </p:nvSpPr>
        <p:spPr>
          <a:xfrm>
            <a:off x="3707948" y="2204862"/>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39" name="Gerade Verbindung mit Pfeil 138">
            <a:extLst>
              <a:ext uri="{FF2B5EF4-FFF2-40B4-BE49-F238E27FC236}">
                <a16:creationId xmlns:a16="http://schemas.microsoft.com/office/drawing/2014/main" id="{67571D07-9102-421C-8776-40A889739390}"/>
              </a:ext>
            </a:extLst>
          </p:cNvPr>
          <p:cNvCxnSpPr>
            <a:cxnSpLocks/>
          </p:cNvCxnSpPr>
          <p:nvPr/>
        </p:nvCxnSpPr>
        <p:spPr>
          <a:xfrm>
            <a:off x="1187624" y="1556792"/>
            <a:ext cx="0" cy="180013"/>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Gerade Verbindung mit Pfeil 141">
            <a:extLst>
              <a:ext uri="{FF2B5EF4-FFF2-40B4-BE49-F238E27FC236}">
                <a16:creationId xmlns:a16="http://schemas.microsoft.com/office/drawing/2014/main" id="{8F0B4670-8BB9-49F2-A8E1-A8C95F8807BC}"/>
              </a:ext>
            </a:extLst>
          </p:cNvPr>
          <p:cNvCxnSpPr>
            <a:cxnSpLocks/>
            <a:endCxn id="306" idx="1"/>
          </p:cNvCxnSpPr>
          <p:nvPr/>
        </p:nvCxnSpPr>
        <p:spPr>
          <a:xfrm>
            <a:off x="539562" y="1556814"/>
            <a:ext cx="1728186" cy="684053"/>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6" name="Rechteck 315">
            <a:extLst>
              <a:ext uri="{FF2B5EF4-FFF2-40B4-BE49-F238E27FC236}">
                <a16:creationId xmlns:a16="http://schemas.microsoft.com/office/drawing/2014/main" id="{AE2C22FA-5D3D-47C0-B401-CCD2A1867A98}"/>
              </a:ext>
            </a:extLst>
          </p:cNvPr>
          <p:cNvSpPr/>
          <p:nvPr/>
        </p:nvSpPr>
        <p:spPr>
          <a:xfrm>
            <a:off x="5400092" y="270892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per match</a:t>
            </a:r>
          </a:p>
        </p:txBody>
      </p:sp>
      <p:sp>
        <p:nvSpPr>
          <p:cNvPr id="331" name="Rechteck 330">
            <a:extLst>
              <a:ext uri="{FF2B5EF4-FFF2-40B4-BE49-F238E27FC236}">
                <a16:creationId xmlns:a16="http://schemas.microsoft.com/office/drawing/2014/main" id="{B2DAF074-6007-4A5F-80EF-2D0F591C2A76}"/>
              </a:ext>
            </a:extLst>
          </p:cNvPr>
          <p:cNvSpPr/>
          <p:nvPr/>
        </p:nvSpPr>
        <p:spPr>
          <a:xfrm>
            <a:off x="179512" y="14847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2" name="Rechteck 331">
            <a:extLst>
              <a:ext uri="{FF2B5EF4-FFF2-40B4-BE49-F238E27FC236}">
                <a16:creationId xmlns:a16="http://schemas.microsoft.com/office/drawing/2014/main" id="{7058787F-4948-4B76-B6AE-2AF5FDB9F4EA}"/>
              </a:ext>
            </a:extLst>
          </p:cNvPr>
          <p:cNvSpPr/>
          <p:nvPr/>
        </p:nvSpPr>
        <p:spPr>
          <a:xfrm>
            <a:off x="68358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3" name="Rechteck 332">
            <a:extLst>
              <a:ext uri="{FF2B5EF4-FFF2-40B4-BE49-F238E27FC236}">
                <a16:creationId xmlns:a16="http://schemas.microsoft.com/office/drawing/2014/main" id="{55DCF6E8-04DC-4082-BAED-7F5CA0750E59}"/>
              </a:ext>
            </a:extLst>
          </p:cNvPr>
          <p:cNvSpPr/>
          <p:nvPr/>
        </p:nvSpPr>
        <p:spPr>
          <a:xfrm>
            <a:off x="82760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4" name="Rechteck 333">
            <a:extLst>
              <a:ext uri="{FF2B5EF4-FFF2-40B4-BE49-F238E27FC236}">
                <a16:creationId xmlns:a16="http://schemas.microsoft.com/office/drawing/2014/main" id="{57B7B2F1-84AA-4810-8478-8FE2CE6E064D}"/>
              </a:ext>
            </a:extLst>
          </p:cNvPr>
          <p:cNvSpPr/>
          <p:nvPr/>
        </p:nvSpPr>
        <p:spPr>
          <a:xfrm>
            <a:off x="111564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5" name="Rechteck 334">
            <a:extLst>
              <a:ext uri="{FF2B5EF4-FFF2-40B4-BE49-F238E27FC236}">
                <a16:creationId xmlns:a16="http://schemas.microsoft.com/office/drawing/2014/main" id="{93234A82-0466-49D4-B9E3-0DF82B0F2800}"/>
              </a:ext>
            </a:extLst>
          </p:cNvPr>
          <p:cNvSpPr/>
          <p:nvPr/>
        </p:nvSpPr>
        <p:spPr>
          <a:xfrm>
            <a:off x="395542" y="148479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3" name="Rechteck 342">
            <a:extLst>
              <a:ext uri="{FF2B5EF4-FFF2-40B4-BE49-F238E27FC236}">
                <a16:creationId xmlns:a16="http://schemas.microsoft.com/office/drawing/2014/main" id="{7B7D8C4E-A208-4574-8BAD-35AC78CF47AA}"/>
              </a:ext>
            </a:extLst>
          </p:cNvPr>
          <p:cNvSpPr/>
          <p:nvPr/>
        </p:nvSpPr>
        <p:spPr>
          <a:xfrm>
            <a:off x="2123728" y="2636912"/>
            <a:ext cx="345638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During the lookup call:</a:t>
            </a:r>
          </a:p>
          <a:p>
            <a:r>
              <a:rPr lang="en-US" sz="800" dirty="0">
                <a:solidFill>
                  <a:schemeClr val="tx1"/>
                </a:solidFill>
              </a:rPr>
              <a:t>If the target table contains the same values in the input column</a:t>
            </a:r>
          </a:p>
          <a:p>
            <a:r>
              <a:rPr lang="en-US" sz="800" dirty="0">
                <a:solidFill>
                  <a:schemeClr val="tx1"/>
                </a:solidFill>
                <a:sym typeface="Wingdings" panose="05000000000000000000" pitchFamily="2" charset="2"/>
              </a:rPr>
              <a:t>again, then the same entry in the lookup table will be retrieved again.</a:t>
            </a:r>
          </a:p>
        </p:txBody>
      </p:sp>
      <p:sp>
        <p:nvSpPr>
          <p:cNvPr id="160" name="Rechteck 159">
            <a:extLst>
              <a:ext uri="{FF2B5EF4-FFF2-40B4-BE49-F238E27FC236}">
                <a16:creationId xmlns:a16="http://schemas.microsoft.com/office/drawing/2014/main" id="{569CEFC1-1286-4EE6-B67B-55AA0DE2CADA}"/>
              </a:ext>
            </a:extLst>
          </p:cNvPr>
          <p:cNvSpPr/>
          <p:nvPr/>
        </p:nvSpPr>
        <p:spPr>
          <a:xfrm>
            <a:off x="179512" y="324896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integrate once, table integrate once ignore case:</a:t>
            </a:r>
          </a:p>
        </p:txBody>
      </p:sp>
      <p:sp>
        <p:nvSpPr>
          <p:cNvPr id="260" name="Rechteck 259">
            <a:extLst>
              <a:ext uri="{FF2B5EF4-FFF2-40B4-BE49-F238E27FC236}">
                <a16:creationId xmlns:a16="http://schemas.microsoft.com/office/drawing/2014/main" id="{E07E2154-BBE2-43FD-B18F-7DD996669D78}"/>
              </a:ext>
            </a:extLst>
          </p:cNvPr>
          <p:cNvSpPr/>
          <p:nvPr/>
        </p:nvSpPr>
        <p:spPr>
          <a:xfrm>
            <a:off x="3708002" y="3717030"/>
            <a:ext cx="72010" cy="133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1" name="Rechteck 260">
            <a:extLst>
              <a:ext uri="{FF2B5EF4-FFF2-40B4-BE49-F238E27FC236}">
                <a16:creationId xmlns:a16="http://schemas.microsoft.com/office/drawing/2014/main" id="{88C7EF2D-5EBE-4235-8543-3E234C2DF278}"/>
              </a:ext>
            </a:extLst>
          </p:cNvPr>
          <p:cNvSpPr/>
          <p:nvPr/>
        </p:nvSpPr>
        <p:spPr>
          <a:xfrm>
            <a:off x="1115642" y="3717030"/>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2" name="Rechteck 261">
            <a:extLst>
              <a:ext uri="{FF2B5EF4-FFF2-40B4-BE49-F238E27FC236}">
                <a16:creationId xmlns:a16="http://schemas.microsoft.com/office/drawing/2014/main" id="{2363F0B6-698A-4603-8271-0F90A4212285}"/>
              </a:ext>
            </a:extLst>
          </p:cNvPr>
          <p:cNvSpPr/>
          <p:nvPr/>
        </p:nvSpPr>
        <p:spPr>
          <a:xfrm>
            <a:off x="2699862" y="3717030"/>
            <a:ext cx="14402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3" name="Rechteck 262">
            <a:extLst>
              <a:ext uri="{FF2B5EF4-FFF2-40B4-BE49-F238E27FC236}">
                <a16:creationId xmlns:a16="http://schemas.microsoft.com/office/drawing/2014/main" id="{A94A30F0-2228-480A-B362-D48BAFF737F0}"/>
              </a:ext>
            </a:extLst>
          </p:cNvPr>
          <p:cNvSpPr/>
          <p:nvPr/>
        </p:nvSpPr>
        <p:spPr>
          <a:xfrm>
            <a:off x="2915892" y="3717030"/>
            <a:ext cx="28804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4" name="Rechteck 263">
            <a:extLst>
              <a:ext uri="{FF2B5EF4-FFF2-40B4-BE49-F238E27FC236}">
                <a16:creationId xmlns:a16="http://schemas.microsoft.com/office/drawing/2014/main" id="{45B6A2BF-7813-41A6-943B-7BDD10094E19}"/>
              </a:ext>
            </a:extLst>
          </p:cNvPr>
          <p:cNvSpPr/>
          <p:nvPr/>
        </p:nvSpPr>
        <p:spPr>
          <a:xfrm>
            <a:off x="683582" y="3717030"/>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5" name="Rechteck 264">
            <a:extLst>
              <a:ext uri="{FF2B5EF4-FFF2-40B4-BE49-F238E27FC236}">
                <a16:creationId xmlns:a16="http://schemas.microsoft.com/office/drawing/2014/main" id="{5B1A60C0-3B30-4589-A815-3EB755DC2B5B}"/>
              </a:ext>
            </a:extLst>
          </p:cNvPr>
          <p:cNvSpPr/>
          <p:nvPr/>
        </p:nvSpPr>
        <p:spPr>
          <a:xfrm>
            <a:off x="2123782" y="3645020"/>
            <a:ext cx="1800250" cy="1404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6" name="Rechteck 265">
            <a:extLst>
              <a:ext uri="{FF2B5EF4-FFF2-40B4-BE49-F238E27FC236}">
                <a16:creationId xmlns:a16="http://schemas.microsoft.com/office/drawing/2014/main" id="{315D8B10-29EE-490E-9C0D-CEEBB64C56E6}"/>
              </a:ext>
            </a:extLst>
          </p:cNvPr>
          <p:cNvSpPr/>
          <p:nvPr/>
        </p:nvSpPr>
        <p:spPr>
          <a:xfrm>
            <a:off x="2123782" y="3717030"/>
            <a:ext cx="1800250" cy="1332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7" name="Rechteck 266">
            <a:extLst>
              <a:ext uri="{FF2B5EF4-FFF2-40B4-BE49-F238E27FC236}">
                <a16:creationId xmlns:a16="http://schemas.microsoft.com/office/drawing/2014/main" id="{51425344-0241-4991-B6A7-5748A25B522B}"/>
              </a:ext>
            </a:extLst>
          </p:cNvPr>
          <p:cNvSpPr/>
          <p:nvPr/>
        </p:nvSpPr>
        <p:spPr>
          <a:xfrm>
            <a:off x="179512" y="346499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(Parameter 1)</a:t>
            </a:r>
          </a:p>
        </p:txBody>
      </p:sp>
      <p:sp>
        <p:nvSpPr>
          <p:cNvPr id="268" name="Rechteck 267">
            <a:extLst>
              <a:ext uri="{FF2B5EF4-FFF2-40B4-BE49-F238E27FC236}">
                <a16:creationId xmlns:a16="http://schemas.microsoft.com/office/drawing/2014/main" id="{DF54FE39-97EB-406C-9B40-5DEC9D947B28}"/>
              </a:ext>
            </a:extLst>
          </p:cNvPr>
          <p:cNvSpPr/>
          <p:nvPr/>
        </p:nvSpPr>
        <p:spPr>
          <a:xfrm>
            <a:off x="2123782" y="346499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 </a:t>
            </a:r>
            <a:r>
              <a:rPr lang="en-US" sz="1000" dirty="0">
                <a:solidFill>
                  <a:schemeClr val="tx1"/>
                </a:solidFill>
              </a:rPr>
              <a:t>(Parameter 4)</a:t>
            </a:r>
          </a:p>
        </p:txBody>
      </p:sp>
      <p:sp>
        <p:nvSpPr>
          <p:cNvPr id="269" name="Rechteck 268">
            <a:extLst>
              <a:ext uri="{FF2B5EF4-FFF2-40B4-BE49-F238E27FC236}">
                <a16:creationId xmlns:a16="http://schemas.microsoft.com/office/drawing/2014/main" id="{427A4AD9-1A23-4B4C-B457-268051C5965B}"/>
              </a:ext>
            </a:extLst>
          </p:cNvPr>
          <p:cNvSpPr/>
          <p:nvPr/>
        </p:nvSpPr>
        <p:spPr>
          <a:xfrm>
            <a:off x="179512" y="3645020"/>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0" name="Rechteck 269">
            <a:extLst>
              <a:ext uri="{FF2B5EF4-FFF2-40B4-BE49-F238E27FC236}">
                <a16:creationId xmlns:a16="http://schemas.microsoft.com/office/drawing/2014/main" id="{5716B420-33AD-441B-8875-2F5B015AFBA9}"/>
              </a:ext>
            </a:extLst>
          </p:cNvPr>
          <p:cNvSpPr/>
          <p:nvPr/>
        </p:nvSpPr>
        <p:spPr>
          <a:xfrm>
            <a:off x="179512" y="371703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1" name="Rechteck 270">
            <a:extLst>
              <a:ext uri="{FF2B5EF4-FFF2-40B4-BE49-F238E27FC236}">
                <a16:creationId xmlns:a16="http://schemas.microsoft.com/office/drawing/2014/main" id="{A457B34B-0D00-475E-B0F2-1173E727E3B3}"/>
              </a:ext>
            </a:extLst>
          </p:cNvPr>
          <p:cNvSpPr/>
          <p:nvPr/>
        </p:nvSpPr>
        <p:spPr>
          <a:xfrm>
            <a:off x="4319976" y="4257078"/>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Destination column</a:t>
            </a:r>
          </a:p>
          <a:p>
            <a:r>
              <a:rPr lang="en-US" sz="1000" dirty="0">
                <a:solidFill>
                  <a:schemeClr val="tx1"/>
                </a:solidFill>
              </a:rPr>
              <a:t>(Parameter 3)</a:t>
            </a:r>
          </a:p>
        </p:txBody>
      </p:sp>
      <p:sp>
        <p:nvSpPr>
          <p:cNvPr id="272" name="Rechteck 271">
            <a:extLst>
              <a:ext uri="{FF2B5EF4-FFF2-40B4-BE49-F238E27FC236}">
                <a16:creationId xmlns:a16="http://schemas.microsoft.com/office/drawing/2014/main" id="{8C869B1E-61EC-40F2-9CC8-6898E7F6C454}"/>
              </a:ext>
            </a:extLst>
          </p:cNvPr>
          <p:cNvSpPr/>
          <p:nvPr/>
        </p:nvSpPr>
        <p:spPr>
          <a:xfrm>
            <a:off x="395542" y="3717030"/>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3" name="Rechteck 272">
            <a:extLst>
              <a:ext uri="{FF2B5EF4-FFF2-40B4-BE49-F238E27FC236}">
                <a16:creationId xmlns:a16="http://schemas.microsoft.com/office/drawing/2014/main" id="{880C0422-4A22-43FA-A1B2-0A68A5F1E793}"/>
              </a:ext>
            </a:extLst>
          </p:cNvPr>
          <p:cNvSpPr/>
          <p:nvPr/>
        </p:nvSpPr>
        <p:spPr>
          <a:xfrm>
            <a:off x="4175956" y="364501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5" name="Rechteck 284">
            <a:extLst>
              <a:ext uri="{FF2B5EF4-FFF2-40B4-BE49-F238E27FC236}">
                <a16:creationId xmlns:a16="http://schemas.microsoft.com/office/drawing/2014/main" id="{AF592697-0507-4612-81A4-CBA94D7111D5}"/>
              </a:ext>
            </a:extLst>
          </p:cNvPr>
          <p:cNvSpPr/>
          <p:nvPr/>
        </p:nvSpPr>
        <p:spPr>
          <a:xfrm>
            <a:off x="4319976" y="3645010"/>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Input column</a:t>
            </a:r>
            <a:br>
              <a:rPr lang="en-US" sz="1000" dirty="0">
                <a:solidFill>
                  <a:schemeClr val="tx1"/>
                </a:solidFill>
              </a:rPr>
            </a:br>
            <a:r>
              <a:rPr lang="en-US" sz="1000" dirty="0">
                <a:solidFill>
                  <a:schemeClr val="tx1"/>
                </a:solidFill>
              </a:rPr>
              <a:t>(Parameter 2)</a:t>
            </a:r>
          </a:p>
        </p:txBody>
      </p:sp>
      <p:sp>
        <p:nvSpPr>
          <p:cNvPr id="286" name="Rechteck 285">
            <a:extLst>
              <a:ext uri="{FF2B5EF4-FFF2-40B4-BE49-F238E27FC236}">
                <a16:creationId xmlns:a16="http://schemas.microsoft.com/office/drawing/2014/main" id="{4D62307A-38D9-40F4-AA80-6CD011BAD43C}"/>
              </a:ext>
            </a:extLst>
          </p:cNvPr>
          <p:cNvSpPr/>
          <p:nvPr/>
        </p:nvSpPr>
        <p:spPr>
          <a:xfrm>
            <a:off x="2267802" y="3717030"/>
            <a:ext cx="144020" cy="13321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88" name="Gerade Verbindung 374">
            <a:extLst>
              <a:ext uri="{FF2B5EF4-FFF2-40B4-BE49-F238E27FC236}">
                <a16:creationId xmlns:a16="http://schemas.microsoft.com/office/drawing/2014/main" id="{2D50C6BD-76CD-4117-8F2C-EACEBA29A7F7}"/>
              </a:ext>
            </a:extLst>
          </p:cNvPr>
          <p:cNvCxnSpPr/>
          <p:nvPr/>
        </p:nvCxnSpPr>
        <p:spPr>
          <a:xfrm>
            <a:off x="179512" y="371703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96" name="Rechteck 295">
            <a:extLst>
              <a:ext uri="{FF2B5EF4-FFF2-40B4-BE49-F238E27FC236}">
                <a16:creationId xmlns:a16="http://schemas.microsoft.com/office/drawing/2014/main" id="{4C65D402-8549-4BFF-9B87-0AC678881E3A}"/>
              </a:ext>
            </a:extLst>
          </p:cNvPr>
          <p:cNvSpPr/>
          <p:nvPr/>
        </p:nvSpPr>
        <p:spPr>
          <a:xfrm>
            <a:off x="179512" y="400507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97" name="Rechteck 296">
            <a:extLst>
              <a:ext uri="{FF2B5EF4-FFF2-40B4-BE49-F238E27FC236}">
                <a16:creationId xmlns:a16="http://schemas.microsoft.com/office/drawing/2014/main" id="{422E87BC-BFA2-48AF-BCF9-4A6CCE86DBDE}"/>
              </a:ext>
            </a:extLst>
          </p:cNvPr>
          <p:cNvSpPr/>
          <p:nvPr/>
        </p:nvSpPr>
        <p:spPr>
          <a:xfrm>
            <a:off x="683582" y="400507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8" name="Rechteck 297">
            <a:extLst>
              <a:ext uri="{FF2B5EF4-FFF2-40B4-BE49-F238E27FC236}">
                <a16:creationId xmlns:a16="http://schemas.microsoft.com/office/drawing/2014/main" id="{734B0F8F-473B-4AA9-98A6-E9DD68F50B95}"/>
              </a:ext>
            </a:extLst>
          </p:cNvPr>
          <p:cNvSpPr/>
          <p:nvPr/>
        </p:nvSpPr>
        <p:spPr>
          <a:xfrm>
            <a:off x="827602" y="400507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08" name="Rechteck 307">
            <a:extLst>
              <a:ext uri="{FF2B5EF4-FFF2-40B4-BE49-F238E27FC236}">
                <a16:creationId xmlns:a16="http://schemas.microsoft.com/office/drawing/2014/main" id="{E633C143-6531-4563-9AEE-FB0F7B124EC8}"/>
              </a:ext>
            </a:extLst>
          </p:cNvPr>
          <p:cNvSpPr/>
          <p:nvPr/>
        </p:nvSpPr>
        <p:spPr>
          <a:xfrm>
            <a:off x="1115642" y="400507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09" name="Gerade Verbindung 77">
            <a:extLst>
              <a:ext uri="{FF2B5EF4-FFF2-40B4-BE49-F238E27FC236}">
                <a16:creationId xmlns:a16="http://schemas.microsoft.com/office/drawing/2014/main" id="{3A2A3C58-D71F-4861-8F92-0729ECBB32C6}"/>
              </a:ext>
            </a:extLst>
          </p:cNvPr>
          <p:cNvCxnSpPr/>
          <p:nvPr/>
        </p:nvCxnSpPr>
        <p:spPr>
          <a:xfrm>
            <a:off x="2123782" y="371703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310" name="Rechteck 309">
            <a:extLst>
              <a:ext uri="{FF2B5EF4-FFF2-40B4-BE49-F238E27FC236}">
                <a16:creationId xmlns:a16="http://schemas.microsoft.com/office/drawing/2014/main" id="{707D5677-16DD-43E3-AC5E-01F8C0572117}"/>
              </a:ext>
            </a:extLst>
          </p:cNvPr>
          <p:cNvSpPr/>
          <p:nvPr/>
        </p:nvSpPr>
        <p:spPr>
          <a:xfrm>
            <a:off x="2123782" y="4581150"/>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1" name="Rechteck 310">
            <a:extLst>
              <a:ext uri="{FF2B5EF4-FFF2-40B4-BE49-F238E27FC236}">
                <a16:creationId xmlns:a16="http://schemas.microsoft.com/office/drawing/2014/main" id="{A4139953-E0C0-461E-A039-1C50B7A82E77}"/>
              </a:ext>
            </a:extLst>
          </p:cNvPr>
          <p:cNvSpPr/>
          <p:nvPr/>
        </p:nvSpPr>
        <p:spPr>
          <a:xfrm>
            <a:off x="2699882" y="458115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2" name="Rechteck 311">
            <a:extLst>
              <a:ext uri="{FF2B5EF4-FFF2-40B4-BE49-F238E27FC236}">
                <a16:creationId xmlns:a16="http://schemas.microsoft.com/office/drawing/2014/main" id="{B73A2565-1A6C-446D-9A0A-1E2FEBB7777B}"/>
              </a:ext>
            </a:extLst>
          </p:cNvPr>
          <p:cNvSpPr/>
          <p:nvPr/>
        </p:nvSpPr>
        <p:spPr>
          <a:xfrm>
            <a:off x="2915892" y="458115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13" name="Rechteck 312">
            <a:extLst>
              <a:ext uri="{FF2B5EF4-FFF2-40B4-BE49-F238E27FC236}">
                <a16:creationId xmlns:a16="http://schemas.microsoft.com/office/drawing/2014/main" id="{01D78A45-F2CC-4F7F-AA33-AA9C125C20E7}"/>
              </a:ext>
            </a:extLst>
          </p:cNvPr>
          <p:cNvSpPr/>
          <p:nvPr/>
        </p:nvSpPr>
        <p:spPr>
          <a:xfrm>
            <a:off x="3059932" y="458115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14" name="Gerade Verbindung mit Pfeil 313">
            <a:extLst>
              <a:ext uri="{FF2B5EF4-FFF2-40B4-BE49-F238E27FC236}">
                <a16:creationId xmlns:a16="http://schemas.microsoft.com/office/drawing/2014/main" id="{FF344BDF-AE3D-47C4-B1B0-5F60B7A4B3C2}"/>
              </a:ext>
            </a:extLst>
          </p:cNvPr>
          <p:cNvCxnSpPr>
            <a:cxnSpLocks/>
          </p:cNvCxnSpPr>
          <p:nvPr/>
        </p:nvCxnSpPr>
        <p:spPr>
          <a:xfrm>
            <a:off x="977153" y="4078941"/>
            <a:ext cx="1938739" cy="502209"/>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5" name="Rechteck 314">
            <a:extLst>
              <a:ext uri="{FF2B5EF4-FFF2-40B4-BE49-F238E27FC236}">
                <a16:creationId xmlns:a16="http://schemas.microsoft.com/office/drawing/2014/main" id="{81944325-8430-4754-B71A-DBCE3B4D1DFC}"/>
              </a:ext>
            </a:extLst>
          </p:cNvPr>
          <p:cNvSpPr/>
          <p:nvPr/>
        </p:nvSpPr>
        <p:spPr>
          <a:xfrm>
            <a:off x="2267802" y="4581150"/>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5" name="Rechteck 324">
            <a:extLst>
              <a:ext uri="{FF2B5EF4-FFF2-40B4-BE49-F238E27FC236}">
                <a16:creationId xmlns:a16="http://schemas.microsoft.com/office/drawing/2014/main" id="{3F09D9A8-481B-4B07-AB2C-12E5D8D24946}"/>
              </a:ext>
            </a:extLst>
          </p:cNvPr>
          <p:cNvSpPr/>
          <p:nvPr/>
        </p:nvSpPr>
        <p:spPr>
          <a:xfrm>
            <a:off x="395542" y="400507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36" name="Gerade Verbindung mit Pfeil 335">
            <a:extLst>
              <a:ext uri="{FF2B5EF4-FFF2-40B4-BE49-F238E27FC236}">
                <a16:creationId xmlns:a16="http://schemas.microsoft.com/office/drawing/2014/main" id="{E923E1FD-E999-4B47-88D2-9D89643390B5}"/>
              </a:ext>
            </a:extLst>
          </p:cNvPr>
          <p:cNvCxnSpPr/>
          <p:nvPr/>
        </p:nvCxnSpPr>
        <p:spPr>
          <a:xfrm>
            <a:off x="539562" y="4077080"/>
            <a:ext cx="1728240" cy="50407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7" name="Rechteck 336">
            <a:extLst>
              <a:ext uri="{FF2B5EF4-FFF2-40B4-BE49-F238E27FC236}">
                <a16:creationId xmlns:a16="http://schemas.microsoft.com/office/drawing/2014/main" id="{F5815B20-BA24-46CA-9008-D8FCCDA04FC1}"/>
              </a:ext>
            </a:extLst>
          </p:cNvPr>
          <p:cNvSpPr/>
          <p:nvPr/>
        </p:nvSpPr>
        <p:spPr>
          <a:xfrm>
            <a:off x="4175956" y="4257078"/>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8" name="Rechteck 337">
            <a:extLst>
              <a:ext uri="{FF2B5EF4-FFF2-40B4-BE49-F238E27FC236}">
                <a16:creationId xmlns:a16="http://schemas.microsoft.com/office/drawing/2014/main" id="{A650F367-B246-417B-9049-AFAF55503967}"/>
              </a:ext>
            </a:extLst>
          </p:cNvPr>
          <p:cNvSpPr/>
          <p:nvPr/>
        </p:nvSpPr>
        <p:spPr>
          <a:xfrm>
            <a:off x="3708002" y="4581150"/>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9" name="Rechteck 338">
            <a:extLst>
              <a:ext uri="{FF2B5EF4-FFF2-40B4-BE49-F238E27FC236}">
                <a16:creationId xmlns:a16="http://schemas.microsoft.com/office/drawing/2014/main" id="{746AA394-F5A5-44B1-B6BB-545439A05A3F}"/>
              </a:ext>
            </a:extLst>
          </p:cNvPr>
          <p:cNvSpPr/>
          <p:nvPr/>
        </p:nvSpPr>
        <p:spPr>
          <a:xfrm>
            <a:off x="4103948" y="346499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a:t>
            </a:r>
          </a:p>
        </p:txBody>
      </p:sp>
      <p:sp>
        <p:nvSpPr>
          <p:cNvPr id="340" name="Rechteck 339">
            <a:extLst>
              <a:ext uri="{FF2B5EF4-FFF2-40B4-BE49-F238E27FC236}">
                <a16:creationId xmlns:a16="http://schemas.microsoft.com/office/drawing/2014/main" id="{191A3CD8-EBFD-4173-B868-86A2AEB1CD6D}"/>
              </a:ext>
            </a:extLst>
          </p:cNvPr>
          <p:cNvSpPr/>
          <p:nvPr/>
        </p:nvSpPr>
        <p:spPr>
          <a:xfrm>
            <a:off x="2123728" y="486915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1" name="Rechteck 340">
            <a:extLst>
              <a:ext uri="{FF2B5EF4-FFF2-40B4-BE49-F238E27FC236}">
                <a16:creationId xmlns:a16="http://schemas.microsoft.com/office/drawing/2014/main" id="{2EEFF525-7541-4F5D-BFAD-4990C61C6314}"/>
              </a:ext>
            </a:extLst>
          </p:cNvPr>
          <p:cNvSpPr/>
          <p:nvPr/>
        </p:nvSpPr>
        <p:spPr>
          <a:xfrm>
            <a:off x="2699828" y="486915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2" name="Rechteck 341">
            <a:extLst>
              <a:ext uri="{FF2B5EF4-FFF2-40B4-BE49-F238E27FC236}">
                <a16:creationId xmlns:a16="http://schemas.microsoft.com/office/drawing/2014/main" id="{F552241F-383E-4943-9D32-60B7640AD549}"/>
              </a:ext>
            </a:extLst>
          </p:cNvPr>
          <p:cNvSpPr/>
          <p:nvPr/>
        </p:nvSpPr>
        <p:spPr>
          <a:xfrm>
            <a:off x="2915838" y="486915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4" name="Rechteck 343">
            <a:extLst>
              <a:ext uri="{FF2B5EF4-FFF2-40B4-BE49-F238E27FC236}">
                <a16:creationId xmlns:a16="http://schemas.microsoft.com/office/drawing/2014/main" id="{5153EB3E-F61A-4899-BEA7-19903690413B}"/>
              </a:ext>
            </a:extLst>
          </p:cNvPr>
          <p:cNvSpPr/>
          <p:nvPr/>
        </p:nvSpPr>
        <p:spPr>
          <a:xfrm>
            <a:off x="3059878" y="486915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5" name="Rechteck 344">
            <a:extLst>
              <a:ext uri="{FF2B5EF4-FFF2-40B4-BE49-F238E27FC236}">
                <a16:creationId xmlns:a16="http://schemas.microsoft.com/office/drawing/2014/main" id="{17C6989C-F5BA-4AA8-A257-A91F3595FF90}"/>
              </a:ext>
            </a:extLst>
          </p:cNvPr>
          <p:cNvSpPr/>
          <p:nvPr/>
        </p:nvSpPr>
        <p:spPr>
          <a:xfrm>
            <a:off x="2267748" y="4869158"/>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6" name="Rechteck 345">
            <a:extLst>
              <a:ext uri="{FF2B5EF4-FFF2-40B4-BE49-F238E27FC236}">
                <a16:creationId xmlns:a16="http://schemas.microsoft.com/office/drawing/2014/main" id="{C6CF75B7-185C-47BD-9401-1F2F11CE5A14}"/>
              </a:ext>
            </a:extLst>
          </p:cNvPr>
          <p:cNvSpPr/>
          <p:nvPr/>
        </p:nvSpPr>
        <p:spPr>
          <a:xfrm>
            <a:off x="3707948" y="486915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7" name="Rechteck 346">
            <a:extLst>
              <a:ext uri="{FF2B5EF4-FFF2-40B4-BE49-F238E27FC236}">
                <a16:creationId xmlns:a16="http://schemas.microsoft.com/office/drawing/2014/main" id="{A4B84FFA-2205-4EF3-AE1A-F8DEFB0238BB}"/>
              </a:ext>
            </a:extLst>
          </p:cNvPr>
          <p:cNvSpPr/>
          <p:nvPr/>
        </p:nvSpPr>
        <p:spPr>
          <a:xfrm>
            <a:off x="179512" y="4365104"/>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8" name="Rechteck 347">
            <a:extLst>
              <a:ext uri="{FF2B5EF4-FFF2-40B4-BE49-F238E27FC236}">
                <a16:creationId xmlns:a16="http://schemas.microsoft.com/office/drawing/2014/main" id="{5782E4CC-4FD3-4AB8-9839-57660076508E}"/>
              </a:ext>
            </a:extLst>
          </p:cNvPr>
          <p:cNvSpPr/>
          <p:nvPr/>
        </p:nvSpPr>
        <p:spPr>
          <a:xfrm>
            <a:off x="683582" y="4365104"/>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49" name="Rechteck 348">
            <a:extLst>
              <a:ext uri="{FF2B5EF4-FFF2-40B4-BE49-F238E27FC236}">
                <a16:creationId xmlns:a16="http://schemas.microsoft.com/office/drawing/2014/main" id="{E7E6D2BA-12A3-460E-9030-B2A0320D797E}"/>
              </a:ext>
            </a:extLst>
          </p:cNvPr>
          <p:cNvSpPr/>
          <p:nvPr/>
        </p:nvSpPr>
        <p:spPr>
          <a:xfrm>
            <a:off x="827602" y="4365104"/>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0" name="Rechteck 349">
            <a:extLst>
              <a:ext uri="{FF2B5EF4-FFF2-40B4-BE49-F238E27FC236}">
                <a16:creationId xmlns:a16="http://schemas.microsoft.com/office/drawing/2014/main" id="{68A77E65-8697-44EB-B8C0-2F6393081D3F}"/>
              </a:ext>
            </a:extLst>
          </p:cNvPr>
          <p:cNvSpPr/>
          <p:nvPr/>
        </p:nvSpPr>
        <p:spPr>
          <a:xfrm>
            <a:off x="1115642" y="4365104"/>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1" name="Rechteck 350">
            <a:extLst>
              <a:ext uri="{FF2B5EF4-FFF2-40B4-BE49-F238E27FC236}">
                <a16:creationId xmlns:a16="http://schemas.microsoft.com/office/drawing/2014/main" id="{BD80D7DB-FE76-44F0-AB58-255C739F3011}"/>
              </a:ext>
            </a:extLst>
          </p:cNvPr>
          <p:cNvSpPr/>
          <p:nvPr/>
        </p:nvSpPr>
        <p:spPr>
          <a:xfrm>
            <a:off x="395542" y="4365104"/>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2" name="Rechteck 351">
            <a:extLst>
              <a:ext uri="{FF2B5EF4-FFF2-40B4-BE49-F238E27FC236}">
                <a16:creationId xmlns:a16="http://schemas.microsoft.com/office/drawing/2014/main" id="{FE5813C2-B115-41B4-ADF9-32EBFA8EAEAC}"/>
              </a:ext>
            </a:extLst>
          </p:cNvPr>
          <p:cNvSpPr/>
          <p:nvPr/>
        </p:nvSpPr>
        <p:spPr>
          <a:xfrm>
            <a:off x="2123728" y="5157192"/>
            <a:ext cx="345638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During the lookup call:</a:t>
            </a:r>
          </a:p>
          <a:p>
            <a:r>
              <a:rPr lang="en-US" sz="800" dirty="0">
                <a:solidFill>
                  <a:schemeClr val="tx1"/>
                </a:solidFill>
              </a:rPr>
              <a:t>Every row is looked up only once and checked off (</a:t>
            </a:r>
            <a:r>
              <a:rPr lang="en-US" sz="800" dirty="0">
                <a:solidFill>
                  <a:schemeClr val="tx1"/>
                </a:solidFill>
                <a:sym typeface="Wingdings" panose="05000000000000000000" pitchFamily="2" charset="2"/>
              </a:rPr>
              <a:t>)</a:t>
            </a:r>
          </a:p>
          <a:p>
            <a:r>
              <a:rPr lang="en-US" sz="800" dirty="0">
                <a:solidFill>
                  <a:schemeClr val="tx1"/>
                </a:solidFill>
                <a:sym typeface="Wingdings" panose="05000000000000000000" pitchFamily="2" charset="2"/>
              </a:rPr>
              <a:t>In case of a 2</a:t>
            </a:r>
            <a:r>
              <a:rPr lang="en-US" sz="800" baseline="30000" dirty="0">
                <a:solidFill>
                  <a:schemeClr val="tx1"/>
                </a:solidFill>
                <a:sym typeface="Wingdings" panose="05000000000000000000" pitchFamily="2" charset="2"/>
              </a:rPr>
              <a:t>nd</a:t>
            </a:r>
            <a:r>
              <a:rPr lang="en-US" sz="800" dirty="0">
                <a:solidFill>
                  <a:schemeClr val="tx1"/>
                </a:solidFill>
                <a:sym typeface="Wingdings" panose="05000000000000000000" pitchFamily="2" charset="2"/>
              </a:rPr>
              <a:t> match, then the row will be skipped, and searching</a:t>
            </a:r>
          </a:p>
          <a:p>
            <a:r>
              <a:rPr lang="en-US" sz="800" dirty="0">
                <a:solidFill>
                  <a:schemeClr val="tx1"/>
                </a:solidFill>
                <a:sym typeface="Wingdings" panose="05000000000000000000" pitchFamily="2" charset="2"/>
              </a:rPr>
              <a:t>continues till the next match.  All checks are reset after the function call is done.</a:t>
            </a:r>
          </a:p>
        </p:txBody>
      </p:sp>
      <p:sp>
        <p:nvSpPr>
          <p:cNvPr id="353" name="Rechteck 352">
            <a:extLst>
              <a:ext uri="{FF2B5EF4-FFF2-40B4-BE49-F238E27FC236}">
                <a16:creationId xmlns:a16="http://schemas.microsoft.com/office/drawing/2014/main" id="{4FCE48BE-D05C-444F-9184-CD59D7BD8D35}"/>
              </a:ext>
            </a:extLst>
          </p:cNvPr>
          <p:cNvSpPr/>
          <p:nvPr/>
        </p:nvSpPr>
        <p:spPr>
          <a:xfrm>
            <a:off x="1943708" y="4545124"/>
            <a:ext cx="28803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sym typeface="Wingdings" panose="05000000000000000000" pitchFamily="2" charset="2"/>
              </a:rPr>
              <a:t></a:t>
            </a:r>
            <a:endParaRPr lang="en-US" sz="800" dirty="0">
              <a:solidFill>
                <a:schemeClr val="tx1"/>
              </a:solidFill>
            </a:endParaRPr>
          </a:p>
        </p:txBody>
      </p:sp>
      <p:cxnSp>
        <p:nvCxnSpPr>
          <p:cNvPr id="354" name="Gerade Verbindung mit Pfeil 353">
            <a:extLst>
              <a:ext uri="{FF2B5EF4-FFF2-40B4-BE49-F238E27FC236}">
                <a16:creationId xmlns:a16="http://schemas.microsoft.com/office/drawing/2014/main" id="{B4228A15-B281-48BD-8125-F1BF7E6C5B9E}"/>
              </a:ext>
            </a:extLst>
          </p:cNvPr>
          <p:cNvCxnSpPr>
            <a:cxnSpLocks/>
          </p:cNvCxnSpPr>
          <p:nvPr/>
        </p:nvCxnSpPr>
        <p:spPr>
          <a:xfrm>
            <a:off x="539552" y="4437112"/>
            <a:ext cx="1727398" cy="144413"/>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5" name="Gerade Verbindung mit Pfeil 354">
            <a:extLst>
              <a:ext uri="{FF2B5EF4-FFF2-40B4-BE49-F238E27FC236}">
                <a16:creationId xmlns:a16="http://schemas.microsoft.com/office/drawing/2014/main" id="{2F55BF2E-ACFE-4F07-A89D-77E463B6E80A}"/>
              </a:ext>
            </a:extLst>
          </p:cNvPr>
          <p:cNvCxnSpPr>
            <a:cxnSpLocks/>
            <a:stCxn id="345" idx="0"/>
          </p:cNvCxnSpPr>
          <p:nvPr/>
        </p:nvCxnSpPr>
        <p:spPr>
          <a:xfrm flipV="1">
            <a:off x="2339748" y="4653136"/>
            <a:ext cx="4" cy="216022"/>
          </a:xfrm>
          <a:prstGeom prst="straightConnector1">
            <a:avLst/>
          </a:prstGeom>
          <a:ln>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56" name="Rechteck 355">
            <a:extLst>
              <a:ext uri="{FF2B5EF4-FFF2-40B4-BE49-F238E27FC236}">
                <a16:creationId xmlns:a16="http://schemas.microsoft.com/office/drawing/2014/main" id="{374A6A41-3858-4014-81B4-34F2512DED54}"/>
              </a:ext>
            </a:extLst>
          </p:cNvPr>
          <p:cNvSpPr/>
          <p:nvPr/>
        </p:nvSpPr>
        <p:spPr>
          <a:xfrm>
            <a:off x="6192180" y="4257092"/>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7" name="Rechteck 356">
            <a:extLst>
              <a:ext uri="{FF2B5EF4-FFF2-40B4-BE49-F238E27FC236}">
                <a16:creationId xmlns:a16="http://schemas.microsoft.com/office/drawing/2014/main" id="{2553E06F-C037-4811-9A08-629200EF99A2}"/>
              </a:ext>
            </a:extLst>
          </p:cNvPr>
          <p:cNvSpPr/>
          <p:nvPr/>
        </p:nvSpPr>
        <p:spPr>
          <a:xfrm>
            <a:off x="6336200" y="4257092"/>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Output column</a:t>
            </a:r>
          </a:p>
          <a:p>
            <a:r>
              <a:rPr lang="en-US" sz="1000" dirty="0">
                <a:solidFill>
                  <a:schemeClr val="tx1"/>
                </a:solidFill>
              </a:rPr>
              <a:t>(Parameter 6)</a:t>
            </a:r>
          </a:p>
        </p:txBody>
      </p:sp>
      <p:sp>
        <p:nvSpPr>
          <p:cNvPr id="358" name="Rechteck 357">
            <a:extLst>
              <a:ext uri="{FF2B5EF4-FFF2-40B4-BE49-F238E27FC236}">
                <a16:creationId xmlns:a16="http://schemas.microsoft.com/office/drawing/2014/main" id="{5BC95040-8DC9-4DD1-9154-AA7CDF2E5FEC}"/>
              </a:ext>
            </a:extLst>
          </p:cNvPr>
          <p:cNvSpPr/>
          <p:nvPr/>
        </p:nvSpPr>
        <p:spPr>
          <a:xfrm>
            <a:off x="6192180" y="3645024"/>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9" name="Rechteck 358">
            <a:extLst>
              <a:ext uri="{FF2B5EF4-FFF2-40B4-BE49-F238E27FC236}">
                <a16:creationId xmlns:a16="http://schemas.microsoft.com/office/drawing/2014/main" id="{63CF1BF3-1C57-41D6-8CEC-A5D886378B43}"/>
              </a:ext>
            </a:extLst>
          </p:cNvPr>
          <p:cNvSpPr/>
          <p:nvPr/>
        </p:nvSpPr>
        <p:spPr>
          <a:xfrm>
            <a:off x="6336200" y="3645024"/>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Search column</a:t>
            </a:r>
          </a:p>
          <a:p>
            <a:r>
              <a:rPr lang="en-US" sz="1000" dirty="0">
                <a:solidFill>
                  <a:schemeClr val="tx1"/>
                </a:solidFill>
              </a:rPr>
              <a:t>(Parameter 5)</a:t>
            </a:r>
          </a:p>
        </p:txBody>
      </p:sp>
      <p:sp>
        <p:nvSpPr>
          <p:cNvPr id="360" name="Pfeil nach rechts 16">
            <a:extLst>
              <a:ext uri="{FF2B5EF4-FFF2-40B4-BE49-F238E27FC236}">
                <a16:creationId xmlns:a16="http://schemas.microsoft.com/office/drawing/2014/main" id="{55CF4268-C78E-46E4-9961-F5F12AD42291}"/>
              </a:ext>
            </a:extLst>
          </p:cNvPr>
          <p:cNvSpPr/>
          <p:nvPr/>
        </p:nvSpPr>
        <p:spPr>
          <a:xfrm flipH="1">
            <a:off x="5616100" y="4473122"/>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1" name="Pfeil nach links und rechts 17">
            <a:extLst>
              <a:ext uri="{FF2B5EF4-FFF2-40B4-BE49-F238E27FC236}">
                <a16:creationId xmlns:a16="http://schemas.microsoft.com/office/drawing/2014/main" id="{D7D98C3B-2976-4C4D-BE24-98D546961382}"/>
              </a:ext>
            </a:extLst>
          </p:cNvPr>
          <p:cNvSpPr/>
          <p:nvPr/>
        </p:nvSpPr>
        <p:spPr>
          <a:xfrm>
            <a:off x="5616100" y="3789044"/>
            <a:ext cx="360050" cy="216030"/>
          </a:xfrm>
          <a:prstGeom prst="lef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2" name="Rechteck 361">
            <a:extLst>
              <a:ext uri="{FF2B5EF4-FFF2-40B4-BE49-F238E27FC236}">
                <a16:creationId xmlns:a16="http://schemas.microsoft.com/office/drawing/2014/main" id="{9A85C5CC-2C9F-4195-9A6B-8F495AEBE0C0}"/>
              </a:ext>
            </a:extLst>
          </p:cNvPr>
          <p:cNvSpPr/>
          <p:nvPr/>
        </p:nvSpPr>
        <p:spPr>
          <a:xfrm>
            <a:off x="6192012" y="4905164"/>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63" name="Rechteck 362">
            <a:extLst>
              <a:ext uri="{FF2B5EF4-FFF2-40B4-BE49-F238E27FC236}">
                <a16:creationId xmlns:a16="http://schemas.microsoft.com/office/drawing/2014/main" id="{484A1020-0D8E-48EE-A8D1-EA6661441416}"/>
              </a:ext>
            </a:extLst>
          </p:cNvPr>
          <p:cNvSpPr/>
          <p:nvPr/>
        </p:nvSpPr>
        <p:spPr>
          <a:xfrm>
            <a:off x="6336032" y="4905164"/>
            <a:ext cx="122423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Counter column</a:t>
            </a:r>
          </a:p>
          <a:p>
            <a:r>
              <a:rPr lang="en-US" sz="1000" dirty="0">
                <a:solidFill>
                  <a:schemeClr val="tx1"/>
                </a:solidFill>
              </a:rPr>
              <a:t>(Parameter 9)</a:t>
            </a:r>
          </a:p>
          <a:p>
            <a:r>
              <a:rPr lang="en-US" sz="1000" dirty="0">
                <a:solidFill>
                  <a:schemeClr val="tx1"/>
                </a:solidFill>
              </a:rPr>
              <a:t>optional</a:t>
            </a:r>
          </a:p>
        </p:txBody>
      </p:sp>
      <p:sp>
        <p:nvSpPr>
          <p:cNvPr id="364" name="Rechteck 363">
            <a:extLst>
              <a:ext uri="{FF2B5EF4-FFF2-40B4-BE49-F238E27FC236}">
                <a16:creationId xmlns:a16="http://schemas.microsoft.com/office/drawing/2014/main" id="{C9473946-C626-4443-BA77-496DEA08E10A}"/>
              </a:ext>
            </a:extLst>
          </p:cNvPr>
          <p:cNvSpPr/>
          <p:nvPr/>
        </p:nvSpPr>
        <p:spPr>
          <a:xfrm>
            <a:off x="5399924" y="4041068"/>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Compared</a:t>
            </a:r>
          </a:p>
        </p:txBody>
      </p:sp>
      <p:sp>
        <p:nvSpPr>
          <p:cNvPr id="365" name="Rechteck 364">
            <a:extLst>
              <a:ext uri="{FF2B5EF4-FFF2-40B4-BE49-F238E27FC236}">
                <a16:creationId xmlns:a16="http://schemas.microsoft.com/office/drawing/2014/main" id="{2E89CB2B-E6EB-4CBC-8C46-C7F418F8DD6A}"/>
              </a:ext>
            </a:extLst>
          </p:cNvPr>
          <p:cNvSpPr/>
          <p:nvPr/>
        </p:nvSpPr>
        <p:spPr>
          <a:xfrm>
            <a:off x="5399924" y="4725116"/>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Transferred</a:t>
            </a:r>
          </a:p>
        </p:txBody>
      </p:sp>
      <p:sp>
        <p:nvSpPr>
          <p:cNvPr id="366" name="Rechteck 365">
            <a:extLst>
              <a:ext uri="{FF2B5EF4-FFF2-40B4-BE49-F238E27FC236}">
                <a16:creationId xmlns:a16="http://schemas.microsoft.com/office/drawing/2014/main" id="{F9F47B62-2AD7-49C5-BC26-DD257810CEE2}"/>
              </a:ext>
            </a:extLst>
          </p:cNvPr>
          <p:cNvSpPr/>
          <p:nvPr/>
        </p:nvSpPr>
        <p:spPr>
          <a:xfrm>
            <a:off x="6156124" y="346500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a:t>
            </a:r>
          </a:p>
        </p:txBody>
      </p:sp>
      <p:sp>
        <p:nvSpPr>
          <p:cNvPr id="367" name="Ellipse 366">
            <a:extLst>
              <a:ext uri="{FF2B5EF4-FFF2-40B4-BE49-F238E27FC236}">
                <a16:creationId xmlns:a16="http://schemas.microsoft.com/office/drawing/2014/main" id="{7AED0ED7-54F4-4B0D-8889-7E5778DBD137}"/>
              </a:ext>
            </a:extLst>
          </p:cNvPr>
          <p:cNvSpPr/>
          <p:nvPr/>
        </p:nvSpPr>
        <p:spPr>
          <a:xfrm>
            <a:off x="5724076" y="4977172"/>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000" dirty="0">
                <a:solidFill>
                  <a:schemeClr val="tx1"/>
                </a:solidFill>
              </a:rPr>
              <a:t>+1</a:t>
            </a:r>
          </a:p>
        </p:txBody>
      </p:sp>
      <p:sp>
        <p:nvSpPr>
          <p:cNvPr id="368" name="Rechteck 367">
            <a:extLst>
              <a:ext uri="{FF2B5EF4-FFF2-40B4-BE49-F238E27FC236}">
                <a16:creationId xmlns:a16="http://schemas.microsoft.com/office/drawing/2014/main" id="{F83F0FDF-117D-45AB-A230-EAB33E1D68D1}"/>
              </a:ext>
            </a:extLst>
          </p:cNvPr>
          <p:cNvSpPr/>
          <p:nvPr/>
        </p:nvSpPr>
        <p:spPr>
          <a:xfrm>
            <a:off x="5400040" y="522920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per match</a:t>
            </a:r>
          </a:p>
        </p:txBody>
      </p:sp>
      <p:cxnSp>
        <p:nvCxnSpPr>
          <p:cNvPr id="369" name="Gerade Verbindung mit Pfeil 368">
            <a:extLst>
              <a:ext uri="{FF2B5EF4-FFF2-40B4-BE49-F238E27FC236}">
                <a16:creationId xmlns:a16="http://schemas.microsoft.com/office/drawing/2014/main" id="{10806619-CAFA-4C4A-AB75-FD06C0D992A8}"/>
              </a:ext>
            </a:extLst>
          </p:cNvPr>
          <p:cNvCxnSpPr>
            <a:cxnSpLocks/>
          </p:cNvCxnSpPr>
          <p:nvPr/>
        </p:nvCxnSpPr>
        <p:spPr>
          <a:xfrm>
            <a:off x="986118" y="4437529"/>
            <a:ext cx="1924221" cy="429784"/>
          </a:xfrm>
          <a:prstGeom prst="straightConnector1">
            <a:avLst/>
          </a:prstGeom>
          <a:ln>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96" name="Gruppieren 395">
            <a:extLst>
              <a:ext uri="{FF2B5EF4-FFF2-40B4-BE49-F238E27FC236}">
                <a16:creationId xmlns:a16="http://schemas.microsoft.com/office/drawing/2014/main" id="{E08013B7-5FC3-4E1C-9402-5877FFDF283C}"/>
              </a:ext>
            </a:extLst>
          </p:cNvPr>
          <p:cNvGrpSpPr/>
          <p:nvPr/>
        </p:nvGrpSpPr>
        <p:grpSpPr>
          <a:xfrm>
            <a:off x="431540" y="4653136"/>
            <a:ext cx="1548172" cy="864096"/>
            <a:chOff x="539552" y="3068960"/>
            <a:chExt cx="1548172" cy="864096"/>
          </a:xfrm>
        </p:grpSpPr>
        <p:sp>
          <p:nvSpPr>
            <p:cNvPr id="397" name="Rechteck: abgerundete Ecken 396">
              <a:extLst>
                <a:ext uri="{FF2B5EF4-FFF2-40B4-BE49-F238E27FC236}">
                  <a16:creationId xmlns:a16="http://schemas.microsoft.com/office/drawing/2014/main" id="{610063ED-07C4-4796-A539-681E6A4ED383}"/>
                </a:ext>
              </a:extLst>
            </p:cNvPr>
            <p:cNvSpPr/>
            <p:nvPr/>
          </p:nvSpPr>
          <p:spPr>
            <a:xfrm>
              <a:off x="539552" y="3068960"/>
              <a:ext cx="1404156" cy="864096"/>
            </a:xfrm>
            <a:prstGeom prst="roundRect">
              <a:avLst>
                <a:gd name="adj" fmla="val 8367"/>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398" name="Rechteck 397">
              <a:extLst>
                <a:ext uri="{FF2B5EF4-FFF2-40B4-BE49-F238E27FC236}">
                  <a16:creationId xmlns:a16="http://schemas.microsoft.com/office/drawing/2014/main" id="{215A25CF-B440-4BEF-B332-9FEB053022D7}"/>
                </a:ext>
              </a:extLst>
            </p:cNvPr>
            <p:cNvSpPr/>
            <p:nvPr/>
          </p:nvSpPr>
          <p:spPr>
            <a:xfrm>
              <a:off x="575522" y="3140968"/>
              <a:ext cx="1224170" cy="10801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9" name="Rechteck 398">
              <a:extLst>
                <a:ext uri="{FF2B5EF4-FFF2-40B4-BE49-F238E27FC236}">
                  <a16:creationId xmlns:a16="http://schemas.microsoft.com/office/drawing/2014/main" id="{808DAFBF-679C-4F1A-890A-DE0B1517FFFE}"/>
                </a:ext>
              </a:extLst>
            </p:cNvPr>
            <p:cNvSpPr/>
            <p:nvPr/>
          </p:nvSpPr>
          <p:spPr>
            <a:xfrm>
              <a:off x="107959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0" name="Rechteck 399">
              <a:extLst>
                <a:ext uri="{FF2B5EF4-FFF2-40B4-BE49-F238E27FC236}">
                  <a16:creationId xmlns:a16="http://schemas.microsoft.com/office/drawing/2014/main" id="{BDDA131A-4AF2-44C8-8554-5E65BE79D5E2}"/>
                </a:ext>
              </a:extLst>
            </p:cNvPr>
            <p:cNvSpPr/>
            <p:nvPr/>
          </p:nvSpPr>
          <p:spPr>
            <a:xfrm>
              <a:off x="122361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1" name="Rechteck 400">
              <a:extLst>
                <a:ext uri="{FF2B5EF4-FFF2-40B4-BE49-F238E27FC236}">
                  <a16:creationId xmlns:a16="http://schemas.microsoft.com/office/drawing/2014/main" id="{1290CF62-6D1B-436E-BFCD-EB1C9627086A}"/>
                </a:ext>
              </a:extLst>
            </p:cNvPr>
            <p:cNvSpPr/>
            <p:nvPr/>
          </p:nvSpPr>
          <p:spPr>
            <a:xfrm>
              <a:off x="151165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2" name="Rechteck 401">
              <a:extLst>
                <a:ext uri="{FF2B5EF4-FFF2-40B4-BE49-F238E27FC236}">
                  <a16:creationId xmlns:a16="http://schemas.microsoft.com/office/drawing/2014/main" id="{0319D849-2D9F-4901-B540-969976C15EDA}"/>
                </a:ext>
              </a:extLst>
            </p:cNvPr>
            <p:cNvSpPr/>
            <p:nvPr/>
          </p:nvSpPr>
          <p:spPr>
            <a:xfrm>
              <a:off x="791552" y="3140968"/>
              <a:ext cx="144000" cy="108012"/>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3" name="Flussdiagramm: Zusammenführung 402">
              <a:extLst>
                <a:ext uri="{FF2B5EF4-FFF2-40B4-BE49-F238E27FC236}">
                  <a16:creationId xmlns:a16="http://schemas.microsoft.com/office/drawing/2014/main" id="{000FD94E-CEC2-4E57-B8AB-D1B8579033C6}"/>
                </a:ext>
              </a:extLst>
            </p:cNvPr>
            <p:cNvSpPr/>
            <p:nvPr/>
          </p:nvSpPr>
          <p:spPr>
            <a:xfrm>
              <a:off x="1331640" y="3429032"/>
              <a:ext cx="288000" cy="288000"/>
            </a:xfrm>
            <a:prstGeom prst="flowChartSummingJunction">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4" name="Rechteck 403">
              <a:extLst>
                <a:ext uri="{FF2B5EF4-FFF2-40B4-BE49-F238E27FC236}">
                  <a16:creationId xmlns:a16="http://schemas.microsoft.com/office/drawing/2014/main" id="{8F0EC30B-28CE-4E7C-AFF2-CCDAFCB65A81}"/>
                </a:ext>
              </a:extLst>
            </p:cNvPr>
            <p:cNvSpPr/>
            <p:nvPr/>
          </p:nvSpPr>
          <p:spPr>
            <a:xfrm>
              <a:off x="539552" y="3717032"/>
              <a:ext cx="1404156"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Operation (Parameter 7)</a:t>
              </a:r>
            </a:p>
          </p:txBody>
        </p:sp>
        <p:cxnSp>
          <p:nvCxnSpPr>
            <p:cNvPr id="405" name="Gerade Verbindung mit Pfeil 404">
              <a:extLst>
                <a:ext uri="{FF2B5EF4-FFF2-40B4-BE49-F238E27FC236}">
                  <a16:creationId xmlns:a16="http://schemas.microsoft.com/office/drawing/2014/main" id="{6BD4516D-EE1B-47C5-8B28-CFE9FCE81B59}"/>
                </a:ext>
              </a:extLst>
            </p:cNvPr>
            <p:cNvCxnSpPr>
              <a:cxnSpLocks/>
            </p:cNvCxnSpPr>
            <p:nvPr/>
          </p:nvCxnSpPr>
          <p:spPr>
            <a:xfrm>
              <a:off x="1619640" y="3573000"/>
              <a:ext cx="468084"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6" name="Gerade Verbindung mit Pfeil 405">
              <a:extLst>
                <a:ext uri="{FF2B5EF4-FFF2-40B4-BE49-F238E27FC236}">
                  <a16:creationId xmlns:a16="http://schemas.microsoft.com/office/drawing/2014/main" id="{68D1C9B5-FB64-4B40-A483-9CA371E0771E}"/>
                </a:ext>
              </a:extLst>
            </p:cNvPr>
            <p:cNvCxnSpPr>
              <a:cxnSpLocks/>
              <a:stCxn id="403" idx="0"/>
            </p:cNvCxnSpPr>
            <p:nvPr/>
          </p:nvCxnSpPr>
          <p:spPr>
            <a:xfrm flipV="1">
              <a:off x="1475640" y="3248980"/>
              <a:ext cx="0" cy="18005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7" name="Gerade Verbindung mit Pfeil 406">
              <a:extLst>
                <a:ext uri="{FF2B5EF4-FFF2-40B4-BE49-F238E27FC236}">
                  <a16:creationId xmlns:a16="http://schemas.microsoft.com/office/drawing/2014/main" id="{289DAA59-8BF4-4DB3-9807-22F8367A3B73}"/>
                </a:ext>
              </a:extLst>
            </p:cNvPr>
            <p:cNvCxnSpPr>
              <a:cxnSpLocks/>
            </p:cNvCxnSpPr>
            <p:nvPr/>
          </p:nvCxnSpPr>
          <p:spPr>
            <a:xfrm>
              <a:off x="1115616" y="3573032"/>
              <a:ext cx="2160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8" name="Gerade Verbindung mit Pfeil 407">
              <a:extLst>
                <a:ext uri="{FF2B5EF4-FFF2-40B4-BE49-F238E27FC236}">
                  <a16:creationId xmlns:a16="http://schemas.microsoft.com/office/drawing/2014/main" id="{FC535EC0-4E1D-4BB5-99D3-34EA63456F92}"/>
                </a:ext>
              </a:extLst>
            </p:cNvPr>
            <p:cNvCxnSpPr>
              <a:cxnSpLocks/>
            </p:cNvCxnSpPr>
            <p:nvPr/>
          </p:nvCxnSpPr>
          <p:spPr>
            <a:xfrm>
              <a:off x="1115616" y="3248980"/>
              <a:ext cx="0" cy="324036"/>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09" name="Gruppieren 408">
            <a:extLst>
              <a:ext uri="{FF2B5EF4-FFF2-40B4-BE49-F238E27FC236}">
                <a16:creationId xmlns:a16="http://schemas.microsoft.com/office/drawing/2014/main" id="{22E41E0F-B920-474E-BD82-A917A10B6007}"/>
              </a:ext>
            </a:extLst>
          </p:cNvPr>
          <p:cNvGrpSpPr/>
          <p:nvPr/>
        </p:nvGrpSpPr>
        <p:grpSpPr>
          <a:xfrm>
            <a:off x="431540" y="1736812"/>
            <a:ext cx="1692188" cy="864096"/>
            <a:chOff x="539552" y="3068960"/>
            <a:chExt cx="1692188" cy="864096"/>
          </a:xfrm>
        </p:grpSpPr>
        <p:sp>
          <p:nvSpPr>
            <p:cNvPr id="410" name="Rechteck: abgerundete Ecken 409">
              <a:extLst>
                <a:ext uri="{FF2B5EF4-FFF2-40B4-BE49-F238E27FC236}">
                  <a16:creationId xmlns:a16="http://schemas.microsoft.com/office/drawing/2014/main" id="{1EDBF1E6-DCB3-4032-A697-9A3FFF7636AF}"/>
                </a:ext>
              </a:extLst>
            </p:cNvPr>
            <p:cNvSpPr/>
            <p:nvPr/>
          </p:nvSpPr>
          <p:spPr>
            <a:xfrm>
              <a:off x="539552" y="3068960"/>
              <a:ext cx="1404156" cy="864096"/>
            </a:xfrm>
            <a:prstGeom prst="roundRect">
              <a:avLst>
                <a:gd name="adj" fmla="val 8367"/>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11" name="Rechteck 410">
              <a:extLst>
                <a:ext uri="{FF2B5EF4-FFF2-40B4-BE49-F238E27FC236}">
                  <a16:creationId xmlns:a16="http://schemas.microsoft.com/office/drawing/2014/main" id="{B63906EF-1E3D-492B-855B-2B78DDF7D23B}"/>
                </a:ext>
              </a:extLst>
            </p:cNvPr>
            <p:cNvSpPr/>
            <p:nvPr/>
          </p:nvSpPr>
          <p:spPr>
            <a:xfrm>
              <a:off x="575522" y="3140968"/>
              <a:ext cx="1224170" cy="10801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2" name="Rechteck 411">
              <a:extLst>
                <a:ext uri="{FF2B5EF4-FFF2-40B4-BE49-F238E27FC236}">
                  <a16:creationId xmlns:a16="http://schemas.microsoft.com/office/drawing/2014/main" id="{E56BFEDF-1AFD-4CDF-B973-6C8D1DC9A309}"/>
                </a:ext>
              </a:extLst>
            </p:cNvPr>
            <p:cNvSpPr/>
            <p:nvPr/>
          </p:nvSpPr>
          <p:spPr>
            <a:xfrm>
              <a:off x="107959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3" name="Rechteck 412">
              <a:extLst>
                <a:ext uri="{FF2B5EF4-FFF2-40B4-BE49-F238E27FC236}">
                  <a16:creationId xmlns:a16="http://schemas.microsoft.com/office/drawing/2014/main" id="{FC79A3D8-F264-4EEE-A205-34E4A0C71EBA}"/>
                </a:ext>
              </a:extLst>
            </p:cNvPr>
            <p:cNvSpPr/>
            <p:nvPr/>
          </p:nvSpPr>
          <p:spPr>
            <a:xfrm>
              <a:off x="122361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4" name="Rechteck 413">
              <a:extLst>
                <a:ext uri="{FF2B5EF4-FFF2-40B4-BE49-F238E27FC236}">
                  <a16:creationId xmlns:a16="http://schemas.microsoft.com/office/drawing/2014/main" id="{C997FCC9-45CF-4413-A677-BC35F7CFDB07}"/>
                </a:ext>
              </a:extLst>
            </p:cNvPr>
            <p:cNvSpPr/>
            <p:nvPr/>
          </p:nvSpPr>
          <p:spPr>
            <a:xfrm>
              <a:off x="151165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5" name="Rechteck 414">
              <a:extLst>
                <a:ext uri="{FF2B5EF4-FFF2-40B4-BE49-F238E27FC236}">
                  <a16:creationId xmlns:a16="http://schemas.microsoft.com/office/drawing/2014/main" id="{7A863EA9-8AB7-4AA3-90BB-39B99F746F14}"/>
                </a:ext>
              </a:extLst>
            </p:cNvPr>
            <p:cNvSpPr/>
            <p:nvPr/>
          </p:nvSpPr>
          <p:spPr>
            <a:xfrm>
              <a:off x="791552" y="3140968"/>
              <a:ext cx="144000" cy="108012"/>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6" name="Flussdiagramm: Zusammenführung 415">
              <a:extLst>
                <a:ext uri="{FF2B5EF4-FFF2-40B4-BE49-F238E27FC236}">
                  <a16:creationId xmlns:a16="http://schemas.microsoft.com/office/drawing/2014/main" id="{FCF002BA-B9BA-49BD-922A-98091FCDAC4A}"/>
                </a:ext>
              </a:extLst>
            </p:cNvPr>
            <p:cNvSpPr/>
            <p:nvPr/>
          </p:nvSpPr>
          <p:spPr>
            <a:xfrm>
              <a:off x="1331640" y="3429032"/>
              <a:ext cx="288000" cy="288000"/>
            </a:xfrm>
            <a:prstGeom prst="flowChartSummingJunction">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17" name="Rechteck 416">
              <a:extLst>
                <a:ext uri="{FF2B5EF4-FFF2-40B4-BE49-F238E27FC236}">
                  <a16:creationId xmlns:a16="http://schemas.microsoft.com/office/drawing/2014/main" id="{6D73A851-84EB-4119-A686-60765BE164C9}"/>
                </a:ext>
              </a:extLst>
            </p:cNvPr>
            <p:cNvSpPr/>
            <p:nvPr/>
          </p:nvSpPr>
          <p:spPr>
            <a:xfrm>
              <a:off x="539552" y="3717032"/>
              <a:ext cx="1404156"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Operation (Parameter 7)</a:t>
              </a:r>
            </a:p>
          </p:txBody>
        </p:sp>
        <p:cxnSp>
          <p:nvCxnSpPr>
            <p:cNvPr id="418" name="Gerade Verbindung mit Pfeil 417">
              <a:extLst>
                <a:ext uri="{FF2B5EF4-FFF2-40B4-BE49-F238E27FC236}">
                  <a16:creationId xmlns:a16="http://schemas.microsoft.com/office/drawing/2014/main" id="{3E9A39E3-3F31-41EB-87CD-329EA422DCC0}"/>
                </a:ext>
              </a:extLst>
            </p:cNvPr>
            <p:cNvCxnSpPr>
              <a:cxnSpLocks/>
              <a:endCxn id="302" idx="1"/>
            </p:cNvCxnSpPr>
            <p:nvPr/>
          </p:nvCxnSpPr>
          <p:spPr>
            <a:xfrm>
              <a:off x="1619640" y="3573000"/>
              <a:ext cx="612100" cy="15"/>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9" name="Gerade Verbindung mit Pfeil 418">
              <a:extLst>
                <a:ext uri="{FF2B5EF4-FFF2-40B4-BE49-F238E27FC236}">
                  <a16:creationId xmlns:a16="http://schemas.microsoft.com/office/drawing/2014/main" id="{279061A5-E9CC-4663-B7B8-787BA36906F0}"/>
                </a:ext>
              </a:extLst>
            </p:cNvPr>
            <p:cNvCxnSpPr>
              <a:cxnSpLocks/>
              <a:stCxn id="416" idx="0"/>
            </p:cNvCxnSpPr>
            <p:nvPr/>
          </p:nvCxnSpPr>
          <p:spPr>
            <a:xfrm flipV="1">
              <a:off x="1475640" y="3248980"/>
              <a:ext cx="0" cy="18005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0" name="Gerade Verbindung mit Pfeil 419">
              <a:extLst>
                <a:ext uri="{FF2B5EF4-FFF2-40B4-BE49-F238E27FC236}">
                  <a16:creationId xmlns:a16="http://schemas.microsoft.com/office/drawing/2014/main" id="{81BEF911-630E-4D4E-8C08-501AB5A0F6CA}"/>
                </a:ext>
              </a:extLst>
            </p:cNvPr>
            <p:cNvCxnSpPr>
              <a:cxnSpLocks/>
            </p:cNvCxnSpPr>
            <p:nvPr/>
          </p:nvCxnSpPr>
          <p:spPr>
            <a:xfrm>
              <a:off x="1115616" y="3573032"/>
              <a:ext cx="2160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1" name="Gerade Verbindung mit Pfeil 420">
              <a:extLst>
                <a:ext uri="{FF2B5EF4-FFF2-40B4-BE49-F238E27FC236}">
                  <a16:creationId xmlns:a16="http://schemas.microsoft.com/office/drawing/2014/main" id="{DD4A5CB3-4759-463D-A254-B2E05F11D60A}"/>
                </a:ext>
              </a:extLst>
            </p:cNvPr>
            <p:cNvCxnSpPr>
              <a:cxnSpLocks/>
            </p:cNvCxnSpPr>
            <p:nvPr/>
          </p:nvCxnSpPr>
          <p:spPr>
            <a:xfrm>
              <a:off x="1115616" y="3248980"/>
              <a:ext cx="0" cy="324036"/>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162728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Table Integrate Fast</a:t>
            </a:r>
          </a:p>
        </p:txBody>
      </p:sp>
      <p:sp>
        <p:nvSpPr>
          <p:cNvPr id="4" name="Textplatzhalter 3"/>
          <p:cNvSpPr>
            <a:spLocks noGrp="1"/>
          </p:cNvSpPr>
          <p:nvPr>
            <p:ph type="body" sz="quarter" idx="16"/>
          </p:nvPr>
        </p:nvSpPr>
        <p:spPr/>
        <p:txBody>
          <a:bodyPr/>
          <a:lstStyle/>
          <a:p>
            <a:endParaRPr lang="en-US"/>
          </a:p>
        </p:txBody>
      </p:sp>
      <p:sp>
        <p:nvSpPr>
          <p:cNvPr id="79" name="Rechteck 78">
            <a:extLst>
              <a:ext uri="{FF2B5EF4-FFF2-40B4-BE49-F238E27FC236}">
                <a16:creationId xmlns:a16="http://schemas.microsoft.com/office/drawing/2014/main" id="{B5C544D5-EE29-4451-AC24-54CFF219AF37}"/>
              </a:ext>
            </a:extLst>
          </p:cNvPr>
          <p:cNvSpPr/>
          <p:nvPr/>
        </p:nvSpPr>
        <p:spPr>
          <a:xfrm>
            <a:off x="3707948" y="1196752"/>
            <a:ext cx="72010" cy="133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0" name="Rechteck 79">
            <a:extLst>
              <a:ext uri="{FF2B5EF4-FFF2-40B4-BE49-F238E27FC236}">
                <a16:creationId xmlns:a16="http://schemas.microsoft.com/office/drawing/2014/main" id="{6382280E-4148-4120-81DA-BA520F99040F}"/>
              </a:ext>
            </a:extLst>
          </p:cNvPr>
          <p:cNvSpPr/>
          <p:nvPr/>
        </p:nvSpPr>
        <p:spPr>
          <a:xfrm>
            <a:off x="1115588" y="1196752"/>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1" name="Rechteck 80">
            <a:extLst>
              <a:ext uri="{FF2B5EF4-FFF2-40B4-BE49-F238E27FC236}">
                <a16:creationId xmlns:a16="http://schemas.microsoft.com/office/drawing/2014/main" id="{F4F759E4-7DEA-44C3-ABBA-845304C4F9C7}"/>
              </a:ext>
            </a:extLst>
          </p:cNvPr>
          <p:cNvSpPr/>
          <p:nvPr/>
        </p:nvSpPr>
        <p:spPr>
          <a:xfrm>
            <a:off x="2699808" y="1196752"/>
            <a:ext cx="14402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2" name="Rechteck 81">
            <a:extLst>
              <a:ext uri="{FF2B5EF4-FFF2-40B4-BE49-F238E27FC236}">
                <a16:creationId xmlns:a16="http://schemas.microsoft.com/office/drawing/2014/main" id="{DB17BB28-F928-493A-9E0A-E6B49F2EC3B8}"/>
              </a:ext>
            </a:extLst>
          </p:cNvPr>
          <p:cNvSpPr/>
          <p:nvPr/>
        </p:nvSpPr>
        <p:spPr>
          <a:xfrm>
            <a:off x="2915838" y="1196752"/>
            <a:ext cx="28804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3" name="Rechteck 82">
            <a:extLst>
              <a:ext uri="{FF2B5EF4-FFF2-40B4-BE49-F238E27FC236}">
                <a16:creationId xmlns:a16="http://schemas.microsoft.com/office/drawing/2014/main" id="{DDADD5B1-F025-4DB4-B179-797BE7B570C0}"/>
              </a:ext>
            </a:extLst>
          </p:cNvPr>
          <p:cNvSpPr/>
          <p:nvPr/>
        </p:nvSpPr>
        <p:spPr>
          <a:xfrm>
            <a:off x="683528" y="1196752"/>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4" name="Rechteck 83">
            <a:extLst>
              <a:ext uri="{FF2B5EF4-FFF2-40B4-BE49-F238E27FC236}">
                <a16:creationId xmlns:a16="http://schemas.microsoft.com/office/drawing/2014/main" id="{91107D1A-8642-4E32-83BB-06A73B74A08A}"/>
              </a:ext>
            </a:extLst>
          </p:cNvPr>
          <p:cNvSpPr/>
          <p:nvPr/>
        </p:nvSpPr>
        <p:spPr>
          <a:xfrm>
            <a:off x="2123728" y="1124742"/>
            <a:ext cx="1800250" cy="1404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5" name="Rechteck 84">
            <a:extLst>
              <a:ext uri="{FF2B5EF4-FFF2-40B4-BE49-F238E27FC236}">
                <a16:creationId xmlns:a16="http://schemas.microsoft.com/office/drawing/2014/main" id="{B1F81E29-B3DC-460A-9248-FDFA9E9DCF83}"/>
              </a:ext>
            </a:extLst>
          </p:cNvPr>
          <p:cNvSpPr/>
          <p:nvPr/>
        </p:nvSpPr>
        <p:spPr>
          <a:xfrm>
            <a:off x="2123728" y="1196752"/>
            <a:ext cx="1800250" cy="1332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6" name="Rechteck 85">
            <a:extLst>
              <a:ext uri="{FF2B5EF4-FFF2-40B4-BE49-F238E27FC236}">
                <a16:creationId xmlns:a16="http://schemas.microsoft.com/office/drawing/2014/main" id="{6BA38A83-D9B8-4F2E-A772-DD4F1E428404}"/>
              </a:ext>
            </a:extLst>
          </p:cNvPr>
          <p:cNvSpPr/>
          <p:nvPr/>
        </p:nvSpPr>
        <p:spPr>
          <a:xfrm>
            <a:off x="179458" y="94471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(Parameter 1)</a:t>
            </a:r>
          </a:p>
        </p:txBody>
      </p:sp>
      <p:sp>
        <p:nvSpPr>
          <p:cNvPr id="87" name="Rechteck 86">
            <a:extLst>
              <a:ext uri="{FF2B5EF4-FFF2-40B4-BE49-F238E27FC236}">
                <a16:creationId xmlns:a16="http://schemas.microsoft.com/office/drawing/2014/main" id="{E7EB1D5A-8868-4BA0-9C01-B6C3408D80B2}"/>
              </a:ext>
            </a:extLst>
          </p:cNvPr>
          <p:cNvSpPr/>
          <p:nvPr/>
        </p:nvSpPr>
        <p:spPr>
          <a:xfrm>
            <a:off x="2123728" y="94471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 </a:t>
            </a:r>
            <a:r>
              <a:rPr lang="en-US" sz="1000" dirty="0">
                <a:solidFill>
                  <a:schemeClr val="tx1"/>
                </a:solidFill>
              </a:rPr>
              <a:t>(Parameter 4)</a:t>
            </a:r>
          </a:p>
        </p:txBody>
      </p:sp>
      <p:sp>
        <p:nvSpPr>
          <p:cNvPr id="88" name="Rechteck 87">
            <a:extLst>
              <a:ext uri="{FF2B5EF4-FFF2-40B4-BE49-F238E27FC236}">
                <a16:creationId xmlns:a16="http://schemas.microsoft.com/office/drawing/2014/main" id="{713AB0C4-FB9E-4D8E-8D5B-77080F1B8FB5}"/>
              </a:ext>
            </a:extLst>
          </p:cNvPr>
          <p:cNvSpPr/>
          <p:nvPr/>
        </p:nvSpPr>
        <p:spPr>
          <a:xfrm>
            <a:off x="179458" y="1124742"/>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9" name="Rechteck 88">
            <a:extLst>
              <a:ext uri="{FF2B5EF4-FFF2-40B4-BE49-F238E27FC236}">
                <a16:creationId xmlns:a16="http://schemas.microsoft.com/office/drawing/2014/main" id="{75B79597-1F88-4481-8F6B-C2A88EE166E9}"/>
              </a:ext>
            </a:extLst>
          </p:cNvPr>
          <p:cNvSpPr/>
          <p:nvPr/>
        </p:nvSpPr>
        <p:spPr>
          <a:xfrm>
            <a:off x="179458" y="1196752"/>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0" name="Rechteck 89">
            <a:extLst>
              <a:ext uri="{FF2B5EF4-FFF2-40B4-BE49-F238E27FC236}">
                <a16:creationId xmlns:a16="http://schemas.microsoft.com/office/drawing/2014/main" id="{425E9399-2F5A-42DF-A7F4-6B091F89206B}"/>
              </a:ext>
            </a:extLst>
          </p:cNvPr>
          <p:cNvSpPr/>
          <p:nvPr/>
        </p:nvSpPr>
        <p:spPr>
          <a:xfrm>
            <a:off x="179458" y="72868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integrate fast, table integrate fast ignore case:</a:t>
            </a:r>
          </a:p>
        </p:txBody>
      </p:sp>
      <p:sp>
        <p:nvSpPr>
          <p:cNvPr id="91" name="Rechteck 90">
            <a:extLst>
              <a:ext uri="{FF2B5EF4-FFF2-40B4-BE49-F238E27FC236}">
                <a16:creationId xmlns:a16="http://schemas.microsoft.com/office/drawing/2014/main" id="{6780FE8B-7DFB-4841-9D00-989071098032}"/>
              </a:ext>
            </a:extLst>
          </p:cNvPr>
          <p:cNvSpPr/>
          <p:nvPr/>
        </p:nvSpPr>
        <p:spPr>
          <a:xfrm>
            <a:off x="4319922" y="1736800"/>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Destination column</a:t>
            </a:r>
          </a:p>
          <a:p>
            <a:r>
              <a:rPr lang="en-US" sz="1000" dirty="0">
                <a:solidFill>
                  <a:schemeClr val="tx1"/>
                </a:solidFill>
              </a:rPr>
              <a:t>(Parameter 3)</a:t>
            </a:r>
          </a:p>
        </p:txBody>
      </p:sp>
      <p:sp>
        <p:nvSpPr>
          <p:cNvPr id="92" name="Rechteck 91">
            <a:extLst>
              <a:ext uri="{FF2B5EF4-FFF2-40B4-BE49-F238E27FC236}">
                <a16:creationId xmlns:a16="http://schemas.microsoft.com/office/drawing/2014/main" id="{4CC2CEF3-95D6-429A-9D3B-5783E726175F}"/>
              </a:ext>
            </a:extLst>
          </p:cNvPr>
          <p:cNvSpPr/>
          <p:nvPr/>
        </p:nvSpPr>
        <p:spPr>
          <a:xfrm>
            <a:off x="395488" y="1196752"/>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3" name="Rechteck 92">
            <a:extLst>
              <a:ext uri="{FF2B5EF4-FFF2-40B4-BE49-F238E27FC236}">
                <a16:creationId xmlns:a16="http://schemas.microsoft.com/office/drawing/2014/main" id="{C418D8BF-A847-4D4A-B813-5BC8D9C207D7}"/>
              </a:ext>
            </a:extLst>
          </p:cNvPr>
          <p:cNvSpPr/>
          <p:nvPr/>
        </p:nvSpPr>
        <p:spPr>
          <a:xfrm>
            <a:off x="4175902" y="1124732"/>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4" name="Rechteck 93">
            <a:extLst>
              <a:ext uri="{FF2B5EF4-FFF2-40B4-BE49-F238E27FC236}">
                <a16:creationId xmlns:a16="http://schemas.microsoft.com/office/drawing/2014/main" id="{9CF968AC-7E4F-466B-89A2-8D5BDAF63BF3}"/>
              </a:ext>
            </a:extLst>
          </p:cNvPr>
          <p:cNvSpPr/>
          <p:nvPr/>
        </p:nvSpPr>
        <p:spPr>
          <a:xfrm>
            <a:off x="4319922" y="1124732"/>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Input column</a:t>
            </a:r>
            <a:br>
              <a:rPr lang="en-US" sz="1000" dirty="0">
                <a:solidFill>
                  <a:schemeClr val="tx1"/>
                </a:solidFill>
              </a:rPr>
            </a:br>
            <a:r>
              <a:rPr lang="en-US" sz="1000" dirty="0">
                <a:solidFill>
                  <a:schemeClr val="tx1"/>
                </a:solidFill>
              </a:rPr>
              <a:t>(Parameter 2)</a:t>
            </a:r>
          </a:p>
        </p:txBody>
      </p:sp>
      <p:sp>
        <p:nvSpPr>
          <p:cNvPr id="95" name="Rechteck 94">
            <a:extLst>
              <a:ext uri="{FF2B5EF4-FFF2-40B4-BE49-F238E27FC236}">
                <a16:creationId xmlns:a16="http://schemas.microsoft.com/office/drawing/2014/main" id="{84CCE448-AA6D-46FD-8EAF-A7B1E9072B81}"/>
              </a:ext>
            </a:extLst>
          </p:cNvPr>
          <p:cNvSpPr/>
          <p:nvPr/>
        </p:nvSpPr>
        <p:spPr>
          <a:xfrm>
            <a:off x="2267748" y="1196752"/>
            <a:ext cx="144020" cy="13321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96" name="Gerade Verbindung 374">
            <a:extLst>
              <a:ext uri="{FF2B5EF4-FFF2-40B4-BE49-F238E27FC236}">
                <a16:creationId xmlns:a16="http://schemas.microsoft.com/office/drawing/2014/main" id="{178FF517-D343-4675-9DD3-8743B92CEBC4}"/>
              </a:ext>
            </a:extLst>
          </p:cNvPr>
          <p:cNvCxnSpPr/>
          <p:nvPr/>
        </p:nvCxnSpPr>
        <p:spPr>
          <a:xfrm>
            <a:off x="179458" y="1196752"/>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97" name="Rechteck 96">
            <a:extLst>
              <a:ext uri="{FF2B5EF4-FFF2-40B4-BE49-F238E27FC236}">
                <a16:creationId xmlns:a16="http://schemas.microsoft.com/office/drawing/2014/main" id="{A3CCF7DA-2B0C-4DFA-A441-C9B5FFB4963C}"/>
              </a:ext>
            </a:extLst>
          </p:cNvPr>
          <p:cNvSpPr/>
          <p:nvPr/>
        </p:nvSpPr>
        <p:spPr>
          <a:xfrm>
            <a:off x="179458" y="1484792"/>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8" name="Rechteck 97">
            <a:extLst>
              <a:ext uri="{FF2B5EF4-FFF2-40B4-BE49-F238E27FC236}">
                <a16:creationId xmlns:a16="http://schemas.microsoft.com/office/drawing/2014/main" id="{579CDF92-D2C8-4596-9E23-F4510847334F}"/>
              </a:ext>
            </a:extLst>
          </p:cNvPr>
          <p:cNvSpPr/>
          <p:nvPr/>
        </p:nvSpPr>
        <p:spPr>
          <a:xfrm>
            <a:off x="683528" y="1484792"/>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9" name="Rechteck 98">
            <a:extLst>
              <a:ext uri="{FF2B5EF4-FFF2-40B4-BE49-F238E27FC236}">
                <a16:creationId xmlns:a16="http://schemas.microsoft.com/office/drawing/2014/main" id="{74E2F1E3-A2CE-4A9C-8D48-631F68A3CE43}"/>
              </a:ext>
            </a:extLst>
          </p:cNvPr>
          <p:cNvSpPr/>
          <p:nvPr/>
        </p:nvSpPr>
        <p:spPr>
          <a:xfrm>
            <a:off x="827548" y="1484792"/>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0" name="Rechteck 99">
            <a:extLst>
              <a:ext uri="{FF2B5EF4-FFF2-40B4-BE49-F238E27FC236}">
                <a16:creationId xmlns:a16="http://schemas.microsoft.com/office/drawing/2014/main" id="{F78042AD-593F-44EA-BB01-6FA02C2776EE}"/>
              </a:ext>
            </a:extLst>
          </p:cNvPr>
          <p:cNvSpPr/>
          <p:nvPr/>
        </p:nvSpPr>
        <p:spPr>
          <a:xfrm>
            <a:off x="1115588" y="1484792"/>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01" name="Gerade Verbindung 77">
            <a:extLst>
              <a:ext uri="{FF2B5EF4-FFF2-40B4-BE49-F238E27FC236}">
                <a16:creationId xmlns:a16="http://schemas.microsoft.com/office/drawing/2014/main" id="{B96E4B4B-82C0-4B68-9E2B-D855281C7EDA}"/>
              </a:ext>
            </a:extLst>
          </p:cNvPr>
          <p:cNvCxnSpPr/>
          <p:nvPr/>
        </p:nvCxnSpPr>
        <p:spPr>
          <a:xfrm>
            <a:off x="2123728" y="1196752"/>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02" name="Rechteck 101">
            <a:extLst>
              <a:ext uri="{FF2B5EF4-FFF2-40B4-BE49-F238E27FC236}">
                <a16:creationId xmlns:a16="http://schemas.microsoft.com/office/drawing/2014/main" id="{B0C47FDE-F7F8-4BD6-8247-C38956ECD6CB}"/>
              </a:ext>
            </a:extLst>
          </p:cNvPr>
          <p:cNvSpPr/>
          <p:nvPr/>
        </p:nvSpPr>
        <p:spPr>
          <a:xfrm>
            <a:off x="2123728" y="2060872"/>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3" name="Rechteck 102">
            <a:extLst>
              <a:ext uri="{FF2B5EF4-FFF2-40B4-BE49-F238E27FC236}">
                <a16:creationId xmlns:a16="http://schemas.microsoft.com/office/drawing/2014/main" id="{E26D20A2-2E60-44E1-BF3A-93431C0AF7AC}"/>
              </a:ext>
            </a:extLst>
          </p:cNvPr>
          <p:cNvSpPr/>
          <p:nvPr/>
        </p:nvSpPr>
        <p:spPr>
          <a:xfrm>
            <a:off x="2699828" y="206087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4" name="Rechteck 103">
            <a:extLst>
              <a:ext uri="{FF2B5EF4-FFF2-40B4-BE49-F238E27FC236}">
                <a16:creationId xmlns:a16="http://schemas.microsoft.com/office/drawing/2014/main" id="{EC9D8EF7-B6D1-4691-977E-F8F1770A10C3}"/>
              </a:ext>
            </a:extLst>
          </p:cNvPr>
          <p:cNvSpPr/>
          <p:nvPr/>
        </p:nvSpPr>
        <p:spPr>
          <a:xfrm>
            <a:off x="2915838" y="206087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5" name="Rechteck 104">
            <a:extLst>
              <a:ext uri="{FF2B5EF4-FFF2-40B4-BE49-F238E27FC236}">
                <a16:creationId xmlns:a16="http://schemas.microsoft.com/office/drawing/2014/main" id="{64926EDE-C22D-428A-BF33-446AE37C9EF1}"/>
              </a:ext>
            </a:extLst>
          </p:cNvPr>
          <p:cNvSpPr/>
          <p:nvPr/>
        </p:nvSpPr>
        <p:spPr>
          <a:xfrm>
            <a:off x="3059878" y="206087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06" name="Gerade Verbindung mit Pfeil 105">
            <a:extLst>
              <a:ext uri="{FF2B5EF4-FFF2-40B4-BE49-F238E27FC236}">
                <a16:creationId xmlns:a16="http://schemas.microsoft.com/office/drawing/2014/main" id="{B094A6F3-7D77-4970-8390-9F54781E2FEB}"/>
              </a:ext>
            </a:extLst>
          </p:cNvPr>
          <p:cNvCxnSpPr>
            <a:cxnSpLocks/>
          </p:cNvCxnSpPr>
          <p:nvPr/>
        </p:nvCxnSpPr>
        <p:spPr>
          <a:xfrm>
            <a:off x="977099" y="1558663"/>
            <a:ext cx="1938739" cy="502209"/>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7" name="Rechteck 106">
            <a:extLst>
              <a:ext uri="{FF2B5EF4-FFF2-40B4-BE49-F238E27FC236}">
                <a16:creationId xmlns:a16="http://schemas.microsoft.com/office/drawing/2014/main" id="{98937A7F-F61B-43FE-8F56-1B936E8970E2}"/>
              </a:ext>
            </a:extLst>
          </p:cNvPr>
          <p:cNvSpPr/>
          <p:nvPr/>
        </p:nvSpPr>
        <p:spPr>
          <a:xfrm>
            <a:off x="2267748" y="2060872"/>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8" name="Rechteck 107">
            <a:extLst>
              <a:ext uri="{FF2B5EF4-FFF2-40B4-BE49-F238E27FC236}">
                <a16:creationId xmlns:a16="http://schemas.microsoft.com/office/drawing/2014/main" id="{E167FD10-B10A-4D73-ADE6-D256E18FA9E4}"/>
              </a:ext>
            </a:extLst>
          </p:cNvPr>
          <p:cNvSpPr/>
          <p:nvPr/>
        </p:nvSpPr>
        <p:spPr>
          <a:xfrm>
            <a:off x="395488" y="1484792"/>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09" name="Gerade Verbindung mit Pfeil 108">
            <a:extLst>
              <a:ext uri="{FF2B5EF4-FFF2-40B4-BE49-F238E27FC236}">
                <a16:creationId xmlns:a16="http://schemas.microsoft.com/office/drawing/2014/main" id="{4EBCAD09-8776-420F-8C67-235305CB24DE}"/>
              </a:ext>
            </a:extLst>
          </p:cNvPr>
          <p:cNvCxnSpPr/>
          <p:nvPr/>
        </p:nvCxnSpPr>
        <p:spPr>
          <a:xfrm>
            <a:off x="539508" y="1556802"/>
            <a:ext cx="1728240" cy="50407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Rechteck 109">
            <a:extLst>
              <a:ext uri="{FF2B5EF4-FFF2-40B4-BE49-F238E27FC236}">
                <a16:creationId xmlns:a16="http://schemas.microsoft.com/office/drawing/2014/main" id="{35B8BF1B-AA1B-49E9-9FEA-B6EB273BF604}"/>
              </a:ext>
            </a:extLst>
          </p:cNvPr>
          <p:cNvSpPr/>
          <p:nvPr/>
        </p:nvSpPr>
        <p:spPr>
          <a:xfrm>
            <a:off x="4175902" y="1736800"/>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1" name="Rechteck 110">
            <a:extLst>
              <a:ext uri="{FF2B5EF4-FFF2-40B4-BE49-F238E27FC236}">
                <a16:creationId xmlns:a16="http://schemas.microsoft.com/office/drawing/2014/main" id="{FD907B85-CA96-4F8D-B992-7FF7207BD75B}"/>
              </a:ext>
            </a:extLst>
          </p:cNvPr>
          <p:cNvSpPr/>
          <p:nvPr/>
        </p:nvSpPr>
        <p:spPr>
          <a:xfrm>
            <a:off x="3707948" y="2060872"/>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2" name="Rechteck 111">
            <a:extLst>
              <a:ext uri="{FF2B5EF4-FFF2-40B4-BE49-F238E27FC236}">
                <a16:creationId xmlns:a16="http://schemas.microsoft.com/office/drawing/2014/main" id="{008DF19C-2533-4DBD-BD32-BCA9DAED24AD}"/>
              </a:ext>
            </a:extLst>
          </p:cNvPr>
          <p:cNvSpPr/>
          <p:nvPr/>
        </p:nvSpPr>
        <p:spPr>
          <a:xfrm>
            <a:off x="4103894" y="94471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a:t>
            </a:r>
          </a:p>
        </p:txBody>
      </p:sp>
      <p:sp>
        <p:nvSpPr>
          <p:cNvPr id="113" name="Rechteck 112">
            <a:extLst>
              <a:ext uri="{FF2B5EF4-FFF2-40B4-BE49-F238E27FC236}">
                <a16:creationId xmlns:a16="http://schemas.microsoft.com/office/drawing/2014/main" id="{2871CCEA-4831-43FA-977B-570267E443D6}"/>
              </a:ext>
            </a:extLst>
          </p:cNvPr>
          <p:cNvSpPr/>
          <p:nvPr/>
        </p:nvSpPr>
        <p:spPr>
          <a:xfrm>
            <a:off x="2123674" y="2348880"/>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4" name="Rechteck 113">
            <a:extLst>
              <a:ext uri="{FF2B5EF4-FFF2-40B4-BE49-F238E27FC236}">
                <a16:creationId xmlns:a16="http://schemas.microsoft.com/office/drawing/2014/main" id="{29F0551E-7EB0-4D5E-B253-46F5600EF233}"/>
              </a:ext>
            </a:extLst>
          </p:cNvPr>
          <p:cNvSpPr/>
          <p:nvPr/>
        </p:nvSpPr>
        <p:spPr>
          <a:xfrm>
            <a:off x="2699774" y="2348880"/>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5" name="Rechteck 114">
            <a:extLst>
              <a:ext uri="{FF2B5EF4-FFF2-40B4-BE49-F238E27FC236}">
                <a16:creationId xmlns:a16="http://schemas.microsoft.com/office/drawing/2014/main" id="{7AF415B1-0755-4582-9E4D-F057216A6C2F}"/>
              </a:ext>
            </a:extLst>
          </p:cNvPr>
          <p:cNvSpPr/>
          <p:nvPr/>
        </p:nvSpPr>
        <p:spPr>
          <a:xfrm>
            <a:off x="2915784" y="2348880"/>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6" name="Rechteck 115">
            <a:extLst>
              <a:ext uri="{FF2B5EF4-FFF2-40B4-BE49-F238E27FC236}">
                <a16:creationId xmlns:a16="http://schemas.microsoft.com/office/drawing/2014/main" id="{6A78B00D-CD5D-4DE8-89A3-9932BE0ECFAB}"/>
              </a:ext>
            </a:extLst>
          </p:cNvPr>
          <p:cNvSpPr/>
          <p:nvPr/>
        </p:nvSpPr>
        <p:spPr>
          <a:xfrm>
            <a:off x="3059824" y="2348880"/>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7" name="Rechteck 116">
            <a:extLst>
              <a:ext uri="{FF2B5EF4-FFF2-40B4-BE49-F238E27FC236}">
                <a16:creationId xmlns:a16="http://schemas.microsoft.com/office/drawing/2014/main" id="{BCBB7B9C-38E7-4EF1-A41B-F3440960DE43}"/>
              </a:ext>
            </a:extLst>
          </p:cNvPr>
          <p:cNvSpPr/>
          <p:nvPr/>
        </p:nvSpPr>
        <p:spPr>
          <a:xfrm>
            <a:off x="2267694" y="2348880"/>
            <a:ext cx="144000" cy="72010"/>
          </a:xfrm>
          <a:prstGeom prst="rect">
            <a:avLst/>
          </a:prstGeom>
          <a:solidFill>
            <a:srgbClr val="C0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8" name="Rechteck 117">
            <a:extLst>
              <a:ext uri="{FF2B5EF4-FFF2-40B4-BE49-F238E27FC236}">
                <a16:creationId xmlns:a16="http://schemas.microsoft.com/office/drawing/2014/main" id="{755DF352-F165-4CCF-868F-8D4D93EBAF54}"/>
              </a:ext>
            </a:extLst>
          </p:cNvPr>
          <p:cNvSpPr/>
          <p:nvPr/>
        </p:nvSpPr>
        <p:spPr>
          <a:xfrm>
            <a:off x="3707894" y="2348880"/>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9" name="Rechteck 118">
            <a:extLst>
              <a:ext uri="{FF2B5EF4-FFF2-40B4-BE49-F238E27FC236}">
                <a16:creationId xmlns:a16="http://schemas.microsoft.com/office/drawing/2014/main" id="{C0E765CF-1C24-46A4-BB40-8E7955B18023}"/>
              </a:ext>
            </a:extLst>
          </p:cNvPr>
          <p:cNvSpPr/>
          <p:nvPr/>
        </p:nvSpPr>
        <p:spPr>
          <a:xfrm>
            <a:off x="179458" y="1844826"/>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0" name="Rechteck 119">
            <a:extLst>
              <a:ext uri="{FF2B5EF4-FFF2-40B4-BE49-F238E27FC236}">
                <a16:creationId xmlns:a16="http://schemas.microsoft.com/office/drawing/2014/main" id="{411CA926-6FB6-412B-B47A-23B652239BA9}"/>
              </a:ext>
            </a:extLst>
          </p:cNvPr>
          <p:cNvSpPr/>
          <p:nvPr/>
        </p:nvSpPr>
        <p:spPr>
          <a:xfrm>
            <a:off x="683528" y="184482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1" name="Rechteck 120">
            <a:extLst>
              <a:ext uri="{FF2B5EF4-FFF2-40B4-BE49-F238E27FC236}">
                <a16:creationId xmlns:a16="http://schemas.microsoft.com/office/drawing/2014/main" id="{459C9785-834A-4263-B401-0AD05F938BFC}"/>
              </a:ext>
            </a:extLst>
          </p:cNvPr>
          <p:cNvSpPr/>
          <p:nvPr/>
        </p:nvSpPr>
        <p:spPr>
          <a:xfrm>
            <a:off x="827548" y="184482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2" name="Rechteck 121">
            <a:extLst>
              <a:ext uri="{FF2B5EF4-FFF2-40B4-BE49-F238E27FC236}">
                <a16:creationId xmlns:a16="http://schemas.microsoft.com/office/drawing/2014/main" id="{F89E1E98-1D59-4F53-8B84-C34308E1D932}"/>
              </a:ext>
            </a:extLst>
          </p:cNvPr>
          <p:cNvSpPr/>
          <p:nvPr/>
        </p:nvSpPr>
        <p:spPr>
          <a:xfrm>
            <a:off x="1115588" y="184482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3" name="Rechteck 122">
            <a:extLst>
              <a:ext uri="{FF2B5EF4-FFF2-40B4-BE49-F238E27FC236}">
                <a16:creationId xmlns:a16="http://schemas.microsoft.com/office/drawing/2014/main" id="{279B8D7D-49E8-47E7-B14D-4C5BFE8E32DA}"/>
              </a:ext>
            </a:extLst>
          </p:cNvPr>
          <p:cNvSpPr/>
          <p:nvPr/>
        </p:nvSpPr>
        <p:spPr>
          <a:xfrm>
            <a:off x="395488" y="1844826"/>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4" name="Rechteck 123">
            <a:extLst>
              <a:ext uri="{FF2B5EF4-FFF2-40B4-BE49-F238E27FC236}">
                <a16:creationId xmlns:a16="http://schemas.microsoft.com/office/drawing/2014/main" id="{7A028ED8-66B5-4560-8AB5-6EAA7BB314B7}"/>
              </a:ext>
            </a:extLst>
          </p:cNvPr>
          <p:cNvSpPr/>
          <p:nvPr/>
        </p:nvSpPr>
        <p:spPr>
          <a:xfrm>
            <a:off x="2123674" y="2636914"/>
            <a:ext cx="345638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During the lookup call:</a:t>
            </a:r>
          </a:p>
          <a:p>
            <a:r>
              <a:rPr lang="en-US" sz="800" dirty="0">
                <a:solidFill>
                  <a:schemeClr val="tx1"/>
                </a:solidFill>
              </a:rPr>
              <a:t>Position in lookup table is memorized for the next lookup.  Search</a:t>
            </a:r>
          </a:p>
          <a:p>
            <a:r>
              <a:rPr lang="en-US" sz="800" dirty="0">
                <a:solidFill>
                  <a:schemeClr val="tx1"/>
                </a:solidFill>
                <a:sym typeface="Wingdings" panose="05000000000000000000" pitchFamily="2" charset="2"/>
              </a:rPr>
              <a:t>continue in same row and then down. If not match found yet, search</a:t>
            </a:r>
          </a:p>
          <a:p>
            <a:r>
              <a:rPr lang="en-US" sz="800" dirty="0">
                <a:solidFill>
                  <a:schemeClr val="tx1"/>
                </a:solidFill>
                <a:sym typeface="Wingdings" panose="05000000000000000000" pitchFamily="2" charset="2"/>
              </a:rPr>
              <a:t>continues at row 1 to cover the remaining rows.</a:t>
            </a:r>
          </a:p>
        </p:txBody>
      </p:sp>
      <p:cxnSp>
        <p:nvCxnSpPr>
          <p:cNvPr id="125" name="Gerade Verbindung mit Pfeil 124">
            <a:extLst>
              <a:ext uri="{FF2B5EF4-FFF2-40B4-BE49-F238E27FC236}">
                <a16:creationId xmlns:a16="http://schemas.microsoft.com/office/drawing/2014/main" id="{E0030F00-16B2-4EB8-A9C8-22F89AE155B3}"/>
              </a:ext>
            </a:extLst>
          </p:cNvPr>
          <p:cNvCxnSpPr>
            <a:cxnSpLocks/>
          </p:cNvCxnSpPr>
          <p:nvPr/>
        </p:nvCxnSpPr>
        <p:spPr>
          <a:xfrm>
            <a:off x="539498" y="1916834"/>
            <a:ext cx="1727398" cy="144413"/>
          </a:xfrm>
          <a:prstGeom prst="straightConnector1">
            <a:avLst/>
          </a:prstGeom>
          <a:ln>
            <a:solidFill>
              <a:srgbClr val="0000F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Gerade Verbindung mit Pfeil 125">
            <a:extLst>
              <a:ext uri="{FF2B5EF4-FFF2-40B4-BE49-F238E27FC236}">
                <a16:creationId xmlns:a16="http://schemas.microsoft.com/office/drawing/2014/main" id="{A74F995E-3C7D-46C3-8DDB-865DAD41DD6F}"/>
              </a:ext>
            </a:extLst>
          </p:cNvPr>
          <p:cNvCxnSpPr>
            <a:cxnSpLocks/>
            <a:stCxn id="117" idx="0"/>
          </p:cNvCxnSpPr>
          <p:nvPr/>
        </p:nvCxnSpPr>
        <p:spPr>
          <a:xfrm flipV="1">
            <a:off x="2339694" y="2132858"/>
            <a:ext cx="4" cy="216022"/>
          </a:xfrm>
          <a:prstGeom prst="straightConnector1">
            <a:avLst/>
          </a:prstGeom>
          <a:ln>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7" name="Rechteck 126">
            <a:extLst>
              <a:ext uri="{FF2B5EF4-FFF2-40B4-BE49-F238E27FC236}">
                <a16:creationId xmlns:a16="http://schemas.microsoft.com/office/drawing/2014/main" id="{13AE401E-15BA-41F0-ABC5-9C65F3D0AC0A}"/>
              </a:ext>
            </a:extLst>
          </p:cNvPr>
          <p:cNvSpPr/>
          <p:nvPr/>
        </p:nvSpPr>
        <p:spPr>
          <a:xfrm>
            <a:off x="6192126" y="1736814"/>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8" name="Rechteck 127">
            <a:extLst>
              <a:ext uri="{FF2B5EF4-FFF2-40B4-BE49-F238E27FC236}">
                <a16:creationId xmlns:a16="http://schemas.microsoft.com/office/drawing/2014/main" id="{B199E5BA-01A0-4E46-9E2D-573D200A6708}"/>
              </a:ext>
            </a:extLst>
          </p:cNvPr>
          <p:cNvSpPr/>
          <p:nvPr/>
        </p:nvSpPr>
        <p:spPr>
          <a:xfrm>
            <a:off x="6336146" y="1736814"/>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Output column</a:t>
            </a:r>
          </a:p>
          <a:p>
            <a:r>
              <a:rPr lang="en-US" sz="1000" dirty="0">
                <a:solidFill>
                  <a:schemeClr val="tx1"/>
                </a:solidFill>
              </a:rPr>
              <a:t>(Parameter 6)</a:t>
            </a:r>
          </a:p>
        </p:txBody>
      </p:sp>
      <p:sp>
        <p:nvSpPr>
          <p:cNvPr id="129" name="Rechteck 128">
            <a:extLst>
              <a:ext uri="{FF2B5EF4-FFF2-40B4-BE49-F238E27FC236}">
                <a16:creationId xmlns:a16="http://schemas.microsoft.com/office/drawing/2014/main" id="{22D098BD-FB30-4236-B760-302CE8E717D4}"/>
              </a:ext>
            </a:extLst>
          </p:cNvPr>
          <p:cNvSpPr/>
          <p:nvPr/>
        </p:nvSpPr>
        <p:spPr>
          <a:xfrm>
            <a:off x="6192126" y="1124746"/>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9" name="Rechteck 138">
            <a:extLst>
              <a:ext uri="{FF2B5EF4-FFF2-40B4-BE49-F238E27FC236}">
                <a16:creationId xmlns:a16="http://schemas.microsoft.com/office/drawing/2014/main" id="{E8BE4B5B-21A4-4543-B2A1-912684E1F1E0}"/>
              </a:ext>
            </a:extLst>
          </p:cNvPr>
          <p:cNvSpPr/>
          <p:nvPr/>
        </p:nvSpPr>
        <p:spPr>
          <a:xfrm>
            <a:off x="6336146" y="1124746"/>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Search column</a:t>
            </a:r>
          </a:p>
          <a:p>
            <a:r>
              <a:rPr lang="en-US" sz="1000" dirty="0">
                <a:solidFill>
                  <a:schemeClr val="tx1"/>
                </a:solidFill>
              </a:rPr>
              <a:t>(Parameter 5)</a:t>
            </a:r>
          </a:p>
        </p:txBody>
      </p:sp>
      <p:sp>
        <p:nvSpPr>
          <p:cNvPr id="142" name="Pfeil nach rechts 16">
            <a:extLst>
              <a:ext uri="{FF2B5EF4-FFF2-40B4-BE49-F238E27FC236}">
                <a16:creationId xmlns:a16="http://schemas.microsoft.com/office/drawing/2014/main" id="{871EAB7E-7A8E-4D55-935D-CD6C4873AA34}"/>
              </a:ext>
            </a:extLst>
          </p:cNvPr>
          <p:cNvSpPr/>
          <p:nvPr/>
        </p:nvSpPr>
        <p:spPr>
          <a:xfrm flipH="1">
            <a:off x="5616046" y="1952844"/>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Pfeil nach links und rechts 17">
            <a:extLst>
              <a:ext uri="{FF2B5EF4-FFF2-40B4-BE49-F238E27FC236}">
                <a16:creationId xmlns:a16="http://schemas.microsoft.com/office/drawing/2014/main" id="{C5687134-6662-4671-88A0-4B9F5A513416}"/>
              </a:ext>
            </a:extLst>
          </p:cNvPr>
          <p:cNvSpPr/>
          <p:nvPr/>
        </p:nvSpPr>
        <p:spPr>
          <a:xfrm>
            <a:off x="5616046" y="1268766"/>
            <a:ext cx="360050" cy="216030"/>
          </a:xfrm>
          <a:prstGeom prst="lef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4" name="Rechteck 143">
            <a:extLst>
              <a:ext uri="{FF2B5EF4-FFF2-40B4-BE49-F238E27FC236}">
                <a16:creationId xmlns:a16="http://schemas.microsoft.com/office/drawing/2014/main" id="{74747BC6-9A6D-4562-9922-6E12AD3C5568}"/>
              </a:ext>
            </a:extLst>
          </p:cNvPr>
          <p:cNvSpPr/>
          <p:nvPr/>
        </p:nvSpPr>
        <p:spPr>
          <a:xfrm>
            <a:off x="6191958" y="2384886"/>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5" name="Rechteck 144">
            <a:extLst>
              <a:ext uri="{FF2B5EF4-FFF2-40B4-BE49-F238E27FC236}">
                <a16:creationId xmlns:a16="http://schemas.microsoft.com/office/drawing/2014/main" id="{28959A7B-BA01-423C-9475-6B1F57E2213E}"/>
              </a:ext>
            </a:extLst>
          </p:cNvPr>
          <p:cNvSpPr/>
          <p:nvPr/>
        </p:nvSpPr>
        <p:spPr>
          <a:xfrm>
            <a:off x="6335978" y="2384886"/>
            <a:ext cx="122423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Counter column</a:t>
            </a:r>
          </a:p>
          <a:p>
            <a:r>
              <a:rPr lang="en-US" sz="1000" dirty="0">
                <a:solidFill>
                  <a:schemeClr val="tx1"/>
                </a:solidFill>
              </a:rPr>
              <a:t>(Parameter 9)</a:t>
            </a:r>
          </a:p>
          <a:p>
            <a:r>
              <a:rPr lang="en-US" sz="1000" dirty="0">
                <a:solidFill>
                  <a:schemeClr val="tx1"/>
                </a:solidFill>
              </a:rPr>
              <a:t>optional</a:t>
            </a:r>
          </a:p>
        </p:txBody>
      </p:sp>
      <p:sp>
        <p:nvSpPr>
          <p:cNvPr id="146" name="Rechteck 145">
            <a:extLst>
              <a:ext uri="{FF2B5EF4-FFF2-40B4-BE49-F238E27FC236}">
                <a16:creationId xmlns:a16="http://schemas.microsoft.com/office/drawing/2014/main" id="{73008532-A763-4020-84FB-12B1C847CB76}"/>
              </a:ext>
            </a:extLst>
          </p:cNvPr>
          <p:cNvSpPr/>
          <p:nvPr/>
        </p:nvSpPr>
        <p:spPr>
          <a:xfrm>
            <a:off x="5399870" y="152079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Compared</a:t>
            </a:r>
          </a:p>
        </p:txBody>
      </p:sp>
      <p:sp>
        <p:nvSpPr>
          <p:cNvPr id="147" name="Rechteck 146">
            <a:extLst>
              <a:ext uri="{FF2B5EF4-FFF2-40B4-BE49-F238E27FC236}">
                <a16:creationId xmlns:a16="http://schemas.microsoft.com/office/drawing/2014/main" id="{40B72B62-8C00-44FB-90B3-3EA041961E04}"/>
              </a:ext>
            </a:extLst>
          </p:cNvPr>
          <p:cNvSpPr/>
          <p:nvPr/>
        </p:nvSpPr>
        <p:spPr>
          <a:xfrm>
            <a:off x="5399870" y="2204838"/>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Transferred</a:t>
            </a:r>
          </a:p>
        </p:txBody>
      </p:sp>
      <p:sp>
        <p:nvSpPr>
          <p:cNvPr id="148" name="Rechteck 147">
            <a:extLst>
              <a:ext uri="{FF2B5EF4-FFF2-40B4-BE49-F238E27FC236}">
                <a16:creationId xmlns:a16="http://schemas.microsoft.com/office/drawing/2014/main" id="{DCA0F332-0598-4283-9246-7E697CD3BBF4}"/>
              </a:ext>
            </a:extLst>
          </p:cNvPr>
          <p:cNvSpPr/>
          <p:nvPr/>
        </p:nvSpPr>
        <p:spPr>
          <a:xfrm>
            <a:off x="6156070" y="94472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a:t>
            </a:r>
          </a:p>
        </p:txBody>
      </p:sp>
      <p:sp>
        <p:nvSpPr>
          <p:cNvPr id="150" name="Ellipse 149">
            <a:extLst>
              <a:ext uri="{FF2B5EF4-FFF2-40B4-BE49-F238E27FC236}">
                <a16:creationId xmlns:a16="http://schemas.microsoft.com/office/drawing/2014/main" id="{A9DD6F6D-B72F-4846-8097-B1DC225AFC5B}"/>
              </a:ext>
            </a:extLst>
          </p:cNvPr>
          <p:cNvSpPr/>
          <p:nvPr/>
        </p:nvSpPr>
        <p:spPr>
          <a:xfrm>
            <a:off x="5724022" y="2456894"/>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000" dirty="0">
                <a:solidFill>
                  <a:schemeClr val="tx1"/>
                </a:solidFill>
              </a:rPr>
              <a:t>+1</a:t>
            </a:r>
          </a:p>
        </p:txBody>
      </p:sp>
      <p:sp>
        <p:nvSpPr>
          <p:cNvPr id="151" name="Rechteck 150">
            <a:extLst>
              <a:ext uri="{FF2B5EF4-FFF2-40B4-BE49-F238E27FC236}">
                <a16:creationId xmlns:a16="http://schemas.microsoft.com/office/drawing/2014/main" id="{8BB03910-CC42-411C-A17C-22F12E546CD7}"/>
              </a:ext>
            </a:extLst>
          </p:cNvPr>
          <p:cNvSpPr/>
          <p:nvPr/>
        </p:nvSpPr>
        <p:spPr>
          <a:xfrm>
            <a:off x="5399986" y="2708922"/>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per match</a:t>
            </a:r>
          </a:p>
        </p:txBody>
      </p:sp>
      <p:cxnSp>
        <p:nvCxnSpPr>
          <p:cNvPr id="152" name="Gerade Verbindung mit Pfeil 151">
            <a:extLst>
              <a:ext uri="{FF2B5EF4-FFF2-40B4-BE49-F238E27FC236}">
                <a16:creationId xmlns:a16="http://schemas.microsoft.com/office/drawing/2014/main" id="{695CE1C1-ECE8-42AB-B8E9-D219CDDB246E}"/>
              </a:ext>
            </a:extLst>
          </p:cNvPr>
          <p:cNvCxnSpPr>
            <a:cxnSpLocks/>
          </p:cNvCxnSpPr>
          <p:nvPr/>
        </p:nvCxnSpPr>
        <p:spPr>
          <a:xfrm>
            <a:off x="986064" y="1917251"/>
            <a:ext cx="1924221" cy="429784"/>
          </a:xfrm>
          <a:prstGeom prst="straightConnector1">
            <a:avLst/>
          </a:prstGeom>
          <a:ln>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53" name="Rechteck 152">
            <a:extLst>
              <a:ext uri="{FF2B5EF4-FFF2-40B4-BE49-F238E27FC236}">
                <a16:creationId xmlns:a16="http://schemas.microsoft.com/office/drawing/2014/main" id="{9198D8E5-D4D9-4B37-94DD-680F7951D243}"/>
              </a:ext>
            </a:extLst>
          </p:cNvPr>
          <p:cNvSpPr/>
          <p:nvPr/>
        </p:nvSpPr>
        <p:spPr>
          <a:xfrm>
            <a:off x="179458" y="2276872"/>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4" name="Rechteck 153">
            <a:extLst>
              <a:ext uri="{FF2B5EF4-FFF2-40B4-BE49-F238E27FC236}">
                <a16:creationId xmlns:a16="http://schemas.microsoft.com/office/drawing/2014/main" id="{805B654F-84C7-4FD9-AE79-854D37AA62BF}"/>
              </a:ext>
            </a:extLst>
          </p:cNvPr>
          <p:cNvSpPr/>
          <p:nvPr/>
        </p:nvSpPr>
        <p:spPr>
          <a:xfrm>
            <a:off x="683528" y="227687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a:extLst>
              <a:ext uri="{FF2B5EF4-FFF2-40B4-BE49-F238E27FC236}">
                <a16:creationId xmlns:a16="http://schemas.microsoft.com/office/drawing/2014/main" id="{2857B0A2-AE1B-42B2-A8F8-E5958D00C608}"/>
              </a:ext>
            </a:extLst>
          </p:cNvPr>
          <p:cNvSpPr/>
          <p:nvPr/>
        </p:nvSpPr>
        <p:spPr>
          <a:xfrm>
            <a:off x="827548" y="227687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a:extLst>
              <a:ext uri="{FF2B5EF4-FFF2-40B4-BE49-F238E27FC236}">
                <a16:creationId xmlns:a16="http://schemas.microsoft.com/office/drawing/2014/main" id="{BA026F1B-5668-4C4E-BCCA-3B8FD73BDDB2}"/>
              </a:ext>
            </a:extLst>
          </p:cNvPr>
          <p:cNvSpPr/>
          <p:nvPr/>
        </p:nvSpPr>
        <p:spPr>
          <a:xfrm>
            <a:off x="1115588" y="227687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a:extLst>
              <a:ext uri="{FF2B5EF4-FFF2-40B4-BE49-F238E27FC236}">
                <a16:creationId xmlns:a16="http://schemas.microsoft.com/office/drawing/2014/main" id="{0EB726D6-9D6E-4C70-96DB-A8D9636D17F3}"/>
              </a:ext>
            </a:extLst>
          </p:cNvPr>
          <p:cNvSpPr/>
          <p:nvPr/>
        </p:nvSpPr>
        <p:spPr>
          <a:xfrm>
            <a:off x="395488" y="2276872"/>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a:extLst>
              <a:ext uri="{FF2B5EF4-FFF2-40B4-BE49-F238E27FC236}">
                <a16:creationId xmlns:a16="http://schemas.microsoft.com/office/drawing/2014/main" id="{7FC1DD35-2AB3-402E-A5C9-1BB96DDAB9BB}"/>
              </a:ext>
            </a:extLst>
          </p:cNvPr>
          <p:cNvSpPr/>
          <p:nvPr/>
        </p:nvSpPr>
        <p:spPr>
          <a:xfrm>
            <a:off x="2123674" y="141277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1" name="Rechteck 160">
            <a:extLst>
              <a:ext uri="{FF2B5EF4-FFF2-40B4-BE49-F238E27FC236}">
                <a16:creationId xmlns:a16="http://schemas.microsoft.com/office/drawing/2014/main" id="{9AE9BA5D-5500-4904-A896-26614EB0C903}"/>
              </a:ext>
            </a:extLst>
          </p:cNvPr>
          <p:cNvSpPr/>
          <p:nvPr/>
        </p:nvSpPr>
        <p:spPr>
          <a:xfrm>
            <a:off x="2699774" y="1412778"/>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a:extLst>
              <a:ext uri="{FF2B5EF4-FFF2-40B4-BE49-F238E27FC236}">
                <a16:creationId xmlns:a16="http://schemas.microsoft.com/office/drawing/2014/main" id="{4E013F8A-328E-4AC4-9AA5-1024374C82A6}"/>
              </a:ext>
            </a:extLst>
          </p:cNvPr>
          <p:cNvSpPr/>
          <p:nvPr/>
        </p:nvSpPr>
        <p:spPr>
          <a:xfrm>
            <a:off x="2915784" y="1412778"/>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3" name="Rechteck 162">
            <a:extLst>
              <a:ext uri="{FF2B5EF4-FFF2-40B4-BE49-F238E27FC236}">
                <a16:creationId xmlns:a16="http://schemas.microsoft.com/office/drawing/2014/main" id="{CA3C7239-E97C-416A-B125-0451483DE01E}"/>
              </a:ext>
            </a:extLst>
          </p:cNvPr>
          <p:cNvSpPr/>
          <p:nvPr/>
        </p:nvSpPr>
        <p:spPr>
          <a:xfrm>
            <a:off x="3059824" y="1412778"/>
            <a:ext cx="144000" cy="72010"/>
          </a:xfrm>
          <a:prstGeom prst="rect">
            <a:avLst/>
          </a:prstGeom>
          <a:solidFill>
            <a:schemeClr val="accent3">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4" name="Rechteck 163">
            <a:extLst>
              <a:ext uri="{FF2B5EF4-FFF2-40B4-BE49-F238E27FC236}">
                <a16:creationId xmlns:a16="http://schemas.microsoft.com/office/drawing/2014/main" id="{AE883EFC-AB2C-41AA-93C9-538A60D25CD7}"/>
              </a:ext>
            </a:extLst>
          </p:cNvPr>
          <p:cNvSpPr/>
          <p:nvPr/>
        </p:nvSpPr>
        <p:spPr>
          <a:xfrm>
            <a:off x="2267694" y="1412778"/>
            <a:ext cx="144000" cy="72010"/>
          </a:xfrm>
          <a:prstGeom prst="rect">
            <a:avLst/>
          </a:prstGeom>
          <a:solidFill>
            <a:srgbClr val="C0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a:extLst>
              <a:ext uri="{FF2B5EF4-FFF2-40B4-BE49-F238E27FC236}">
                <a16:creationId xmlns:a16="http://schemas.microsoft.com/office/drawing/2014/main" id="{288D53AE-684A-4E71-96CB-7EBA9B71BA70}"/>
              </a:ext>
            </a:extLst>
          </p:cNvPr>
          <p:cNvSpPr/>
          <p:nvPr/>
        </p:nvSpPr>
        <p:spPr>
          <a:xfrm>
            <a:off x="3707894" y="141277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66" name="Gerade Verbindung mit Pfeil 165">
            <a:extLst>
              <a:ext uri="{FF2B5EF4-FFF2-40B4-BE49-F238E27FC236}">
                <a16:creationId xmlns:a16="http://schemas.microsoft.com/office/drawing/2014/main" id="{AA6E3B6A-0026-4A24-8BBF-1F5F0D533265}"/>
              </a:ext>
            </a:extLst>
          </p:cNvPr>
          <p:cNvCxnSpPr>
            <a:cxnSpLocks/>
          </p:cNvCxnSpPr>
          <p:nvPr/>
        </p:nvCxnSpPr>
        <p:spPr>
          <a:xfrm flipV="1">
            <a:off x="539498" y="1423072"/>
            <a:ext cx="1721048" cy="853802"/>
          </a:xfrm>
          <a:prstGeom prst="straightConnector1">
            <a:avLst/>
          </a:prstGeom>
          <a:ln>
            <a:solidFill>
              <a:srgbClr val="00B05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Gerade Verbindung mit Pfeil 166">
            <a:extLst>
              <a:ext uri="{FF2B5EF4-FFF2-40B4-BE49-F238E27FC236}">
                <a16:creationId xmlns:a16="http://schemas.microsoft.com/office/drawing/2014/main" id="{51D22585-4516-4491-B1B9-404A2FAD59AA}"/>
              </a:ext>
            </a:extLst>
          </p:cNvPr>
          <p:cNvCxnSpPr>
            <a:cxnSpLocks/>
          </p:cNvCxnSpPr>
          <p:nvPr/>
        </p:nvCxnSpPr>
        <p:spPr>
          <a:xfrm flipV="1">
            <a:off x="971496" y="1499272"/>
            <a:ext cx="1860550" cy="787400"/>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9" name="Gruppieren 18">
            <a:extLst>
              <a:ext uri="{FF2B5EF4-FFF2-40B4-BE49-F238E27FC236}">
                <a16:creationId xmlns:a16="http://schemas.microsoft.com/office/drawing/2014/main" id="{5B07F2D8-5EDA-4517-B857-5880514D303E}"/>
              </a:ext>
            </a:extLst>
          </p:cNvPr>
          <p:cNvGrpSpPr/>
          <p:nvPr/>
        </p:nvGrpSpPr>
        <p:grpSpPr>
          <a:xfrm>
            <a:off x="467544" y="2420888"/>
            <a:ext cx="1548172" cy="864096"/>
            <a:chOff x="539552" y="3068960"/>
            <a:chExt cx="1548172" cy="864096"/>
          </a:xfrm>
        </p:grpSpPr>
        <p:sp>
          <p:nvSpPr>
            <p:cNvPr id="3" name="Rechteck: abgerundete Ecken 2">
              <a:extLst>
                <a:ext uri="{FF2B5EF4-FFF2-40B4-BE49-F238E27FC236}">
                  <a16:creationId xmlns:a16="http://schemas.microsoft.com/office/drawing/2014/main" id="{46D36EF9-F892-4252-B3C7-EA73D2617169}"/>
                </a:ext>
              </a:extLst>
            </p:cNvPr>
            <p:cNvSpPr/>
            <p:nvPr/>
          </p:nvSpPr>
          <p:spPr>
            <a:xfrm>
              <a:off x="539552" y="3068960"/>
              <a:ext cx="1404156" cy="864096"/>
            </a:xfrm>
            <a:prstGeom prst="roundRect">
              <a:avLst>
                <a:gd name="adj" fmla="val 8367"/>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30" name="Rechteck 129">
              <a:extLst>
                <a:ext uri="{FF2B5EF4-FFF2-40B4-BE49-F238E27FC236}">
                  <a16:creationId xmlns:a16="http://schemas.microsoft.com/office/drawing/2014/main" id="{BF18E36D-F3E9-4D6F-96A7-CB7DA5EE601B}"/>
                </a:ext>
              </a:extLst>
            </p:cNvPr>
            <p:cNvSpPr/>
            <p:nvPr/>
          </p:nvSpPr>
          <p:spPr>
            <a:xfrm>
              <a:off x="575522" y="3140968"/>
              <a:ext cx="1224170" cy="10801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1" name="Rechteck 130">
              <a:extLst>
                <a:ext uri="{FF2B5EF4-FFF2-40B4-BE49-F238E27FC236}">
                  <a16:creationId xmlns:a16="http://schemas.microsoft.com/office/drawing/2014/main" id="{E35A65D7-5EAD-400F-8A23-B2E840342B28}"/>
                </a:ext>
              </a:extLst>
            </p:cNvPr>
            <p:cNvSpPr/>
            <p:nvPr/>
          </p:nvSpPr>
          <p:spPr>
            <a:xfrm>
              <a:off x="107959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2" name="Rechteck 131">
              <a:extLst>
                <a:ext uri="{FF2B5EF4-FFF2-40B4-BE49-F238E27FC236}">
                  <a16:creationId xmlns:a16="http://schemas.microsoft.com/office/drawing/2014/main" id="{1989B749-FA96-45AD-A6AA-1B77FF30EE59}"/>
                </a:ext>
              </a:extLst>
            </p:cNvPr>
            <p:cNvSpPr/>
            <p:nvPr/>
          </p:nvSpPr>
          <p:spPr>
            <a:xfrm>
              <a:off x="122361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3" name="Rechteck 132">
              <a:extLst>
                <a:ext uri="{FF2B5EF4-FFF2-40B4-BE49-F238E27FC236}">
                  <a16:creationId xmlns:a16="http://schemas.microsoft.com/office/drawing/2014/main" id="{902DBF1A-C853-40C5-9A94-F38CC357C62E}"/>
                </a:ext>
              </a:extLst>
            </p:cNvPr>
            <p:cNvSpPr/>
            <p:nvPr/>
          </p:nvSpPr>
          <p:spPr>
            <a:xfrm>
              <a:off x="151165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4" name="Rechteck 133">
              <a:extLst>
                <a:ext uri="{FF2B5EF4-FFF2-40B4-BE49-F238E27FC236}">
                  <a16:creationId xmlns:a16="http://schemas.microsoft.com/office/drawing/2014/main" id="{DB26BD31-1982-4902-8A5A-9B60660059FD}"/>
                </a:ext>
              </a:extLst>
            </p:cNvPr>
            <p:cNvSpPr/>
            <p:nvPr/>
          </p:nvSpPr>
          <p:spPr>
            <a:xfrm>
              <a:off x="791552" y="3140968"/>
              <a:ext cx="144000" cy="108012"/>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 name="Flussdiagramm: Zusammenführung 4">
              <a:extLst>
                <a:ext uri="{FF2B5EF4-FFF2-40B4-BE49-F238E27FC236}">
                  <a16:creationId xmlns:a16="http://schemas.microsoft.com/office/drawing/2014/main" id="{3E86C251-9F27-447B-AA1A-C9CCDC8D3567}"/>
                </a:ext>
              </a:extLst>
            </p:cNvPr>
            <p:cNvSpPr/>
            <p:nvPr/>
          </p:nvSpPr>
          <p:spPr>
            <a:xfrm>
              <a:off x="1331640" y="3429032"/>
              <a:ext cx="288000" cy="288000"/>
            </a:xfrm>
            <a:prstGeom prst="flowChartSummingJunction">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 name="Rechteck 5">
              <a:extLst>
                <a:ext uri="{FF2B5EF4-FFF2-40B4-BE49-F238E27FC236}">
                  <a16:creationId xmlns:a16="http://schemas.microsoft.com/office/drawing/2014/main" id="{D57AF08B-11CC-4A86-BB95-C32CA2025AAF}"/>
                </a:ext>
              </a:extLst>
            </p:cNvPr>
            <p:cNvSpPr/>
            <p:nvPr/>
          </p:nvSpPr>
          <p:spPr>
            <a:xfrm>
              <a:off x="539552" y="3717032"/>
              <a:ext cx="1404156"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Operation (Parameter 7)</a:t>
              </a:r>
            </a:p>
          </p:txBody>
        </p:sp>
        <p:cxnSp>
          <p:nvCxnSpPr>
            <p:cNvPr id="137" name="Gerade Verbindung mit Pfeil 136">
              <a:extLst>
                <a:ext uri="{FF2B5EF4-FFF2-40B4-BE49-F238E27FC236}">
                  <a16:creationId xmlns:a16="http://schemas.microsoft.com/office/drawing/2014/main" id="{8BDAE687-395A-48E1-9E55-588F2A453244}"/>
                </a:ext>
              </a:extLst>
            </p:cNvPr>
            <p:cNvCxnSpPr>
              <a:cxnSpLocks/>
            </p:cNvCxnSpPr>
            <p:nvPr/>
          </p:nvCxnSpPr>
          <p:spPr>
            <a:xfrm>
              <a:off x="1619640" y="3573000"/>
              <a:ext cx="468084"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Gerade Verbindung mit Pfeil 137">
              <a:extLst>
                <a:ext uri="{FF2B5EF4-FFF2-40B4-BE49-F238E27FC236}">
                  <a16:creationId xmlns:a16="http://schemas.microsoft.com/office/drawing/2014/main" id="{E8CB8C52-C899-4EB9-861F-D413F8FBAC3A}"/>
                </a:ext>
              </a:extLst>
            </p:cNvPr>
            <p:cNvCxnSpPr>
              <a:cxnSpLocks/>
              <a:stCxn id="5" idx="0"/>
            </p:cNvCxnSpPr>
            <p:nvPr/>
          </p:nvCxnSpPr>
          <p:spPr>
            <a:xfrm flipV="1">
              <a:off x="1475640" y="3248980"/>
              <a:ext cx="0" cy="18005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Gerade Verbindung mit Pfeil 139">
              <a:extLst>
                <a:ext uri="{FF2B5EF4-FFF2-40B4-BE49-F238E27FC236}">
                  <a16:creationId xmlns:a16="http://schemas.microsoft.com/office/drawing/2014/main" id="{3BDF4048-3A9D-4DFF-A8F8-DEC2B8D0C82F}"/>
                </a:ext>
              </a:extLst>
            </p:cNvPr>
            <p:cNvCxnSpPr>
              <a:cxnSpLocks/>
            </p:cNvCxnSpPr>
            <p:nvPr/>
          </p:nvCxnSpPr>
          <p:spPr>
            <a:xfrm>
              <a:off x="1115616" y="3573032"/>
              <a:ext cx="2160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Gerade Verbindung mit Pfeil 140">
              <a:extLst>
                <a:ext uri="{FF2B5EF4-FFF2-40B4-BE49-F238E27FC236}">
                  <a16:creationId xmlns:a16="http://schemas.microsoft.com/office/drawing/2014/main" id="{2F5EC2F3-4DBE-417D-BBFE-E3E9E9F26C8B}"/>
                </a:ext>
              </a:extLst>
            </p:cNvPr>
            <p:cNvCxnSpPr>
              <a:cxnSpLocks/>
            </p:cNvCxnSpPr>
            <p:nvPr/>
          </p:nvCxnSpPr>
          <p:spPr>
            <a:xfrm>
              <a:off x="1115616" y="3248980"/>
              <a:ext cx="0" cy="324036"/>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969148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feil: nach rechts 9">
            <a:extLst>
              <a:ext uri="{FF2B5EF4-FFF2-40B4-BE49-F238E27FC236}">
                <a16:creationId xmlns:a16="http://schemas.microsoft.com/office/drawing/2014/main" id="{4BDCAEF0-B190-430D-82B0-67BF803A7169}"/>
              </a:ext>
            </a:extLst>
          </p:cNvPr>
          <p:cNvSpPr/>
          <p:nvPr/>
        </p:nvSpPr>
        <p:spPr>
          <a:xfrm>
            <a:off x="1547664" y="1304764"/>
            <a:ext cx="2664296" cy="540060"/>
          </a:xfrm>
          <a:prstGeom prst="rightArrow">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2" name="Titel 1"/>
          <p:cNvSpPr>
            <a:spLocks noGrp="1"/>
          </p:cNvSpPr>
          <p:nvPr>
            <p:ph type="title"/>
          </p:nvPr>
        </p:nvSpPr>
        <p:spPr/>
        <p:txBody>
          <a:bodyPr/>
          <a:lstStyle/>
          <a:p>
            <a:r>
              <a:rPr lang="en-US" dirty="0"/>
              <a:t>Table Digest</a:t>
            </a:r>
          </a:p>
        </p:txBody>
      </p:sp>
      <p:sp>
        <p:nvSpPr>
          <p:cNvPr id="4" name="Textplatzhalter 3"/>
          <p:cNvSpPr>
            <a:spLocks noGrp="1"/>
          </p:cNvSpPr>
          <p:nvPr>
            <p:ph type="body" sz="quarter" idx="16"/>
          </p:nvPr>
        </p:nvSpPr>
        <p:spPr/>
        <p:txBody>
          <a:bodyPr/>
          <a:lstStyle/>
          <a:p>
            <a:endParaRPr lang="en-US"/>
          </a:p>
        </p:txBody>
      </p:sp>
      <p:sp>
        <p:nvSpPr>
          <p:cNvPr id="122" name="Rechteck 121">
            <a:extLst>
              <a:ext uri="{FF2B5EF4-FFF2-40B4-BE49-F238E27FC236}">
                <a16:creationId xmlns:a16="http://schemas.microsoft.com/office/drawing/2014/main" id="{AFEC6875-81DB-43DF-832F-C9491F8CF8D6}"/>
              </a:ext>
            </a:extLst>
          </p:cNvPr>
          <p:cNvSpPr/>
          <p:nvPr/>
        </p:nvSpPr>
        <p:spPr>
          <a:xfrm>
            <a:off x="179512" y="7287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digest, table expand ignore case:</a:t>
            </a:r>
          </a:p>
        </p:txBody>
      </p:sp>
      <p:sp>
        <p:nvSpPr>
          <p:cNvPr id="134" name="Rechteck 133">
            <a:extLst>
              <a:ext uri="{FF2B5EF4-FFF2-40B4-BE49-F238E27FC236}">
                <a16:creationId xmlns:a16="http://schemas.microsoft.com/office/drawing/2014/main" id="{99EC6F07-C1C7-4965-BAFA-64B645475D99}"/>
              </a:ext>
            </a:extLst>
          </p:cNvPr>
          <p:cNvSpPr/>
          <p:nvPr/>
        </p:nvSpPr>
        <p:spPr>
          <a:xfrm>
            <a:off x="1115642" y="1196764"/>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5" name="Rechteck 134">
            <a:extLst>
              <a:ext uri="{FF2B5EF4-FFF2-40B4-BE49-F238E27FC236}">
                <a16:creationId xmlns:a16="http://schemas.microsoft.com/office/drawing/2014/main" id="{0F923D70-C94E-4E46-97D2-8A4709126D43}"/>
              </a:ext>
            </a:extLst>
          </p:cNvPr>
          <p:cNvSpPr/>
          <p:nvPr/>
        </p:nvSpPr>
        <p:spPr>
          <a:xfrm>
            <a:off x="683582" y="1196764"/>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7" name="Rechteck 136">
            <a:extLst>
              <a:ext uri="{FF2B5EF4-FFF2-40B4-BE49-F238E27FC236}">
                <a16:creationId xmlns:a16="http://schemas.microsoft.com/office/drawing/2014/main" id="{4F9F0AB8-5342-4CB2-8613-A4CC5AB97BF8}"/>
              </a:ext>
            </a:extLst>
          </p:cNvPr>
          <p:cNvSpPr/>
          <p:nvPr/>
        </p:nvSpPr>
        <p:spPr>
          <a:xfrm>
            <a:off x="179512" y="94473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(Parameter 1)</a:t>
            </a:r>
          </a:p>
        </p:txBody>
      </p:sp>
      <p:sp>
        <p:nvSpPr>
          <p:cNvPr id="138" name="Rechteck 137">
            <a:extLst>
              <a:ext uri="{FF2B5EF4-FFF2-40B4-BE49-F238E27FC236}">
                <a16:creationId xmlns:a16="http://schemas.microsoft.com/office/drawing/2014/main" id="{751E1465-A33C-43A0-B050-28954CED84C5}"/>
              </a:ext>
            </a:extLst>
          </p:cNvPr>
          <p:cNvSpPr/>
          <p:nvPr/>
        </p:nvSpPr>
        <p:spPr>
          <a:xfrm>
            <a:off x="2123782" y="321298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 </a:t>
            </a:r>
            <a:r>
              <a:rPr lang="en-US" sz="1000" dirty="0">
                <a:solidFill>
                  <a:schemeClr val="tx1"/>
                </a:solidFill>
              </a:rPr>
              <a:t>(Parameter 4)</a:t>
            </a:r>
          </a:p>
        </p:txBody>
      </p:sp>
      <p:sp>
        <p:nvSpPr>
          <p:cNvPr id="141" name="Rechteck 140">
            <a:extLst>
              <a:ext uri="{FF2B5EF4-FFF2-40B4-BE49-F238E27FC236}">
                <a16:creationId xmlns:a16="http://schemas.microsoft.com/office/drawing/2014/main" id="{BCD269B8-F29A-4F08-9F79-515CC183AA3E}"/>
              </a:ext>
            </a:extLst>
          </p:cNvPr>
          <p:cNvSpPr/>
          <p:nvPr/>
        </p:nvSpPr>
        <p:spPr>
          <a:xfrm>
            <a:off x="179512" y="1124754"/>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6" name="Rechteck 155">
            <a:extLst>
              <a:ext uri="{FF2B5EF4-FFF2-40B4-BE49-F238E27FC236}">
                <a16:creationId xmlns:a16="http://schemas.microsoft.com/office/drawing/2014/main" id="{4F28AD69-C0C4-42A0-B279-67E926FB193F}"/>
              </a:ext>
            </a:extLst>
          </p:cNvPr>
          <p:cNvSpPr/>
          <p:nvPr/>
        </p:nvSpPr>
        <p:spPr>
          <a:xfrm>
            <a:off x="179512" y="1196764"/>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7" name="Rechteck 156">
            <a:extLst>
              <a:ext uri="{FF2B5EF4-FFF2-40B4-BE49-F238E27FC236}">
                <a16:creationId xmlns:a16="http://schemas.microsoft.com/office/drawing/2014/main" id="{1B9A5EA3-9E8C-4127-A04B-0CDF80A30E8F}"/>
              </a:ext>
            </a:extLst>
          </p:cNvPr>
          <p:cNvSpPr/>
          <p:nvPr/>
        </p:nvSpPr>
        <p:spPr>
          <a:xfrm>
            <a:off x="6300244" y="4005064"/>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a:extLst>
              <a:ext uri="{FF2B5EF4-FFF2-40B4-BE49-F238E27FC236}">
                <a16:creationId xmlns:a16="http://schemas.microsoft.com/office/drawing/2014/main" id="{94D16803-F8CA-4E8D-A9C6-D9E5B16C3777}"/>
              </a:ext>
            </a:extLst>
          </p:cNvPr>
          <p:cNvSpPr/>
          <p:nvPr/>
        </p:nvSpPr>
        <p:spPr>
          <a:xfrm>
            <a:off x="4427988" y="4005064"/>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Destination column</a:t>
            </a:r>
          </a:p>
          <a:p>
            <a:r>
              <a:rPr lang="en-US" sz="1000" dirty="0">
                <a:solidFill>
                  <a:schemeClr val="tx1"/>
                </a:solidFill>
              </a:rPr>
              <a:t>(Parameter 3)</a:t>
            </a:r>
          </a:p>
        </p:txBody>
      </p:sp>
      <p:sp>
        <p:nvSpPr>
          <p:cNvPr id="159" name="Rechteck 158">
            <a:extLst>
              <a:ext uri="{FF2B5EF4-FFF2-40B4-BE49-F238E27FC236}">
                <a16:creationId xmlns:a16="http://schemas.microsoft.com/office/drawing/2014/main" id="{50E0F82E-1B86-4C8F-B859-3DB9B0C6DE37}"/>
              </a:ext>
            </a:extLst>
          </p:cNvPr>
          <p:cNvSpPr/>
          <p:nvPr/>
        </p:nvSpPr>
        <p:spPr>
          <a:xfrm>
            <a:off x="395542" y="1196764"/>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a:extLst>
              <a:ext uri="{FF2B5EF4-FFF2-40B4-BE49-F238E27FC236}">
                <a16:creationId xmlns:a16="http://schemas.microsoft.com/office/drawing/2014/main" id="{0EF2733F-B59C-4F3D-A99D-788946381A2C}"/>
              </a:ext>
            </a:extLst>
          </p:cNvPr>
          <p:cNvSpPr/>
          <p:nvPr/>
        </p:nvSpPr>
        <p:spPr>
          <a:xfrm>
            <a:off x="4283968" y="3392996"/>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a:extLst>
              <a:ext uri="{FF2B5EF4-FFF2-40B4-BE49-F238E27FC236}">
                <a16:creationId xmlns:a16="http://schemas.microsoft.com/office/drawing/2014/main" id="{5820EFAD-AE4C-4A8F-B295-9D836F6E4D73}"/>
              </a:ext>
            </a:extLst>
          </p:cNvPr>
          <p:cNvSpPr/>
          <p:nvPr/>
        </p:nvSpPr>
        <p:spPr>
          <a:xfrm>
            <a:off x="4427988" y="3392996"/>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Input column</a:t>
            </a:r>
            <a:br>
              <a:rPr lang="en-US" sz="1000" dirty="0">
                <a:solidFill>
                  <a:schemeClr val="tx1"/>
                </a:solidFill>
              </a:rPr>
            </a:br>
            <a:r>
              <a:rPr lang="en-US" sz="1000" dirty="0">
                <a:solidFill>
                  <a:schemeClr val="tx1"/>
                </a:solidFill>
              </a:rPr>
              <a:t>(Parameter 2)</a:t>
            </a:r>
          </a:p>
        </p:txBody>
      </p:sp>
      <p:cxnSp>
        <p:nvCxnSpPr>
          <p:cNvPr id="163" name="Gerade Verbindung 374">
            <a:extLst>
              <a:ext uri="{FF2B5EF4-FFF2-40B4-BE49-F238E27FC236}">
                <a16:creationId xmlns:a16="http://schemas.microsoft.com/office/drawing/2014/main" id="{169279B9-8516-4BF1-ACA7-3DB7F7DE3BA0}"/>
              </a:ext>
            </a:extLst>
          </p:cNvPr>
          <p:cNvCxnSpPr/>
          <p:nvPr/>
        </p:nvCxnSpPr>
        <p:spPr>
          <a:xfrm>
            <a:off x="179512" y="1196764"/>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64" name="Rechteck 163">
            <a:extLst>
              <a:ext uri="{FF2B5EF4-FFF2-40B4-BE49-F238E27FC236}">
                <a16:creationId xmlns:a16="http://schemas.microsoft.com/office/drawing/2014/main" id="{6097927B-CA28-4EDA-9644-1C2D867F13EF}"/>
              </a:ext>
            </a:extLst>
          </p:cNvPr>
          <p:cNvSpPr/>
          <p:nvPr/>
        </p:nvSpPr>
        <p:spPr>
          <a:xfrm>
            <a:off x="4283968" y="4005064"/>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a:extLst>
              <a:ext uri="{FF2B5EF4-FFF2-40B4-BE49-F238E27FC236}">
                <a16:creationId xmlns:a16="http://schemas.microsoft.com/office/drawing/2014/main" id="{1768A519-EC63-40F9-8232-880245B6594E}"/>
              </a:ext>
            </a:extLst>
          </p:cNvPr>
          <p:cNvSpPr/>
          <p:nvPr/>
        </p:nvSpPr>
        <p:spPr>
          <a:xfrm>
            <a:off x="6444264" y="4005064"/>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Output column</a:t>
            </a:r>
          </a:p>
          <a:p>
            <a:r>
              <a:rPr lang="en-US" sz="1000" dirty="0">
                <a:solidFill>
                  <a:schemeClr val="tx1"/>
                </a:solidFill>
              </a:rPr>
              <a:t>(Parameter 6)</a:t>
            </a:r>
          </a:p>
        </p:txBody>
      </p:sp>
      <p:sp>
        <p:nvSpPr>
          <p:cNvPr id="166" name="Rechteck 165">
            <a:extLst>
              <a:ext uri="{FF2B5EF4-FFF2-40B4-BE49-F238E27FC236}">
                <a16:creationId xmlns:a16="http://schemas.microsoft.com/office/drawing/2014/main" id="{E865BB97-E3C9-45A0-80EA-144E359A51AD}"/>
              </a:ext>
            </a:extLst>
          </p:cNvPr>
          <p:cNvSpPr/>
          <p:nvPr/>
        </p:nvSpPr>
        <p:spPr>
          <a:xfrm>
            <a:off x="6300244" y="3392996"/>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7" name="Rechteck 166">
            <a:extLst>
              <a:ext uri="{FF2B5EF4-FFF2-40B4-BE49-F238E27FC236}">
                <a16:creationId xmlns:a16="http://schemas.microsoft.com/office/drawing/2014/main" id="{03709FE2-2158-4A6E-87A0-69C79B97EB82}"/>
              </a:ext>
            </a:extLst>
          </p:cNvPr>
          <p:cNvSpPr/>
          <p:nvPr/>
        </p:nvSpPr>
        <p:spPr>
          <a:xfrm>
            <a:off x="6444264" y="3392996"/>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Search column</a:t>
            </a:r>
          </a:p>
          <a:p>
            <a:r>
              <a:rPr lang="en-US" sz="1000" dirty="0">
                <a:solidFill>
                  <a:schemeClr val="tx1"/>
                </a:solidFill>
              </a:rPr>
              <a:t>(Parameter 5)</a:t>
            </a:r>
          </a:p>
        </p:txBody>
      </p:sp>
      <p:sp>
        <p:nvSpPr>
          <p:cNvPr id="168" name="Pfeil nach rechts 16">
            <a:extLst>
              <a:ext uri="{FF2B5EF4-FFF2-40B4-BE49-F238E27FC236}">
                <a16:creationId xmlns:a16="http://schemas.microsoft.com/office/drawing/2014/main" id="{EE88AECB-9EAE-4188-A786-F61699A49F9C}"/>
              </a:ext>
            </a:extLst>
          </p:cNvPr>
          <p:cNvSpPr/>
          <p:nvPr/>
        </p:nvSpPr>
        <p:spPr>
          <a:xfrm flipH="1">
            <a:off x="5724164" y="4221094"/>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9" name="Pfeil nach links und rechts 17">
            <a:extLst>
              <a:ext uri="{FF2B5EF4-FFF2-40B4-BE49-F238E27FC236}">
                <a16:creationId xmlns:a16="http://schemas.microsoft.com/office/drawing/2014/main" id="{74948164-BAA3-40AF-B12B-A5CDD12954CD}"/>
              </a:ext>
            </a:extLst>
          </p:cNvPr>
          <p:cNvSpPr/>
          <p:nvPr/>
        </p:nvSpPr>
        <p:spPr>
          <a:xfrm>
            <a:off x="5724164" y="3537016"/>
            <a:ext cx="360050" cy="216030"/>
          </a:xfrm>
          <a:prstGeom prst="lef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a:extLst>
              <a:ext uri="{FF2B5EF4-FFF2-40B4-BE49-F238E27FC236}">
                <a16:creationId xmlns:a16="http://schemas.microsoft.com/office/drawing/2014/main" id="{5AA15E8D-ED3C-4F0F-A594-6C5D34CB9180}"/>
              </a:ext>
            </a:extLst>
          </p:cNvPr>
          <p:cNvSpPr/>
          <p:nvPr/>
        </p:nvSpPr>
        <p:spPr>
          <a:xfrm>
            <a:off x="6300076" y="4653136"/>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1" name="Rechteck 170">
            <a:extLst>
              <a:ext uri="{FF2B5EF4-FFF2-40B4-BE49-F238E27FC236}">
                <a16:creationId xmlns:a16="http://schemas.microsoft.com/office/drawing/2014/main" id="{5B6EFA20-CCBB-4CAB-8B66-9C67D67C40FA}"/>
              </a:ext>
            </a:extLst>
          </p:cNvPr>
          <p:cNvSpPr/>
          <p:nvPr/>
        </p:nvSpPr>
        <p:spPr>
          <a:xfrm>
            <a:off x="6444096" y="4653136"/>
            <a:ext cx="122423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Counter column</a:t>
            </a:r>
          </a:p>
          <a:p>
            <a:r>
              <a:rPr lang="en-US" sz="1000" dirty="0">
                <a:solidFill>
                  <a:schemeClr val="tx1"/>
                </a:solidFill>
              </a:rPr>
              <a:t>(Parameter 9)</a:t>
            </a:r>
          </a:p>
          <a:p>
            <a:r>
              <a:rPr lang="en-US" sz="1000" dirty="0">
                <a:solidFill>
                  <a:schemeClr val="tx1"/>
                </a:solidFill>
              </a:rPr>
              <a:t>optional</a:t>
            </a:r>
          </a:p>
        </p:txBody>
      </p:sp>
      <p:sp>
        <p:nvSpPr>
          <p:cNvPr id="172" name="Rechteck 171">
            <a:extLst>
              <a:ext uri="{FF2B5EF4-FFF2-40B4-BE49-F238E27FC236}">
                <a16:creationId xmlns:a16="http://schemas.microsoft.com/office/drawing/2014/main" id="{18363F7A-F9C1-4D22-9D01-7E6E77584009}"/>
              </a:ext>
            </a:extLst>
          </p:cNvPr>
          <p:cNvSpPr/>
          <p:nvPr/>
        </p:nvSpPr>
        <p:spPr>
          <a:xfrm>
            <a:off x="5507988" y="378904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Compared</a:t>
            </a:r>
          </a:p>
        </p:txBody>
      </p:sp>
      <p:sp>
        <p:nvSpPr>
          <p:cNvPr id="173" name="Rechteck 172">
            <a:extLst>
              <a:ext uri="{FF2B5EF4-FFF2-40B4-BE49-F238E27FC236}">
                <a16:creationId xmlns:a16="http://schemas.microsoft.com/office/drawing/2014/main" id="{B8085AC4-E073-419C-9517-9C50BB3A5216}"/>
              </a:ext>
            </a:extLst>
          </p:cNvPr>
          <p:cNvSpPr/>
          <p:nvPr/>
        </p:nvSpPr>
        <p:spPr>
          <a:xfrm>
            <a:off x="5507988" y="4473088"/>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Transferred</a:t>
            </a:r>
          </a:p>
        </p:txBody>
      </p:sp>
      <p:sp>
        <p:nvSpPr>
          <p:cNvPr id="174" name="Rechteck 173">
            <a:extLst>
              <a:ext uri="{FF2B5EF4-FFF2-40B4-BE49-F238E27FC236}">
                <a16:creationId xmlns:a16="http://schemas.microsoft.com/office/drawing/2014/main" id="{1DA5BD6A-8336-4DD0-BA9B-FBAD5996A61E}"/>
              </a:ext>
            </a:extLst>
          </p:cNvPr>
          <p:cNvSpPr/>
          <p:nvPr/>
        </p:nvSpPr>
        <p:spPr>
          <a:xfrm>
            <a:off x="4211960" y="321297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a:t>
            </a:r>
          </a:p>
        </p:txBody>
      </p:sp>
      <p:sp>
        <p:nvSpPr>
          <p:cNvPr id="175" name="Rechteck 174">
            <a:extLst>
              <a:ext uri="{FF2B5EF4-FFF2-40B4-BE49-F238E27FC236}">
                <a16:creationId xmlns:a16="http://schemas.microsoft.com/office/drawing/2014/main" id="{2EE0F3E6-3012-4885-B076-25EC38A34306}"/>
              </a:ext>
            </a:extLst>
          </p:cNvPr>
          <p:cNvSpPr/>
          <p:nvPr/>
        </p:nvSpPr>
        <p:spPr>
          <a:xfrm>
            <a:off x="6264188" y="321297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a:t>
            </a:r>
          </a:p>
        </p:txBody>
      </p:sp>
      <p:sp>
        <p:nvSpPr>
          <p:cNvPr id="176" name="Ellipse 175">
            <a:extLst>
              <a:ext uri="{FF2B5EF4-FFF2-40B4-BE49-F238E27FC236}">
                <a16:creationId xmlns:a16="http://schemas.microsoft.com/office/drawing/2014/main" id="{7F598BD8-626F-4959-82B4-90CF68905D9E}"/>
              </a:ext>
            </a:extLst>
          </p:cNvPr>
          <p:cNvSpPr/>
          <p:nvPr/>
        </p:nvSpPr>
        <p:spPr>
          <a:xfrm>
            <a:off x="5832140" y="4725144"/>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000" dirty="0">
                <a:solidFill>
                  <a:schemeClr val="tx1"/>
                </a:solidFill>
              </a:rPr>
              <a:t>+1</a:t>
            </a:r>
          </a:p>
        </p:txBody>
      </p:sp>
      <p:sp>
        <p:nvSpPr>
          <p:cNvPr id="177" name="Rechteck 176">
            <a:extLst>
              <a:ext uri="{FF2B5EF4-FFF2-40B4-BE49-F238E27FC236}">
                <a16:creationId xmlns:a16="http://schemas.microsoft.com/office/drawing/2014/main" id="{A209E512-58BF-44DE-B345-E171E2D5D3F0}"/>
              </a:ext>
            </a:extLst>
          </p:cNvPr>
          <p:cNvSpPr/>
          <p:nvPr/>
        </p:nvSpPr>
        <p:spPr>
          <a:xfrm>
            <a:off x="3707948" y="3465006"/>
            <a:ext cx="72010" cy="133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a:extLst>
              <a:ext uri="{FF2B5EF4-FFF2-40B4-BE49-F238E27FC236}">
                <a16:creationId xmlns:a16="http://schemas.microsoft.com/office/drawing/2014/main" id="{62EEEADB-13BD-4EE9-A65F-A9D78D128025}"/>
              </a:ext>
            </a:extLst>
          </p:cNvPr>
          <p:cNvSpPr/>
          <p:nvPr/>
        </p:nvSpPr>
        <p:spPr>
          <a:xfrm>
            <a:off x="2699808" y="3465006"/>
            <a:ext cx="14402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a:extLst>
              <a:ext uri="{FF2B5EF4-FFF2-40B4-BE49-F238E27FC236}">
                <a16:creationId xmlns:a16="http://schemas.microsoft.com/office/drawing/2014/main" id="{A06ED8FA-356E-4CA7-B9D4-4BC7A3523B77}"/>
              </a:ext>
            </a:extLst>
          </p:cNvPr>
          <p:cNvSpPr/>
          <p:nvPr/>
        </p:nvSpPr>
        <p:spPr>
          <a:xfrm>
            <a:off x="2915838" y="3465006"/>
            <a:ext cx="28804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a:extLst>
              <a:ext uri="{FF2B5EF4-FFF2-40B4-BE49-F238E27FC236}">
                <a16:creationId xmlns:a16="http://schemas.microsoft.com/office/drawing/2014/main" id="{012934D5-1F16-4B77-A1D0-237641CA5AA3}"/>
              </a:ext>
            </a:extLst>
          </p:cNvPr>
          <p:cNvSpPr/>
          <p:nvPr/>
        </p:nvSpPr>
        <p:spPr>
          <a:xfrm>
            <a:off x="2123728" y="3392996"/>
            <a:ext cx="1800250" cy="1404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1" name="Rechteck 180">
            <a:extLst>
              <a:ext uri="{FF2B5EF4-FFF2-40B4-BE49-F238E27FC236}">
                <a16:creationId xmlns:a16="http://schemas.microsoft.com/office/drawing/2014/main" id="{E1EE5C10-E173-4B4C-9F3E-ED4EC385DF88}"/>
              </a:ext>
            </a:extLst>
          </p:cNvPr>
          <p:cNvSpPr/>
          <p:nvPr/>
        </p:nvSpPr>
        <p:spPr>
          <a:xfrm>
            <a:off x="2123728" y="3465006"/>
            <a:ext cx="1800250" cy="1332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2" name="Rechteck 181">
            <a:extLst>
              <a:ext uri="{FF2B5EF4-FFF2-40B4-BE49-F238E27FC236}">
                <a16:creationId xmlns:a16="http://schemas.microsoft.com/office/drawing/2014/main" id="{8CEC805B-2426-4E3B-8484-B71210502F9E}"/>
              </a:ext>
            </a:extLst>
          </p:cNvPr>
          <p:cNvSpPr/>
          <p:nvPr/>
        </p:nvSpPr>
        <p:spPr>
          <a:xfrm>
            <a:off x="2267748" y="3465006"/>
            <a:ext cx="144020" cy="13321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83" name="Gerade Verbindung 77">
            <a:extLst>
              <a:ext uri="{FF2B5EF4-FFF2-40B4-BE49-F238E27FC236}">
                <a16:creationId xmlns:a16="http://schemas.microsoft.com/office/drawing/2014/main" id="{C45AD611-0A42-4E1A-BC94-8E82C3B03145}"/>
              </a:ext>
            </a:extLst>
          </p:cNvPr>
          <p:cNvCxnSpPr/>
          <p:nvPr/>
        </p:nvCxnSpPr>
        <p:spPr>
          <a:xfrm>
            <a:off x="2123728" y="3465006"/>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84" name="Rechteck 183">
            <a:extLst>
              <a:ext uri="{FF2B5EF4-FFF2-40B4-BE49-F238E27FC236}">
                <a16:creationId xmlns:a16="http://schemas.microsoft.com/office/drawing/2014/main" id="{A41728DB-D4E7-4BEA-A959-4EEB474E05C3}"/>
              </a:ext>
            </a:extLst>
          </p:cNvPr>
          <p:cNvSpPr/>
          <p:nvPr/>
        </p:nvSpPr>
        <p:spPr>
          <a:xfrm>
            <a:off x="2123728" y="4329126"/>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5" name="Rechteck 184">
            <a:extLst>
              <a:ext uri="{FF2B5EF4-FFF2-40B4-BE49-F238E27FC236}">
                <a16:creationId xmlns:a16="http://schemas.microsoft.com/office/drawing/2014/main" id="{3D0C45B3-22E6-4D4E-AB24-5DE16B578860}"/>
              </a:ext>
            </a:extLst>
          </p:cNvPr>
          <p:cNvSpPr/>
          <p:nvPr/>
        </p:nvSpPr>
        <p:spPr>
          <a:xfrm>
            <a:off x="2699828" y="4329126"/>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6" name="Rechteck 185">
            <a:extLst>
              <a:ext uri="{FF2B5EF4-FFF2-40B4-BE49-F238E27FC236}">
                <a16:creationId xmlns:a16="http://schemas.microsoft.com/office/drawing/2014/main" id="{E613CB78-5EB9-4162-988F-60F826482AB4}"/>
              </a:ext>
            </a:extLst>
          </p:cNvPr>
          <p:cNvSpPr/>
          <p:nvPr/>
        </p:nvSpPr>
        <p:spPr>
          <a:xfrm>
            <a:off x="2915838" y="4329126"/>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a:extLst>
              <a:ext uri="{FF2B5EF4-FFF2-40B4-BE49-F238E27FC236}">
                <a16:creationId xmlns:a16="http://schemas.microsoft.com/office/drawing/2014/main" id="{E09983E2-94A6-4CE0-8FAD-CC4CC2AB4E12}"/>
              </a:ext>
            </a:extLst>
          </p:cNvPr>
          <p:cNvSpPr/>
          <p:nvPr/>
        </p:nvSpPr>
        <p:spPr>
          <a:xfrm>
            <a:off x="3059878" y="4329126"/>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a:extLst>
              <a:ext uri="{FF2B5EF4-FFF2-40B4-BE49-F238E27FC236}">
                <a16:creationId xmlns:a16="http://schemas.microsoft.com/office/drawing/2014/main" id="{2C8CC332-ADDF-43D4-96DB-B5A308A810A8}"/>
              </a:ext>
            </a:extLst>
          </p:cNvPr>
          <p:cNvSpPr/>
          <p:nvPr/>
        </p:nvSpPr>
        <p:spPr>
          <a:xfrm>
            <a:off x="2267748" y="4329126"/>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a:extLst>
              <a:ext uri="{FF2B5EF4-FFF2-40B4-BE49-F238E27FC236}">
                <a16:creationId xmlns:a16="http://schemas.microsoft.com/office/drawing/2014/main" id="{037C651A-4C64-4BBA-B934-B41C11FC4407}"/>
              </a:ext>
            </a:extLst>
          </p:cNvPr>
          <p:cNvSpPr/>
          <p:nvPr/>
        </p:nvSpPr>
        <p:spPr>
          <a:xfrm>
            <a:off x="3707948" y="4329126"/>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a:extLst>
              <a:ext uri="{FF2B5EF4-FFF2-40B4-BE49-F238E27FC236}">
                <a16:creationId xmlns:a16="http://schemas.microsoft.com/office/drawing/2014/main" id="{61803318-E801-4F5D-8ACD-58465B2F3281}"/>
              </a:ext>
            </a:extLst>
          </p:cNvPr>
          <p:cNvSpPr/>
          <p:nvPr/>
        </p:nvSpPr>
        <p:spPr>
          <a:xfrm>
            <a:off x="5508104" y="4977172"/>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per match</a:t>
            </a:r>
          </a:p>
        </p:txBody>
      </p:sp>
      <p:sp>
        <p:nvSpPr>
          <p:cNvPr id="193" name="Rechteck 192">
            <a:extLst>
              <a:ext uri="{FF2B5EF4-FFF2-40B4-BE49-F238E27FC236}">
                <a16:creationId xmlns:a16="http://schemas.microsoft.com/office/drawing/2014/main" id="{5E12509A-6D63-4707-9F09-CCDDF1662FFD}"/>
              </a:ext>
            </a:extLst>
          </p:cNvPr>
          <p:cNvSpPr/>
          <p:nvPr/>
        </p:nvSpPr>
        <p:spPr>
          <a:xfrm>
            <a:off x="179512" y="14847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94" name="Rechteck 193">
            <a:extLst>
              <a:ext uri="{FF2B5EF4-FFF2-40B4-BE49-F238E27FC236}">
                <a16:creationId xmlns:a16="http://schemas.microsoft.com/office/drawing/2014/main" id="{C215D82F-634F-46B3-9E8D-A478CC315DAD}"/>
              </a:ext>
            </a:extLst>
          </p:cNvPr>
          <p:cNvSpPr/>
          <p:nvPr/>
        </p:nvSpPr>
        <p:spPr>
          <a:xfrm>
            <a:off x="68358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a:extLst>
              <a:ext uri="{FF2B5EF4-FFF2-40B4-BE49-F238E27FC236}">
                <a16:creationId xmlns:a16="http://schemas.microsoft.com/office/drawing/2014/main" id="{72C47333-4424-4FAE-A9A7-2239BC394864}"/>
              </a:ext>
            </a:extLst>
          </p:cNvPr>
          <p:cNvSpPr/>
          <p:nvPr/>
        </p:nvSpPr>
        <p:spPr>
          <a:xfrm>
            <a:off x="82760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a:extLst>
              <a:ext uri="{FF2B5EF4-FFF2-40B4-BE49-F238E27FC236}">
                <a16:creationId xmlns:a16="http://schemas.microsoft.com/office/drawing/2014/main" id="{0A16E716-1BAA-4228-9A17-ABAB753A988B}"/>
              </a:ext>
            </a:extLst>
          </p:cNvPr>
          <p:cNvSpPr/>
          <p:nvPr/>
        </p:nvSpPr>
        <p:spPr>
          <a:xfrm>
            <a:off x="111564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a:extLst>
              <a:ext uri="{FF2B5EF4-FFF2-40B4-BE49-F238E27FC236}">
                <a16:creationId xmlns:a16="http://schemas.microsoft.com/office/drawing/2014/main" id="{C1FB8B5F-9D4D-48BE-A9CA-5010FF4C59E3}"/>
              </a:ext>
            </a:extLst>
          </p:cNvPr>
          <p:cNvSpPr/>
          <p:nvPr/>
        </p:nvSpPr>
        <p:spPr>
          <a:xfrm>
            <a:off x="395542" y="148479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a:extLst>
              <a:ext uri="{FF2B5EF4-FFF2-40B4-BE49-F238E27FC236}">
                <a16:creationId xmlns:a16="http://schemas.microsoft.com/office/drawing/2014/main" id="{198EF2F4-5CA3-44FA-A117-E96BC06E32B1}"/>
              </a:ext>
            </a:extLst>
          </p:cNvPr>
          <p:cNvSpPr/>
          <p:nvPr/>
        </p:nvSpPr>
        <p:spPr>
          <a:xfrm>
            <a:off x="179512" y="1844824"/>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99" name="Rechteck 198">
            <a:extLst>
              <a:ext uri="{FF2B5EF4-FFF2-40B4-BE49-F238E27FC236}">
                <a16:creationId xmlns:a16="http://schemas.microsoft.com/office/drawing/2014/main" id="{DA9320D0-254B-43FD-A829-40C55B6EBD50}"/>
              </a:ext>
            </a:extLst>
          </p:cNvPr>
          <p:cNvSpPr/>
          <p:nvPr/>
        </p:nvSpPr>
        <p:spPr>
          <a:xfrm>
            <a:off x="683582"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0" name="Rechteck 199">
            <a:extLst>
              <a:ext uri="{FF2B5EF4-FFF2-40B4-BE49-F238E27FC236}">
                <a16:creationId xmlns:a16="http://schemas.microsoft.com/office/drawing/2014/main" id="{AA3F9C46-8C50-4B76-A02A-AF6362D82F80}"/>
              </a:ext>
            </a:extLst>
          </p:cNvPr>
          <p:cNvSpPr/>
          <p:nvPr/>
        </p:nvSpPr>
        <p:spPr>
          <a:xfrm>
            <a:off x="827602"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1" name="Rechteck 200">
            <a:extLst>
              <a:ext uri="{FF2B5EF4-FFF2-40B4-BE49-F238E27FC236}">
                <a16:creationId xmlns:a16="http://schemas.microsoft.com/office/drawing/2014/main" id="{64B61C5C-38B8-40D4-89A1-4A5F9DE2DD03}"/>
              </a:ext>
            </a:extLst>
          </p:cNvPr>
          <p:cNvSpPr/>
          <p:nvPr/>
        </p:nvSpPr>
        <p:spPr>
          <a:xfrm>
            <a:off x="1115642"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2" name="Rechteck 201">
            <a:extLst>
              <a:ext uri="{FF2B5EF4-FFF2-40B4-BE49-F238E27FC236}">
                <a16:creationId xmlns:a16="http://schemas.microsoft.com/office/drawing/2014/main" id="{CD1F8F33-050F-47F8-8E9B-5F4D003DD13D}"/>
              </a:ext>
            </a:extLst>
          </p:cNvPr>
          <p:cNvSpPr/>
          <p:nvPr/>
        </p:nvSpPr>
        <p:spPr>
          <a:xfrm>
            <a:off x="395542" y="1844824"/>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4" name="Rechteck 203">
            <a:extLst>
              <a:ext uri="{FF2B5EF4-FFF2-40B4-BE49-F238E27FC236}">
                <a16:creationId xmlns:a16="http://schemas.microsoft.com/office/drawing/2014/main" id="{93E36FFA-641D-4FAB-91F2-FECE2FF223FC}"/>
              </a:ext>
            </a:extLst>
          </p:cNvPr>
          <p:cNvSpPr/>
          <p:nvPr/>
        </p:nvSpPr>
        <p:spPr>
          <a:xfrm>
            <a:off x="2123728" y="4797000"/>
            <a:ext cx="345638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All matching rows will be </a:t>
            </a:r>
            <a:r>
              <a:rPr lang="en-US" sz="1000" i="1" dirty="0">
                <a:solidFill>
                  <a:schemeClr val="tx1"/>
                </a:solidFill>
              </a:rPr>
              <a:t>digested</a:t>
            </a:r>
            <a:r>
              <a:rPr lang="en-US" sz="1000" dirty="0">
                <a:solidFill>
                  <a:schemeClr val="tx1"/>
                </a:solidFill>
              </a:rPr>
              <a:t> into the target table</a:t>
            </a:r>
          </a:p>
        </p:txBody>
      </p:sp>
      <p:grpSp>
        <p:nvGrpSpPr>
          <p:cNvPr id="206" name="Gruppieren 205">
            <a:extLst>
              <a:ext uri="{FF2B5EF4-FFF2-40B4-BE49-F238E27FC236}">
                <a16:creationId xmlns:a16="http://schemas.microsoft.com/office/drawing/2014/main" id="{6AF318DA-7D60-41B6-AD79-4C0EFB760396}"/>
              </a:ext>
            </a:extLst>
          </p:cNvPr>
          <p:cNvGrpSpPr/>
          <p:nvPr/>
        </p:nvGrpSpPr>
        <p:grpSpPr>
          <a:xfrm>
            <a:off x="2051720" y="1556792"/>
            <a:ext cx="1404156" cy="1584176"/>
            <a:chOff x="539552" y="3068960"/>
            <a:chExt cx="1404156" cy="1584176"/>
          </a:xfrm>
        </p:grpSpPr>
        <p:sp>
          <p:nvSpPr>
            <p:cNvPr id="207" name="Rechteck: abgerundete Ecken 206">
              <a:extLst>
                <a:ext uri="{FF2B5EF4-FFF2-40B4-BE49-F238E27FC236}">
                  <a16:creationId xmlns:a16="http://schemas.microsoft.com/office/drawing/2014/main" id="{8B3D00C6-1E84-4C64-8F8D-B37D7BA49085}"/>
                </a:ext>
              </a:extLst>
            </p:cNvPr>
            <p:cNvSpPr/>
            <p:nvPr/>
          </p:nvSpPr>
          <p:spPr>
            <a:xfrm>
              <a:off x="539552" y="3068960"/>
              <a:ext cx="1404156" cy="864096"/>
            </a:xfrm>
            <a:prstGeom prst="roundRect">
              <a:avLst>
                <a:gd name="adj" fmla="val 8367"/>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208" name="Rechteck 207">
              <a:extLst>
                <a:ext uri="{FF2B5EF4-FFF2-40B4-BE49-F238E27FC236}">
                  <a16:creationId xmlns:a16="http://schemas.microsoft.com/office/drawing/2014/main" id="{96CDEEDF-DC2C-4203-A14E-69E51AE0C275}"/>
                </a:ext>
              </a:extLst>
            </p:cNvPr>
            <p:cNvSpPr/>
            <p:nvPr/>
          </p:nvSpPr>
          <p:spPr>
            <a:xfrm>
              <a:off x="575522" y="3140968"/>
              <a:ext cx="1224170" cy="10801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9" name="Rechteck 208">
              <a:extLst>
                <a:ext uri="{FF2B5EF4-FFF2-40B4-BE49-F238E27FC236}">
                  <a16:creationId xmlns:a16="http://schemas.microsoft.com/office/drawing/2014/main" id="{7A1FA07F-A7DB-4934-9910-84A31A4D0EC6}"/>
                </a:ext>
              </a:extLst>
            </p:cNvPr>
            <p:cNvSpPr/>
            <p:nvPr/>
          </p:nvSpPr>
          <p:spPr>
            <a:xfrm>
              <a:off x="107959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a:extLst>
                <a:ext uri="{FF2B5EF4-FFF2-40B4-BE49-F238E27FC236}">
                  <a16:creationId xmlns:a16="http://schemas.microsoft.com/office/drawing/2014/main" id="{30DA08AF-C1DB-438C-8CE6-2E45ACB2165B}"/>
                </a:ext>
              </a:extLst>
            </p:cNvPr>
            <p:cNvSpPr/>
            <p:nvPr/>
          </p:nvSpPr>
          <p:spPr>
            <a:xfrm>
              <a:off x="122361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a:extLst>
                <a:ext uri="{FF2B5EF4-FFF2-40B4-BE49-F238E27FC236}">
                  <a16:creationId xmlns:a16="http://schemas.microsoft.com/office/drawing/2014/main" id="{79220C4F-B6C0-499F-A8EA-CEE11647C036}"/>
                </a:ext>
              </a:extLst>
            </p:cNvPr>
            <p:cNvSpPr/>
            <p:nvPr/>
          </p:nvSpPr>
          <p:spPr>
            <a:xfrm>
              <a:off x="151165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2" name="Rechteck 211">
              <a:extLst>
                <a:ext uri="{FF2B5EF4-FFF2-40B4-BE49-F238E27FC236}">
                  <a16:creationId xmlns:a16="http://schemas.microsoft.com/office/drawing/2014/main" id="{3FA5C7F5-5809-457F-B3AB-AC90476F7063}"/>
                </a:ext>
              </a:extLst>
            </p:cNvPr>
            <p:cNvSpPr/>
            <p:nvPr/>
          </p:nvSpPr>
          <p:spPr>
            <a:xfrm>
              <a:off x="791552" y="3140968"/>
              <a:ext cx="144000" cy="108012"/>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3" name="Flussdiagramm: Zusammenführung 212">
              <a:extLst>
                <a:ext uri="{FF2B5EF4-FFF2-40B4-BE49-F238E27FC236}">
                  <a16:creationId xmlns:a16="http://schemas.microsoft.com/office/drawing/2014/main" id="{7712FBAD-C4A5-4EBA-9ED9-2BF97B1BC548}"/>
                </a:ext>
              </a:extLst>
            </p:cNvPr>
            <p:cNvSpPr/>
            <p:nvPr/>
          </p:nvSpPr>
          <p:spPr>
            <a:xfrm>
              <a:off x="1331640" y="3429032"/>
              <a:ext cx="288000" cy="288000"/>
            </a:xfrm>
            <a:prstGeom prst="flowChartSummingJunction">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4" name="Rechteck 213">
              <a:extLst>
                <a:ext uri="{FF2B5EF4-FFF2-40B4-BE49-F238E27FC236}">
                  <a16:creationId xmlns:a16="http://schemas.microsoft.com/office/drawing/2014/main" id="{D7B3C16A-E835-4214-A75A-FFE2F2E7D133}"/>
                </a:ext>
              </a:extLst>
            </p:cNvPr>
            <p:cNvSpPr/>
            <p:nvPr/>
          </p:nvSpPr>
          <p:spPr>
            <a:xfrm>
              <a:off x="611560" y="360902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operation</a:t>
              </a:r>
            </a:p>
          </p:txBody>
        </p:sp>
        <p:cxnSp>
          <p:nvCxnSpPr>
            <p:cNvPr id="215" name="Gerade Verbindung mit Pfeil 214">
              <a:extLst>
                <a:ext uri="{FF2B5EF4-FFF2-40B4-BE49-F238E27FC236}">
                  <a16:creationId xmlns:a16="http://schemas.microsoft.com/office/drawing/2014/main" id="{51E31393-2AB6-45D3-8860-F70C96CEBC80}"/>
                </a:ext>
              </a:extLst>
            </p:cNvPr>
            <p:cNvCxnSpPr>
              <a:cxnSpLocks/>
            </p:cNvCxnSpPr>
            <p:nvPr/>
          </p:nvCxnSpPr>
          <p:spPr>
            <a:xfrm>
              <a:off x="1475656" y="3717032"/>
              <a:ext cx="0" cy="936104"/>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Gerade Verbindung mit Pfeil 215">
              <a:extLst>
                <a:ext uri="{FF2B5EF4-FFF2-40B4-BE49-F238E27FC236}">
                  <a16:creationId xmlns:a16="http://schemas.microsoft.com/office/drawing/2014/main" id="{64D1C782-806C-4F02-A3A1-CFE6E8C87087}"/>
                </a:ext>
              </a:extLst>
            </p:cNvPr>
            <p:cNvCxnSpPr>
              <a:cxnSpLocks/>
              <a:stCxn id="213" idx="0"/>
            </p:cNvCxnSpPr>
            <p:nvPr/>
          </p:nvCxnSpPr>
          <p:spPr>
            <a:xfrm flipV="1">
              <a:off x="1475640" y="3248980"/>
              <a:ext cx="0" cy="18005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Gerade Verbindung mit Pfeil 216">
              <a:extLst>
                <a:ext uri="{FF2B5EF4-FFF2-40B4-BE49-F238E27FC236}">
                  <a16:creationId xmlns:a16="http://schemas.microsoft.com/office/drawing/2014/main" id="{99907A82-6C12-4BFC-A089-5F71B32DDF4C}"/>
                </a:ext>
              </a:extLst>
            </p:cNvPr>
            <p:cNvCxnSpPr>
              <a:cxnSpLocks/>
            </p:cNvCxnSpPr>
            <p:nvPr/>
          </p:nvCxnSpPr>
          <p:spPr>
            <a:xfrm>
              <a:off x="1115616" y="3573032"/>
              <a:ext cx="2160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Gerade Verbindung mit Pfeil 217">
              <a:extLst>
                <a:ext uri="{FF2B5EF4-FFF2-40B4-BE49-F238E27FC236}">
                  <a16:creationId xmlns:a16="http://schemas.microsoft.com/office/drawing/2014/main" id="{A1A074DB-5C06-4381-81A4-D675232FD400}"/>
                </a:ext>
              </a:extLst>
            </p:cNvPr>
            <p:cNvCxnSpPr>
              <a:cxnSpLocks/>
            </p:cNvCxnSpPr>
            <p:nvPr/>
          </p:nvCxnSpPr>
          <p:spPr>
            <a:xfrm>
              <a:off x="1115616" y="3248980"/>
              <a:ext cx="0" cy="324036"/>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07" name="Rechteck 406">
              <a:extLst>
                <a:ext uri="{FF2B5EF4-FFF2-40B4-BE49-F238E27FC236}">
                  <a16:creationId xmlns:a16="http://schemas.microsoft.com/office/drawing/2014/main" id="{A9B6F430-793A-4067-B75F-4C4D0245BAEB}"/>
                </a:ext>
              </a:extLst>
            </p:cNvPr>
            <p:cNvSpPr/>
            <p:nvPr/>
          </p:nvSpPr>
          <p:spPr>
            <a:xfrm>
              <a:off x="611560" y="376142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(Parameter 7)</a:t>
              </a:r>
            </a:p>
          </p:txBody>
        </p:sp>
      </p:grpSp>
      <p:sp>
        <p:nvSpPr>
          <p:cNvPr id="219" name="Rechteck 218">
            <a:extLst>
              <a:ext uri="{FF2B5EF4-FFF2-40B4-BE49-F238E27FC236}">
                <a16:creationId xmlns:a16="http://schemas.microsoft.com/office/drawing/2014/main" id="{31DBD1CE-3178-429A-A4B4-81ABE8710F8B}"/>
              </a:ext>
            </a:extLst>
          </p:cNvPr>
          <p:cNvSpPr/>
          <p:nvPr/>
        </p:nvSpPr>
        <p:spPr>
          <a:xfrm>
            <a:off x="2123728" y="450911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0" name="Rechteck 219">
            <a:extLst>
              <a:ext uri="{FF2B5EF4-FFF2-40B4-BE49-F238E27FC236}">
                <a16:creationId xmlns:a16="http://schemas.microsoft.com/office/drawing/2014/main" id="{8CBF4912-7278-4805-8591-8D46EA749A7B}"/>
              </a:ext>
            </a:extLst>
          </p:cNvPr>
          <p:cNvSpPr/>
          <p:nvPr/>
        </p:nvSpPr>
        <p:spPr>
          <a:xfrm>
            <a:off x="2699828" y="450911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1" name="Rechteck 220">
            <a:extLst>
              <a:ext uri="{FF2B5EF4-FFF2-40B4-BE49-F238E27FC236}">
                <a16:creationId xmlns:a16="http://schemas.microsoft.com/office/drawing/2014/main" id="{61402186-78F1-4918-B1B8-BB4823DC8D08}"/>
              </a:ext>
            </a:extLst>
          </p:cNvPr>
          <p:cNvSpPr/>
          <p:nvPr/>
        </p:nvSpPr>
        <p:spPr>
          <a:xfrm>
            <a:off x="2915838" y="450911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2" name="Rechteck 221">
            <a:extLst>
              <a:ext uri="{FF2B5EF4-FFF2-40B4-BE49-F238E27FC236}">
                <a16:creationId xmlns:a16="http://schemas.microsoft.com/office/drawing/2014/main" id="{37641AC5-EE03-404B-94B7-4C95225D51F7}"/>
              </a:ext>
            </a:extLst>
          </p:cNvPr>
          <p:cNvSpPr/>
          <p:nvPr/>
        </p:nvSpPr>
        <p:spPr>
          <a:xfrm>
            <a:off x="3059878" y="450911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3" name="Rechteck 222">
            <a:extLst>
              <a:ext uri="{FF2B5EF4-FFF2-40B4-BE49-F238E27FC236}">
                <a16:creationId xmlns:a16="http://schemas.microsoft.com/office/drawing/2014/main" id="{ECAC5089-3598-43D1-933D-B5351E39BF05}"/>
              </a:ext>
            </a:extLst>
          </p:cNvPr>
          <p:cNvSpPr/>
          <p:nvPr/>
        </p:nvSpPr>
        <p:spPr>
          <a:xfrm>
            <a:off x="2267748" y="4509118"/>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a:extLst>
              <a:ext uri="{FF2B5EF4-FFF2-40B4-BE49-F238E27FC236}">
                <a16:creationId xmlns:a16="http://schemas.microsoft.com/office/drawing/2014/main" id="{26B70200-C39F-4845-B65A-1D13239D0B8D}"/>
              </a:ext>
            </a:extLst>
          </p:cNvPr>
          <p:cNvSpPr/>
          <p:nvPr/>
        </p:nvSpPr>
        <p:spPr>
          <a:xfrm>
            <a:off x="3707948" y="450911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1" name="Rechteck 230">
            <a:extLst>
              <a:ext uri="{FF2B5EF4-FFF2-40B4-BE49-F238E27FC236}">
                <a16:creationId xmlns:a16="http://schemas.microsoft.com/office/drawing/2014/main" id="{E050BBA5-84BA-45C8-8245-569BB6A2885B}"/>
              </a:ext>
            </a:extLst>
          </p:cNvPr>
          <p:cNvSpPr/>
          <p:nvPr/>
        </p:nvSpPr>
        <p:spPr>
          <a:xfrm>
            <a:off x="2123728" y="458112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2" name="Rechteck 231">
            <a:extLst>
              <a:ext uri="{FF2B5EF4-FFF2-40B4-BE49-F238E27FC236}">
                <a16:creationId xmlns:a16="http://schemas.microsoft.com/office/drawing/2014/main" id="{20CB3A91-0E0C-4B17-A778-2B982082E69A}"/>
              </a:ext>
            </a:extLst>
          </p:cNvPr>
          <p:cNvSpPr/>
          <p:nvPr/>
        </p:nvSpPr>
        <p:spPr>
          <a:xfrm>
            <a:off x="2699828" y="458112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3" name="Rechteck 232">
            <a:extLst>
              <a:ext uri="{FF2B5EF4-FFF2-40B4-BE49-F238E27FC236}">
                <a16:creationId xmlns:a16="http://schemas.microsoft.com/office/drawing/2014/main" id="{9ADC45B0-AF01-4707-82AF-1E5C7ACC8B4B}"/>
              </a:ext>
            </a:extLst>
          </p:cNvPr>
          <p:cNvSpPr/>
          <p:nvPr/>
        </p:nvSpPr>
        <p:spPr>
          <a:xfrm>
            <a:off x="2915838" y="458112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4" name="Rechteck 233">
            <a:extLst>
              <a:ext uri="{FF2B5EF4-FFF2-40B4-BE49-F238E27FC236}">
                <a16:creationId xmlns:a16="http://schemas.microsoft.com/office/drawing/2014/main" id="{5A1F7749-2B8E-4FEB-844A-D961434CDC4D}"/>
              </a:ext>
            </a:extLst>
          </p:cNvPr>
          <p:cNvSpPr/>
          <p:nvPr/>
        </p:nvSpPr>
        <p:spPr>
          <a:xfrm>
            <a:off x="3059878" y="458112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5" name="Rechteck 234">
            <a:extLst>
              <a:ext uri="{FF2B5EF4-FFF2-40B4-BE49-F238E27FC236}">
                <a16:creationId xmlns:a16="http://schemas.microsoft.com/office/drawing/2014/main" id="{D4E4BC33-C8BB-4664-8986-DB713DC84D64}"/>
              </a:ext>
            </a:extLst>
          </p:cNvPr>
          <p:cNvSpPr/>
          <p:nvPr/>
        </p:nvSpPr>
        <p:spPr>
          <a:xfrm>
            <a:off x="2267748" y="4581128"/>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6" name="Rechteck 235">
            <a:extLst>
              <a:ext uri="{FF2B5EF4-FFF2-40B4-BE49-F238E27FC236}">
                <a16:creationId xmlns:a16="http://schemas.microsoft.com/office/drawing/2014/main" id="{914162E9-57FB-4DA3-B95C-D951745F2075}"/>
              </a:ext>
            </a:extLst>
          </p:cNvPr>
          <p:cNvSpPr/>
          <p:nvPr/>
        </p:nvSpPr>
        <p:spPr>
          <a:xfrm>
            <a:off x="3707948" y="458112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7" name="Rechteck 236">
            <a:extLst>
              <a:ext uri="{FF2B5EF4-FFF2-40B4-BE49-F238E27FC236}">
                <a16:creationId xmlns:a16="http://schemas.microsoft.com/office/drawing/2014/main" id="{8C613763-D426-46D7-8244-976809F84F0D}"/>
              </a:ext>
            </a:extLst>
          </p:cNvPr>
          <p:cNvSpPr/>
          <p:nvPr/>
        </p:nvSpPr>
        <p:spPr>
          <a:xfrm>
            <a:off x="2123728" y="3897052"/>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8" name="Rechteck 237">
            <a:extLst>
              <a:ext uri="{FF2B5EF4-FFF2-40B4-BE49-F238E27FC236}">
                <a16:creationId xmlns:a16="http://schemas.microsoft.com/office/drawing/2014/main" id="{EC4645F4-A62F-4292-B6C4-3D89B07917C5}"/>
              </a:ext>
            </a:extLst>
          </p:cNvPr>
          <p:cNvSpPr/>
          <p:nvPr/>
        </p:nvSpPr>
        <p:spPr>
          <a:xfrm>
            <a:off x="2699828" y="389705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9" name="Rechteck 238">
            <a:extLst>
              <a:ext uri="{FF2B5EF4-FFF2-40B4-BE49-F238E27FC236}">
                <a16:creationId xmlns:a16="http://schemas.microsoft.com/office/drawing/2014/main" id="{1DFBC8EA-9F14-4A99-B572-3A9CAA882099}"/>
              </a:ext>
            </a:extLst>
          </p:cNvPr>
          <p:cNvSpPr/>
          <p:nvPr/>
        </p:nvSpPr>
        <p:spPr>
          <a:xfrm>
            <a:off x="2915838" y="389705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0" name="Rechteck 239">
            <a:extLst>
              <a:ext uri="{FF2B5EF4-FFF2-40B4-BE49-F238E27FC236}">
                <a16:creationId xmlns:a16="http://schemas.microsoft.com/office/drawing/2014/main" id="{B42D9DA6-24CE-442B-9FA8-1BC8D6225C32}"/>
              </a:ext>
            </a:extLst>
          </p:cNvPr>
          <p:cNvSpPr/>
          <p:nvPr/>
        </p:nvSpPr>
        <p:spPr>
          <a:xfrm>
            <a:off x="3059878" y="389705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1" name="Rechteck 240">
            <a:extLst>
              <a:ext uri="{FF2B5EF4-FFF2-40B4-BE49-F238E27FC236}">
                <a16:creationId xmlns:a16="http://schemas.microsoft.com/office/drawing/2014/main" id="{907F44B2-2D7A-4938-A8A9-39C6CC9F412E}"/>
              </a:ext>
            </a:extLst>
          </p:cNvPr>
          <p:cNvSpPr/>
          <p:nvPr/>
        </p:nvSpPr>
        <p:spPr>
          <a:xfrm>
            <a:off x="2267748" y="3897052"/>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2" name="Rechteck 241">
            <a:extLst>
              <a:ext uri="{FF2B5EF4-FFF2-40B4-BE49-F238E27FC236}">
                <a16:creationId xmlns:a16="http://schemas.microsoft.com/office/drawing/2014/main" id="{43444C97-714B-41F2-BD9B-B53BCB368405}"/>
              </a:ext>
            </a:extLst>
          </p:cNvPr>
          <p:cNvSpPr/>
          <p:nvPr/>
        </p:nvSpPr>
        <p:spPr>
          <a:xfrm>
            <a:off x="3707948" y="3897052"/>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4" name="Rechteck 403">
            <a:extLst>
              <a:ext uri="{FF2B5EF4-FFF2-40B4-BE49-F238E27FC236}">
                <a16:creationId xmlns:a16="http://schemas.microsoft.com/office/drawing/2014/main" id="{1A1425AA-960A-4EDD-BD75-11D903FDDE8D}"/>
              </a:ext>
            </a:extLst>
          </p:cNvPr>
          <p:cNvSpPr/>
          <p:nvPr/>
        </p:nvSpPr>
        <p:spPr>
          <a:xfrm>
            <a:off x="4284088" y="94472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(after function call completed)</a:t>
            </a:r>
          </a:p>
        </p:txBody>
      </p:sp>
      <p:sp>
        <p:nvSpPr>
          <p:cNvPr id="405" name="Rechteck 404">
            <a:extLst>
              <a:ext uri="{FF2B5EF4-FFF2-40B4-BE49-F238E27FC236}">
                <a16:creationId xmlns:a16="http://schemas.microsoft.com/office/drawing/2014/main" id="{A6E022F4-D96D-40B6-878C-37E6F23BC8C2}"/>
              </a:ext>
            </a:extLst>
          </p:cNvPr>
          <p:cNvSpPr/>
          <p:nvPr/>
        </p:nvSpPr>
        <p:spPr>
          <a:xfrm>
            <a:off x="2987824" y="2636912"/>
            <a:ext cx="129614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Example shows </a:t>
            </a:r>
          </a:p>
          <a:p>
            <a:r>
              <a:rPr lang="en-US" sz="800" dirty="0">
                <a:solidFill>
                  <a:schemeClr val="tx1"/>
                </a:solidFill>
              </a:rPr>
              <a:t>4 matches per lookup.</a:t>
            </a:r>
          </a:p>
        </p:txBody>
      </p:sp>
      <p:sp>
        <p:nvSpPr>
          <p:cNvPr id="11" name="Rechteck 10">
            <a:extLst>
              <a:ext uri="{FF2B5EF4-FFF2-40B4-BE49-F238E27FC236}">
                <a16:creationId xmlns:a16="http://schemas.microsoft.com/office/drawing/2014/main" id="{36C1B0C5-218B-4058-BB41-48BA6234DC19}"/>
              </a:ext>
            </a:extLst>
          </p:cNvPr>
          <p:cNvSpPr/>
          <p:nvPr/>
        </p:nvSpPr>
        <p:spPr>
          <a:xfrm>
            <a:off x="5723856" y="1736812"/>
            <a:ext cx="129614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All additional rows are</a:t>
            </a:r>
          </a:p>
          <a:p>
            <a:r>
              <a:rPr lang="en-US" sz="800" dirty="0">
                <a:solidFill>
                  <a:schemeClr val="tx1"/>
                </a:solidFill>
              </a:rPr>
              <a:t>inserted below the</a:t>
            </a:r>
          </a:p>
          <a:p>
            <a:r>
              <a:rPr lang="en-US" sz="800" dirty="0">
                <a:solidFill>
                  <a:schemeClr val="tx1"/>
                </a:solidFill>
              </a:rPr>
              <a:t>applicable rows</a:t>
            </a:r>
          </a:p>
        </p:txBody>
      </p:sp>
      <p:sp>
        <p:nvSpPr>
          <p:cNvPr id="265" name="Rechteck 264">
            <a:extLst>
              <a:ext uri="{FF2B5EF4-FFF2-40B4-BE49-F238E27FC236}">
                <a16:creationId xmlns:a16="http://schemas.microsoft.com/office/drawing/2014/main" id="{FA91F31E-8DD2-4E83-941D-5DF4BBC09D00}"/>
              </a:ext>
            </a:extLst>
          </p:cNvPr>
          <p:cNvSpPr/>
          <p:nvPr/>
        </p:nvSpPr>
        <p:spPr>
          <a:xfrm>
            <a:off x="5220130" y="1197000"/>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6" name="Rechteck 265">
            <a:extLst>
              <a:ext uri="{FF2B5EF4-FFF2-40B4-BE49-F238E27FC236}">
                <a16:creationId xmlns:a16="http://schemas.microsoft.com/office/drawing/2014/main" id="{A6F0C1C9-2C21-4E4C-B0B7-5ED1E99F7FBE}"/>
              </a:ext>
            </a:extLst>
          </p:cNvPr>
          <p:cNvSpPr/>
          <p:nvPr/>
        </p:nvSpPr>
        <p:spPr>
          <a:xfrm>
            <a:off x="4788070" y="1197000"/>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7" name="Rechteck 266">
            <a:extLst>
              <a:ext uri="{FF2B5EF4-FFF2-40B4-BE49-F238E27FC236}">
                <a16:creationId xmlns:a16="http://schemas.microsoft.com/office/drawing/2014/main" id="{DBE0BEB9-FFEB-4712-B27F-5D4DAB9DB3BC}"/>
              </a:ext>
            </a:extLst>
          </p:cNvPr>
          <p:cNvSpPr/>
          <p:nvPr/>
        </p:nvSpPr>
        <p:spPr>
          <a:xfrm>
            <a:off x="4284000" y="1124990"/>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8" name="Rechteck 267">
            <a:extLst>
              <a:ext uri="{FF2B5EF4-FFF2-40B4-BE49-F238E27FC236}">
                <a16:creationId xmlns:a16="http://schemas.microsoft.com/office/drawing/2014/main" id="{0CE68F2D-686A-4D6A-98DE-E239E17D6A54}"/>
              </a:ext>
            </a:extLst>
          </p:cNvPr>
          <p:cNvSpPr/>
          <p:nvPr/>
        </p:nvSpPr>
        <p:spPr>
          <a:xfrm>
            <a:off x="4284000" y="1197000"/>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9" name="Rechteck 268">
            <a:extLst>
              <a:ext uri="{FF2B5EF4-FFF2-40B4-BE49-F238E27FC236}">
                <a16:creationId xmlns:a16="http://schemas.microsoft.com/office/drawing/2014/main" id="{58FB65FF-0729-4F61-98A3-1D2E4F0A8A52}"/>
              </a:ext>
            </a:extLst>
          </p:cNvPr>
          <p:cNvSpPr/>
          <p:nvPr/>
        </p:nvSpPr>
        <p:spPr>
          <a:xfrm>
            <a:off x="4500030" y="1197000"/>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70" name="Gerade Verbindung 374">
            <a:extLst>
              <a:ext uri="{FF2B5EF4-FFF2-40B4-BE49-F238E27FC236}">
                <a16:creationId xmlns:a16="http://schemas.microsoft.com/office/drawing/2014/main" id="{29A092CD-B3FA-48A9-91BD-BA4475F5FF84}"/>
              </a:ext>
            </a:extLst>
          </p:cNvPr>
          <p:cNvCxnSpPr/>
          <p:nvPr/>
        </p:nvCxnSpPr>
        <p:spPr>
          <a:xfrm>
            <a:off x="4284000" y="119700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71" name="Rechteck 270">
            <a:extLst>
              <a:ext uri="{FF2B5EF4-FFF2-40B4-BE49-F238E27FC236}">
                <a16:creationId xmlns:a16="http://schemas.microsoft.com/office/drawing/2014/main" id="{5885318F-5CAA-4DC5-95E9-340D21815692}"/>
              </a:ext>
            </a:extLst>
          </p:cNvPr>
          <p:cNvSpPr/>
          <p:nvPr/>
        </p:nvSpPr>
        <p:spPr>
          <a:xfrm>
            <a:off x="4284000" y="1485026"/>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2" name="Rechteck 271">
            <a:extLst>
              <a:ext uri="{FF2B5EF4-FFF2-40B4-BE49-F238E27FC236}">
                <a16:creationId xmlns:a16="http://schemas.microsoft.com/office/drawing/2014/main" id="{ABFF834D-48BB-4A31-AC31-503513F38384}"/>
              </a:ext>
            </a:extLst>
          </p:cNvPr>
          <p:cNvSpPr/>
          <p:nvPr/>
        </p:nvSpPr>
        <p:spPr>
          <a:xfrm>
            <a:off x="4788070" y="1485026"/>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3" name="Rechteck 272">
            <a:extLst>
              <a:ext uri="{FF2B5EF4-FFF2-40B4-BE49-F238E27FC236}">
                <a16:creationId xmlns:a16="http://schemas.microsoft.com/office/drawing/2014/main" id="{A4011EA9-4C6E-4397-8596-1A4FEFB1B6AF}"/>
              </a:ext>
            </a:extLst>
          </p:cNvPr>
          <p:cNvSpPr/>
          <p:nvPr/>
        </p:nvSpPr>
        <p:spPr>
          <a:xfrm>
            <a:off x="4932090" y="1485026"/>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5" name="Rechteck 284">
            <a:extLst>
              <a:ext uri="{FF2B5EF4-FFF2-40B4-BE49-F238E27FC236}">
                <a16:creationId xmlns:a16="http://schemas.microsoft.com/office/drawing/2014/main" id="{CBD742C8-913E-49EA-B0FE-33D9E6EA7E9C}"/>
              </a:ext>
            </a:extLst>
          </p:cNvPr>
          <p:cNvSpPr/>
          <p:nvPr/>
        </p:nvSpPr>
        <p:spPr>
          <a:xfrm>
            <a:off x="5220130" y="1485026"/>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6" name="Rechteck 285">
            <a:extLst>
              <a:ext uri="{FF2B5EF4-FFF2-40B4-BE49-F238E27FC236}">
                <a16:creationId xmlns:a16="http://schemas.microsoft.com/office/drawing/2014/main" id="{4815767A-2F47-4412-849F-54AB7CD290D2}"/>
              </a:ext>
            </a:extLst>
          </p:cNvPr>
          <p:cNvSpPr/>
          <p:nvPr/>
        </p:nvSpPr>
        <p:spPr>
          <a:xfrm>
            <a:off x="4500030" y="1485026"/>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8" name="Rechteck 287">
            <a:extLst>
              <a:ext uri="{FF2B5EF4-FFF2-40B4-BE49-F238E27FC236}">
                <a16:creationId xmlns:a16="http://schemas.microsoft.com/office/drawing/2014/main" id="{BB7308C7-2608-491A-B9F1-4EBA3C6D7497}"/>
              </a:ext>
            </a:extLst>
          </p:cNvPr>
          <p:cNvSpPr/>
          <p:nvPr/>
        </p:nvSpPr>
        <p:spPr>
          <a:xfrm>
            <a:off x="4284000" y="184506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91" name="Rechteck 290">
            <a:extLst>
              <a:ext uri="{FF2B5EF4-FFF2-40B4-BE49-F238E27FC236}">
                <a16:creationId xmlns:a16="http://schemas.microsoft.com/office/drawing/2014/main" id="{AF32D689-E58A-4BAF-B30B-698FDCDCD741}"/>
              </a:ext>
            </a:extLst>
          </p:cNvPr>
          <p:cNvSpPr/>
          <p:nvPr/>
        </p:nvSpPr>
        <p:spPr>
          <a:xfrm>
            <a:off x="4788070" y="1845060"/>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2" name="Rechteck 291">
            <a:extLst>
              <a:ext uri="{FF2B5EF4-FFF2-40B4-BE49-F238E27FC236}">
                <a16:creationId xmlns:a16="http://schemas.microsoft.com/office/drawing/2014/main" id="{A4BA50DF-0D3C-48E4-9DD4-27A16384F288}"/>
              </a:ext>
            </a:extLst>
          </p:cNvPr>
          <p:cNvSpPr/>
          <p:nvPr/>
        </p:nvSpPr>
        <p:spPr>
          <a:xfrm>
            <a:off x="4932090" y="1845060"/>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3" name="Rechteck 292">
            <a:extLst>
              <a:ext uri="{FF2B5EF4-FFF2-40B4-BE49-F238E27FC236}">
                <a16:creationId xmlns:a16="http://schemas.microsoft.com/office/drawing/2014/main" id="{A77D56C8-AAD1-4C3F-932D-32682F183994}"/>
              </a:ext>
            </a:extLst>
          </p:cNvPr>
          <p:cNvSpPr/>
          <p:nvPr/>
        </p:nvSpPr>
        <p:spPr>
          <a:xfrm>
            <a:off x="5220130" y="1845060"/>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4" name="Rechteck 293">
            <a:extLst>
              <a:ext uri="{FF2B5EF4-FFF2-40B4-BE49-F238E27FC236}">
                <a16:creationId xmlns:a16="http://schemas.microsoft.com/office/drawing/2014/main" id="{2F1A50D6-E93B-4220-8532-DAE17819BC91}"/>
              </a:ext>
            </a:extLst>
          </p:cNvPr>
          <p:cNvSpPr/>
          <p:nvPr/>
        </p:nvSpPr>
        <p:spPr>
          <a:xfrm>
            <a:off x="4500030" y="1845060"/>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Tree>
    <p:extLst>
      <p:ext uri="{BB962C8B-B14F-4D97-AF65-F5344CB8AC3E}">
        <p14:creationId xmlns:p14="http://schemas.microsoft.com/office/powerpoint/2010/main" val="36080518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feil: nach rechts 9">
            <a:extLst>
              <a:ext uri="{FF2B5EF4-FFF2-40B4-BE49-F238E27FC236}">
                <a16:creationId xmlns:a16="http://schemas.microsoft.com/office/drawing/2014/main" id="{4BDCAEF0-B190-430D-82B0-67BF803A7169}"/>
              </a:ext>
            </a:extLst>
          </p:cNvPr>
          <p:cNvSpPr/>
          <p:nvPr/>
        </p:nvSpPr>
        <p:spPr>
          <a:xfrm>
            <a:off x="1547664" y="1304764"/>
            <a:ext cx="2664296" cy="540060"/>
          </a:xfrm>
          <a:prstGeom prst="rightArrow">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2" name="Titel 1"/>
          <p:cNvSpPr>
            <a:spLocks noGrp="1"/>
          </p:cNvSpPr>
          <p:nvPr>
            <p:ph type="title"/>
          </p:nvPr>
        </p:nvSpPr>
        <p:spPr/>
        <p:txBody>
          <a:bodyPr/>
          <a:lstStyle/>
          <a:p>
            <a:r>
              <a:rPr lang="en-US" dirty="0"/>
              <a:t>Table Expand</a:t>
            </a:r>
          </a:p>
        </p:txBody>
      </p:sp>
      <p:sp>
        <p:nvSpPr>
          <p:cNvPr id="4" name="Textplatzhalter 3"/>
          <p:cNvSpPr>
            <a:spLocks noGrp="1"/>
          </p:cNvSpPr>
          <p:nvPr>
            <p:ph type="body" sz="quarter" idx="16"/>
          </p:nvPr>
        </p:nvSpPr>
        <p:spPr/>
        <p:txBody>
          <a:bodyPr/>
          <a:lstStyle/>
          <a:p>
            <a:endParaRPr lang="en-US"/>
          </a:p>
        </p:txBody>
      </p:sp>
      <p:sp>
        <p:nvSpPr>
          <p:cNvPr id="122" name="Rechteck 121">
            <a:extLst>
              <a:ext uri="{FF2B5EF4-FFF2-40B4-BE49-F238E27FC236}">
                <a16:creationId xmlns:a16="http://schemas.microsoft.com/office/drawing/2014/main" id="{AFEC6875-81DB-43DF-832F-C9491F8CF8D6}"/>
              </a:ext>
            </a:extLst>
          </p:cNvPr>
          <p:cNvSpPr/>
          <p:nvPr/>
        </p:nvSpPr>
        <p:spPr>
          <a:xfrm>
            <a:off x="179512" y="7287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expand, table expand ignore case:</a:t>
            </a:r>
          </a:p>
        </p:txBody>
      </p:sp>
      <p:sp>
        <p:nvSpPr>
          <p:cNvPr id="134" name="Rechteck 133">
            <a:extLst>
              <a:ext uri="{FF2B5EF4-FFF2-40B4-BE49-F238E27FC236}">
                <a16:creationId xmlns:a16="http://schemas.microsoft.com/office/drawing/2014/main" id="{99EC6F07-C1C7-4965-BAFA-64B645475D99}"/>
              </a:ext>
            </a:extLst>
          </p:cNvPr>
          <p:cNvSpPr/>
          <p:nvPr/>
        </p:nvSpPr>
        <p:spPr>
          <a:xfrm>
            <a:off x="1115642" y="1196764"/>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5" name="Rechteck 134">
            <a:extLst>
              <a:ext uri="{FF2B5EF4-FFF2-40B4-BE49-F238E27FC236}">
                <a16:creationId xmlns:a16="http://schemas.microsoft.com/office/drawing/2014/main" id="{0F923D70-C94E-4E46-97D2-8A4709126D43}"/>
              </a:ext>
            </a:extLst>
          </p:cNvPr>
          <p:cNvSpPr/>
          <p:nvPr/>
        </p:nvSpPr>
        <p:spPr>
          <a:xfrm>
            <a:off x="683582" y="1196764"/>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7" name="Rechteck 136">
            <a:extLst>
              <a:ext uri="{FF2B5EF4-FFF2-40B4-BE49-F238E27FC236}">
                <a16:creationId xmlns:a16="http://schemas.microsoft.com/office/drawing/2014/main" id="{4F9F0AB8-5342-4CB2-8613-A4CC5AB97BF8}"/>
              </a:ext>
            </a:extLst>
          </p:cNvPr>
          <p:cNvSpPr/>
          <p:nvPr/>
        </p:nvSpPr>
        <p:spPr>
          <a:xfrm>
            <a:off x="179512" y="94473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(Parameter 1)</a:t>
            </a:r>
          </a:p>
        </p:txBody>
      </p:sp>
      <p:sp>
        <p:nvSpPr>
          <p:cNvPr id="138" name="Rechteck 137">
            <a:extLst>
              <a:ext uri="{FF2B5EF4-FFF2-40B4-BE49-F238E27FC236}">
                <a16:creationId xmlns:a16="http://schemas.microsoft.com/office/drawing/2014/main" id="{751E1465-A33C-43A0-B050-28954CED84C5}"/>
              </a:ext>
            </a:extLst>
          </p:cNvPr>
          <p:cNvSpPr/>
          <p:nvPr/>
        </p:nvSpPr>
        <p:spPr>
          <a:xfrm>
            <a:off x="2123782" y="321298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 </a:t>
            </a:r>
            <a:r>
              <a:rPr lang="en-US" sz="1000" dirty="0">
                <a:solidFill>
                  <a:schemeClr val="tx1"/>
                </a:solidFill>
              </a:rPr>
              <a:t>(Parameter 4)</a:t>
            </a:r>
          </a:p>
        </p:txBody>
      </p:sp>
      <p:sp>
        <p:nvSpPr>
          <p:cNvPr id="141" name="Rechteck 140">
            <a:extLst>
              <a:ext uri="{FF2B5EF4-FFF2-40B4-BE49-F238E27FC236}">
                <a16:creationId xmlns:a16="http://schemas.microsoft.com/office/drawing/2014/main" id="{BCD269B8-F29A-4F08-9F79-515CC183AA3E}"/>
              </a:ext>
            </a:extLst>
          </p:cNvPr>
          <p:cNvSpPr/>
          <p:nvPr/>
        </p:nvSpPr>
        <p:spPr>
          <a:xfrm>
            <a:off x="179512" y="1124754"/>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6" name="Rechteck 155">
            <a:extLst>
              <a:ext uri="{FF2B5EF4-FFF2-40B4-BE49-F238E27FC236}">
                <a16:creationId xmlns:a16="http://schemas.microsoft.com/office/drawing/2014/main" id="{4F28AD69-C0C4-42A0-B279-67E926FB193F}"/>
              </a:ext>
            </a:extLst>
          </p:cNvPr>
          <p:cNvSpPr/>
          <p:nvPr/>
        </p:nvSpPr>
        <p:spPr>
          <a:xfrm>
            <a:off x="179512" y="1196764"/>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7" name="Rechteck 156">
            <a:extLst>
              <a:ext uri="{FF2B5EF4-FFF2-40B4-BE49-F238E27FC236}">
                <a16:creationId xmlns:a16="http://schemas.microsoft.com/office/drawing/2014/main" id="{1B9A5EA3-9E8C-4127-A04B-0CDF80A30E8F}"/>
              </a:ext>
            </a:extLst>
          </p:cNvPr>
          <p:cNvSpPr/>
          <p:nvPr/>
        </p:nvSpPr>
        <p:spPr>
          <a:xfrm>
            <a:off x="6300244" y="4005064"/>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a:extLst>
              <a:ext uri="{FF2B5EF4-FFF2-40B4-BE49-F238E27FC236}">
                <a16:creationId xmlns:a16="http://schemas.microsoft.com/office/drawing/2014/main" id="{94D16803-F8CA-4E8D-A9C6-D9E5B16C3777}"/>
              </a:ext>
            </a:extLst>
          </p:cNvPr>
          <p:cNvSpPr/>
          <p:nvPr/>
        </p:nvSpPr>
        <p:spPr>
          <a:xfrm>
            <a:off x="4427988" y="4005064"/>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Destination column</a:t>
            </a:r>
          </a:p>
          <a:p>
            <a:r>
              <a:rPr lang="en-US" sz="1000" dirty="0">
                <a:solidFill>
                  <a:schemeClr val="tx1"/>
                </a:solidFill>
              </a:rPr>
              <a:t>(Parameter 3)</a:t>
            </a:r>
          </a:p>
        </p:txBody>
      </p:sp>
      <p:sp>
        <p:nvSpPr>
          <p:cNvPr id="159" name="Rechteck 158">
            <a:extLst>
              <a:ext uri="{FF2B5EF4-FFF2-40B4-BE49-F238E27FC236}">
                <a16:creationId xmlns:a16="http://schemas.microsoft.com/office/drawing/2014/main" id="{50E0F82E-1B86-4C8F-B859-3DB9B0C6DE37}"/>
              </a:ext>
            </a:extLst>
          </p:cNvPr>
          <p:cNvSpPr/>
          <p:nvPr/>
        </p:nvSpPr>
        <p:spPr>
          <a:xfrm>
            <a:off x="395542" y="1196764"/>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a:extLst>
              <a:ext uri="{FF2B5EF4-FFF2-40B4-BE49-F238E27FC236}">
                <a16:creationId xmlns:a16="http://schemas.microsoft.com/office/drawing/2014/main" id="{0EF2733F-B59C-4F3D-A99D-788946381A2C}"/>
              </a:ext>
            </a:extLst>
          </p:cNvPr>
          <p:cNvSpPr/>
          <p:nvPr/>
        </p:nvSpPr>
        <p:spPr>
          <a:xfrm>
            <a:off x="4283968" y="3392996"/>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a:extLst>
              <a:ext uri="{FF2B5EF4-FFF2-40B4-BE49-F238E27FC236}">
                <a16:creationId xmlns:a16="http://schemas.microsoft.com/office/drawing/2014/main" id="{5820EFAD-AE4C-4A8F-B295-9D836F6E4D73}"/>
              </a:ext>
            </a:extLst>
          </p:cNvPr>
          <p:cNvSpPr/>
          <p:nvPr/>
        </p:nvSpPr>
        <p:spPr>
          <a:xfrm>
            <a:off x="4427988" y="3392996"/>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Input column</a:t>
            </a:r>
            <a:br>
              <a:rPr lang="en-US" sz="1000" dirty="0">
                <a:solidFill>
                  <a:schemeClr val="tx1"/>
                </a:solidFill>
              </a:rPr>
            </a:br>
            <a:r>
              <a:rPr lang="en-US" sz="1000" dirty="0">
                <a:solidFill>
                  <a:schemeClr val="tx1"/>
                </a:solidFill>
              </a:rPr>
              <a:t>(Parameter 2)</a:t>
            </a:r>
          </a:p>
        </p:txBody>
      </p:sp>
      <p:cxnSp>
        <p:nvCxnSpPr>
          <p:cNvPr id="163" name="Gerade Verbindung 374">
            <a:extLst>
              <a:ext uri="{FF2B5EF4-FFF2-40B4-BE49-F238E27FC236}">
                <a16:creationId xmlns:a16="http://schemas.microsoft.com/office/drawing/2014/main" id="{169279B9-8516-4BF1-ACA7-3DB7F7DE3BA0}"/>
              </a:ext>
            </a:extLst>
          </p:cNvPr>
          <p:cNvCxnSpPr/>
          <p:nvPr/>
        </p:nvCxnSpPr>
        <p:spPr>
          <a:xfrm>
            <a:off x="179512" y="1196764"/>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64" name="Rechteck 163">
            <a:extLst>
              <a:ext uri="{FF2B5EF4-FFF2-40B4-BE49-F238E27FC236}">
                <a16:creationId xmlns:a16="http://schemas.microsoft.com/office/drawing/2014/main" id="{6097927B-CA28-4EDA-9644-1C2D867F13EF}"/>
              </a:ext>
            </a:extLst>
          </p:cNvPr>
          <p:cNvSpPr/>
          <p:nvPr/>
        </p:nvSpPr>
        <p:spPr>
          <a:xfrm>
            <a:off x="4283968" y="4005064"/>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a:extLst>
              <a:ext uri="{FF2B5EF4-FFF2-40B4-BE49-F238E27FC236}">
                <a16:creationId xmlns:a16="http://schemas.microsoft.com/office/drawing/2014/main" id="{1768A519-EC63-40F9-8232-880245B6594E}"/>
              </a:ext>
            </a:extLst>
          </p:cNvPr>
          <p:cNvSpPr/>
          <p:nvPr/>
        </p:nvSpPr>
        <p:spPr>
          <a:xfrm>
            <a:off x="6444264" y="4005064"/>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Output column</a:t>
            </a:r>
          </a:p>
          <a:p>
            <a:r>
              <a:rPr lang="en-US" sz="1000" dirty="0">
                <a:solidFill>
                  <a:schemeClr val="tx1"/>
                </a:solidFill>
              </a:rPr>
              <a:t>(Parameter 6)</a:t>
            </a:r>
          </a:p>
        </p:txBody>
      </p:sp>
      <p:sp>
        <p:nvSpPr>
          <p:cNvPr id="166" name="Rechteck 165">
            <a:extLst>
              <a:ext uri="{FF2B5EF4-FFF2-40B4-BE49-F238E27FC236}">
                <a16:creationId xmlns:a16="http://schemas.microsoft.com/office/drawing/2014/main" id="{E865BB97-E3C9-45A0-80EA-144E359A51AD}"/>
              </a:ext>
            </a:extLst>
          </p:cNvPr>
          <p:cNvSpPr/>
          <p:nvPr/>
        </p:nvSpPr>
        <p:spPr>
          <a:xfrm>
            <a:off x="6300244" y="3392996"/>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7" name="Rechteck 166">
            <a:extLst>
              <a:ext uri="{FF2B5EF4-FFF2-40B4-BE49-F238E27FC236}">
                <a16:creationId xmlns:a16="http://schemas.microsoft.com/office/drawing/2014/main" id="{03709FE2-2158-4A6E-87A0-69C79B97EB82}"/>
              </a:ext>
            </a:extLst>
          </p:cNvPr>
          <p:cNvSpPr/>
          <p:nvPr/>
        </p:nvSpPr>
        <p:spPr>
          <a:xfrm>
            <a:off x="6444264" y="3392996"/>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Search column</a:t>
            </a:r>
          </a:p>
          <a:p>
            <a:r>
              <a:rPr lang="en-US" sz="1000" dirty="0">
                <a:solidFill>
                  <a:schemeClr val="tx1"/>
                </a:solidFill>
              </a:rPr>
              <a:t>(Parameter 5)</a:t>
            </a:r>
          </a:p>
        </p:txBody>
      </p:sp>
      <p:sp>
        <p:nvSpPr>
          <p:cNvPr id="168" name="Pfeil nach rechts 16">
            <a:extLst>
              <a:ext uri="{FF2B5EF4-FFF2-40B4-BE49-F238E27FC236}">
                <a16:creationId xmlns:a16="http://schemas.microsoft.com/office/drawing/2014/main" id="{EE88AECB-9EAE-4188-A786-F61699A49F9C}"/>
              </a:ext>
            </a:extLst>
          </p:cNvPr>
          <p:cNvSpPr/>
          <p:nvPr/>
        </p:nvSpPr>
        <p:spPr>
          <a:xfrm flipH="1">
            <a:off x="5724164" y="4221094"/>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9" name="Pfeil nach links und rechts 17">
            <a:extLst>
              <a:ext uri="{FF2B5EF4-FFF2-40B4-BE49-F238E27FC236}">
                <a16:creationId xmlns:a16="http://schemas.microsoft.com/office/drawing/2014/main" id="{74948164-BAA3-40AF-B12B-A5CDD12954CD}"/>
              </a:ext>
            </a:extLst>
          </p:cNvPr>
          <p:cNvSpPr/>
          <p:nvPr/>
        </p:nvSpPr>
        <p:spPr>
          <a:xfrm>
            <a:off x="5724164" y="3537016"/>
            <a:ext cx="360050" cy="216030"/>
          </a:xfrm>
          <a:prstGeom prst="lef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a:extLst>
              <a:ext uri="{FF2B5EF4-FFF2-40B4-BE49-F238E27FC236}">
                <a16:creationId xmlns:a16="http://schemas.microsoft.com/office/drawing/2014/main" id="{5AA15E8D-ED3C-4F0F-A594-6C5D34CB9180}"/>
              </a:ext>
            </a:extLst>
          </p:cNvPr>
          <p:cNvSpPr/>
          <p:nvPr/>
        </p:nvSpPr>
        <p:spPr>
          <a:xfrm>
            <a:off x="6300076" y="4653136"/>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1" name="Rechteck 170">
            <a:extLst>
              <a:ext uri="{FF2B5EF4-FFF2-40B4-BE49-F238E27FC236}">
                <a16:creationId xmlns:a16="http://schemas.microsoft.com/office/drawing/2014/main" id="{5B6EFA20-CCBB-4CAB-8B66-9C67D67C40FA}"/>
              </a:ext>
            </a:extLst>
          </p:cNvPr>
          <p:cNvSpPr/>
          <p:nvPr/>
        </p:nvSpPr>
        <p:spPr>
          <a:xfrm>
            <a:off x="6444096" y="4653136"/>
            <a:ext cx="122423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Counter column</a:t>
            </a:r>
          </a:p>
          <a:p>
            <a:r>
              <a:rPr lang="en-US" sz="1000" dirty="0">
                <a:solidFill>
                  <a:schemeClr val="tx1"/>
                </a:solidFill>
              </a:rPr>
              <a:t>(Parameter 9)</a:t>
            </a:r>
          </a:p>
          <a:p>
            <a:r>
              <a:rPr lang="en-US" sz="1000" dirty="0">
                <a:solidFill>
                  <a:schemeClr val="tx1"/>
                </a:solidFill>
              </a:rPr>
              <a:t>optional</a:t>
            </a:r>
          </a:p>
        </p:txBody>
      </p:sp>
      <p:sp>
        <p:nvSpPr>
          <p:cNvPr id="172" name="Rechteck 171">
            <a:extLst>
              <a:ext uri="{FF2B5EF4-FFF2-40B4-BE49-F238E27FC236}">
                <a16:creationId xmlns:a16="http://schemas.microsoft.com/office/drawing/2014/main" id="{18363F7A-F9C1-4D22-9D01-7E6E77584009}"/>
              </a:ext>
            </a:extLst>
          </p:cNvPr>
          <p:cNvSpPr/>
          <p:nvPr/>
        </p:nvSpPr>
        <p:spPr>
          <a:xfrm>
            <a:off x="5507988" y="378904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Compared</a:t>
            </a:r>
          </a:p>
        </p:txBody>
      </p:sp>
      <p:sp>
        <p:nvSpPr>
          <p:cNvPr id="173" name="Rechteck 172">
            <a:extLst>
              <a:ext uri="{FF2B5EF4-FFF2-40B4-BE49-F238E27FC236}">
                <a16:creationId xmlns:a16="http://schemas.microsoft.com/office/drawing/2014/main" id="{B8085AC4-E073-419C-9517-9C50BB3A5216}"/>
              </a:ext>
            </a:extLst>
          </p:cNvPr>
          <p:cNvSpPr/>
          <p:nvPr/>
        </p:nvSpPr>
        <p:spPr>
          <a:xfrm>
            <a:off x="5507988" y="4473088"/>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Transferred</a:t>
            </a:r>
          </a:p>
        </p:txBody>
      </p:sp>
      <p:sp>
        <p:nvSpPr>
          <p:cNvPr id="174" name="Rechteck 173">
            <a:extLst>
              <a:ext uri="{FF2B5EF4-FFF2-40B4-BE49-F238E27FC236}">
                <a16:creationId xmlns:a16="http://schemas.microsoft.com/office/drawing/2014/main" id="{1DA5BD6A-8336-4DD0-BA9B-FBAD5996A61E}"/>
              </a:ext>
            </a:extLst>
          </p:cNvPr>
          <p:cNvSpPr/>
          <p:nvPr/>
        </p:nvSpPr>
        <p:spPr>
          <a:xfrm>
            <a:off x="4211960" y="321297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a:t>
            </a:r>
          </a:p>
        </p:txBody>
      </p:sp>
      <p:sp>
        <p:nvSpPr>
          <p:cNvPr id="175" name="Rechteck 174">
            <a:extLst>
              <a:ext uri="{FF2B5EF4-FFF2-40B4-BE49-F238E27FC236}">
                <a16:creationId xmlns:a16="http://schemas.microsoft.com/office/drawing/2014/main" id="{2EE0F3E6-3012-4885-B076-25EC38A34306}"/>
              </a:ext>
            </a:extLst>
          </p:cNvPr>
          <p:cNvSpPr/>
          <p:nvPr/>
        </p:nvSpPr>
        <p:spPr>
          <a:xfrm>
            <a:off x="6264188" y="321297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a:t>
            </a:r>
          </a:p>
        </p:txBody>
      </p:sp>
      <p:sp>
        <p:nvSpPr>
          <p:cNvPr id="176" name="Ellipse 175">
            <a:extLst>
              <a:ext uri="{FF2B5EF4-FFF2-40B4-BE49-F238E27FC236}">
                <a16:creationId xmlns:a16="http://schemas.microsoft.com/office/drawing/2014/main" id="{7F598BD8-626F-4959-82B4-90CF68905D9E}"/>
              </a:ext>
            </a:extLst>
          </p:cNvPr>
          <p:cNvSpPr/>
          <p:nvPr/>
        </p:nvSpPr>
        <p:spPr>
          <a:xfrm>
            <a:off x="5832140" y="4725144"/>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000" dirty="0">
                <a:solidFill>
                  <a:schemeClr val="tx1"/>
                </a:solidFill>
              </a:rPr>
              <a:t>+1</a:t>
            </a:r>
          </a:p>
        </p:txBody>
      </p:sp>
      <p:sp>
        <p:nvSpPr>
          <p:cNvPr id="177" name="Rechteck 176">
            <a:extLst>
              <a:ext uri="{FF2B5EF4-FFF2-40B4-BE49-F238E27FC236}">
                <a16:creationId xmlns:a16="http://schemas.microsoft.com/office/drawing/2014/main" id="{A209E512-58BF-44DE-B345-E171E2D5D3F0}"/>
              </a:ext>
            </a:extLst>
          </p:cNvPr>
          <p:cNvSpPr/>
          <p:nvPr/>
        </p:nvSpPr>
        <p:spPr>
          <a:xfrm>
            <a:off x="3707948" y="3465006"/>
            <a:ext cx="72010" cy="133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a:extLst>
              <a:ext uri="{FF2B5EF4-FFF2-40B4-BE49-F238E27FC236}">
                <a16:creationId xmlns:a16="http://schemas.microsoft.com/office/drawing/2014/main" id="{62EEEADB-13BD-4EE9-A65F-A9D78D128025}"/>
              </a:ext>
            </a:extLst>
          </p:cNvPr>
          <p:cNvSpPr/>
          <p:nvPr/>
        </p:nvSpPr>
        <p:spPr>
          <a:xfrm>
            <a:off x="2699808" y="3465006"/>
            <a:ext cx="14402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a:extLst>
              <a:ext uri="{FF2B5EF4-FFF2-40B4-BE49-F238E27FC236}">
                <a16:creationId xmlns:a16="http://schemas.microsoft.com/office/drawing/2014/main" id="{A06ED8FA-356E-4CA7-B9D4-4BC7A3523B77}"/>
              </a:ext>
            </a:extLst>
          </p:cNvPr>
          <p:cNvSpPr/>
          <p:nvPr/>
        </p:nvSpPr>
        <p:spPr>
          <a:xfrm>
            <a:off x="2915838" y="3465006"/>
            <a:ext cx="28804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a:extLst>
              <a:ext uri="{FF2B5EF4-FFF2-40B4-BE49-F238E27FC236}">
                <a16:creationId xmlns:a16="http://schemas.microsoft.com/office/drawing/2014/main" id="{012934D5-1F16-4B77-A1D0-237641CA5AA3}"/>
              </a:ext>
            </a:extLst>
          </p:cNvPr>
          <p:cNvSpPr/>
          <p:nvPr/>
        </p:nvSpPr>
        <p:spPr>
          <a:xfrm>
            <a:off x="2123728" y="3392996"/>
            <a:ext cx="1800250" cy="1404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1" name="Rechteck 180">
            <a:extLst>
              <a:ext uri="{FF2B5EF4-FFF2-40B4-BE49-F238E27FC236}">
                <a16:creationId xmlns:a16="http://schemas.microsoft.com/office/drawing/2014/main" id="{E1EE5C10-E173-4B4C-9F3E-ED4EC385DF88}"/>
              </a:ext>
            </a:extLst>
          </p:cNvPr>
          <p:cNvSpPr/>
          <p:nvPr/>
        </p:nvSpPr>
        <p:spPr>
          <a:xfrm>
            <a:off x="2123728" y="3465006"/>
            <a:ext cx="1800250" cy="1332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2" name="Rechteck 181">
            <a:extLst>
              <a:ext uri="{FF2B5EF4-FFF2-40B4-BE49-F238E27FC236}">
                <a16:creationId xmlns:a16="http://schemas.microsoft.com/office/drawing/2014/main" id="{8CEC805B-2426-4E3B-8484-B71210502F9E}"/>
              </a:ext>
            </a:extLst>
          </p:cNvPr>
          <p:cNvSpPr/>
          <p:nvPr/>
        </p:nvSpPr>
        <p:spPr>
          <a:xfrm>
            <a:off x="2267748" y="3465006"/>
            <a:ext cx="144020" cy="13321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83" name="Gerade Verbindung 77">
            <a:extLst>
              <a:ext uri="{FF2B5EF4-FFF2-40B4-BE49-F238E27FC236}">
                <a16:creationId xmlns:a16="http://schemas.microsoft.com/office/drawing/2014/main" id="{C45AD611-0A42-4E1A-BC94-8E82C3B03145}"/>
              </a:ext>
            </a:extLst>
          </p:cNvPr>
          <p:cNvCxnSpPr/>
          <p:nvPr/>
        </p:nvCxnSpPr>
        <p:spPr>
          <a:xfrm>
            <a:off x="2123728" y="3465006"/>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84" name="Rechteck 183">
            <a:extLst>
              <a:ext uri="{FF2B5EF4-FFF2-40B4-BE49-F238E27FC236}">
                <a16:creationId xmlns:a16="http://schemas.microsoft.com/office/drawing/2014/main" id="{A41728DB-D4E7-4BEA-A959-4EEB474E05C3}"/>
              </a:ext>
            </a:extLst>
          </p:cNvPr>
          <p:cNvSpPr/>
          <p:nvPr/>
        </p:nvSpPr>
        <p:spPr>
          <a:xfrm>
            <a:off x="2123728" y="4329126"/>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5" name="Rechteck 184">
            <a:extLst>
              <a:ext uri="{FF2B5EF4-FFF2-40B4-BE49-F238E27FC236}">
                <a16:creationId xmlns:a16="http://schemas.microsoft.com/office/drawing/2014/main" id="{3D0C45B3-22E6-4D4E-AB24-5DE16B578860}"/>
              </a:ext>
            </a:extLst>
          </p:cNvPr>
          <p:cNvSpPr/>
          <p:nvPr/>
        </p:nvSpPr>
        <p:spPr>
          <a:xfrm>
            <a:off x="2699828" y="4329126"/>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6" name="Rechteck 185">
            <a:extLst>
              <a:ext uri="{FF2B5EF4-FFF2-40B4-BE49-F238E27FC236}">
                <a16:creationId xmlns:a16="http://schemas.microsoft.com/office/drawing/2014/main" id="{E613CB78-5EB9-4162-988F-60F826482AB4}"/>
              </a:ext>
            </a:extLst>
          </p:cNvPr>
          <p:cNvSpPr/>
          <p:nvPr/>
        </p:nvSpPr>
        <p:spPr>
          <a:xfrm>
            <a:off x="2915838" y="4329126"/>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a:extLst>
              <a:ext uri="{FF2B5EF4-FFF2-40B4-BE49-F238E27FC236}">
                <a16:creationId xmlns:a16="http://schemas.microsoft.com/office/drawing/2014/main" id="{E09983E2-94A6-4CE0-8FAD-CC4CC2AB4E12}"/>
              </a:ext>
            </a:extLst>
          </p:cNvPr>
          <p:cNvSpPr/>
          <p:nvPr/>
        </p:nvSpPr>
        <p:spPr>
          <a:xfrm>
            <a:off x="3059878" y="4329126"/>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a:extLst>
              <a:ext uri="{FF2B5EF4-FFF2-40B4-BE49-F238E27FC236}">
                <a16:creationId xmlns:a16="http://schemas.microsoft.com/office/drawing/2014/main" id="{2C8CC332-ADDF-43D4-96DB-B5A308A810A8}"/>
              </a:ext>
            </a:extLst>
          </p:cNvPr>
          <p:cNvSpPr/>
          <p:nvPr/>
        </p:nvSpPr>
        <p:spPr>
          <a:xfrm>
            <a:off x="2267748" y="4329126"/>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a:extLst>
              <a:ext uri="{FF2B5EF4-FFF2-40B4-BE49-F238E27FC236}">
                <a16:creationId xmlns:a16="http://schemas.microsoft.com/office/drawing/2014/main" id="{037C651A-4C64-4BBA-B934-B41C11FC4407}"/>
              </a:ext>
            </a:extLst>
          </p:cNvPr>
          <p:cNvSpPr/>
          <p:nvPr/>
        </p:nvSpPr>
        <p:spPr>
          <a:xfrm>
            <a:off x="3707948" y="4329126"/>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a:extLst>
              <a:ext uri="{FF2B5EF4-FFF2-40B4-BE49-F238E27FC236}">
                <a16:creationId xmlns:a16="http://schemas.microsoft.com/office/drawing/2014/main" id="{61803318-E801-4F5D-8ACD-58465B2F3281}"/>
              </a:ext>
            </a:extLst>
          </p:cNvPr>
          <p:cNvSpPr/>
          <p:nvPr/>
        </p:nvSpPr>
        <p:spPr>
          <a:xfrm>
            <a:off x="5508104" y="4977172"/>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per match</a:t>
            </a:r>
          </a:p>
        </p:txBody>
      </p:sp>
      <p:sp>
        <p:nvSpPr>
          <p:cNvPr id="193" name="Rechteck 192">
            <a:extLst>
              <a:ext uri="{FF2B5EF4-FFF2-40B4-BE49-F238E27FC236}">
                <a16:creationId xmlns:a16="http://schemas.microsoft.com/office/drawing/2014/main" id="{5E12509A-6D63-4707-9F09-CCDDF1662FFD}"/>
              </a:ext>
            </a:extLst>
          </p:cNvPr>
          <p:cNvSpPr/>
          <p:nvPr/>
        </p:nvSpPr>
        <p:spPr>
          <a:xfrm>
            <a:off x="179512" y="14847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94" name="Rechteck 193">
            <a:extLst>
              <a:ext uri="{FF2B5EF4-FFF2-40B4-BE49-F238E27FC236}">
                <a16:creationId xmlns:a16="http://schemas.microsoft.com/office/drawing/2014/main" id="{C215D82F-634F-46B3-9E8D-A478CC315DAD}"/>
              </a:ext>
            </a:extLst>
          </p:cNvPr>
          <p:cNvSpPr/>
          <p:nvPr/>
        </p:nvSpPr>
        <p:spPr>
          <a:xfrm>
            <a:off x="68358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a:extLst>
              <a:ext uri="{FF2B5EF4-FFF2-40B4-BE49-F238E27FC236}">
                <a16:creationId xmlns:a16="http://schemas.microsoft.com/office/drawing/2014/main" id="{72C47333-4424-4FAE-A9A7-2239BC394864}"/>
              </a:ext>
            </a:extLst>
          </p:cNvPr>
          <p:cNvSpPr/>
          <p:nvPr/>
        </p:nvSpPr>
        <p:spPr>
          <a:xfrm>
            <a:off x="82760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a:extLst>
              <a:ext uri="{FF2B5EF4-FFF2-40B4-BE49-F238E27FC236}">
                <a16:creationId xmlns:a16="http://schemas.microsoft.com/office/drawing/2014/main" id="{0A16E716-1BAA-4228-9A17-ABAB753A988B}"/>
              </a:ext>
            </a:extLst>
          </p:cNvPr>
          <p:cNvSpPr/>
          <p:nvPr/>
        </p:nvSpPr>
        <p:spPr>
          <a:xfrm>
            <a:off x="111564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a:extLst>
              <a:ext uri="{FF2B5EF4-FFF2-40B4-BE49-F238E27FC236}">
                <a16:creationId xmlns:a16="http://schemas.microsoft.com/office/drawing/2014/main" id="{C1FB8B5F-9D4D-48BE-A9CA-5010FF4C59E3}"/>
              </a:ext>
            </a:extLst>
          </p:cNvPr>
          <p:cNvSpPr/>
          <p:nvPr/>
        </p:nvSpPr>
        <p:spPr>
          <a:xfrm>
            <a:off x="395542" y="148479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a:extLst>
              <a:ext uri="{FF2B5EF4-FFF2-40B4-BE49-F238E27FC236}">
                <a16:creationId xmlns:a16="http://schemas.microsoft.com/office/drawing/2014/main" id="{198EF2F4-5CA3-44FA-A117-E96BC06E32B1}"/>
              </a:ext>
            </a:extLst>
          </p:cNvPr>
          <p:cNvSpPr/>
          <p:nvPr/>
        </p:nvSpPr>
        <p:spPr>
          <a:xfrm>
            <a:off x="179512" y="1844824"/>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99" name="Rechteck 198">
            <a:extLst>
              <a:ext uri="{FF2B5EF4-FFF2-40B4-BE49-F238E27FC236}">
                <a16:creationId xmlns:a16="http://schemas.microsoft.com/office/drawing/2014/main" id="{DA9320D0-254B-43FD-A829-40C55B6EBD50}"/>
              </a:ext>
            </a:extLst>
          </p:cNvPr>
          <p:cNvSpPr/>
          <p:nvPr/>
        </p:nvSpPr>
        <p:spPr>
          <a:xfrm>
            <a:off x="683582"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0" name="Rechteck 199">
            <a:extLst>
              <a:ext uri="{FF2B5EF4-FFF2-40B4-BE49-F238E27FC236}">
                <a16:creationId xmlns:a16="http://schemas.microsoft.com/office/drawing/2014/main" id="{AA3F9C46-8C50-4B76-A02A-AF6362D82F80}"/>
              </a:ext>
            </a:extLst>
          </p:cNvPr>
          <p:cNvSpPr/>
          <p:nvPr/>
        </p:nvSpPr>
        <p:spPr>
          <a:xfrm>
            <a:off x="827602"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1" name="Rechteck 200">
            <a:extLst>
              <a:ext uri="{FF2B5EF4-FFF2-40B4-BE49-F238E27FC236}">
                <a16:creationId xmlns:a16="http://schemas.microsoft.com/office/drawing/2014/main" id="{64B61C5C-38B8-40D4-89A1-4A5F9DE2DD03}"/>
              </a:ext>
            </a:extLst>
          </p:cNvPr>
          <p:cNvSpPr/>
          <p:nvPr/>
        </p:nvSpPr>
        <p:spPr>
          <a:xfrm>
            <a:off x="1115642"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2" name="Rechteck 201">
            <a:extLst>
              <a:ext uri="{FF2B5EF4-FFF2-40B4-BE49-F238E27FC236}">
                <a16:creationId xmlns:a16="http://schemas.microsoft.com/office/drawing/2014/main" id="{CD1F8F33-050F-47F8-8E9B-5F4D003DD13D}"/>
              </a:ext>
            </a:extLst>
          </p:cNvPr>
          <p:cNvSpPr/>
          <p:nvPr/>
        </p:nvSpPr>
        <p:spPr>
          <a:xfrm>
            <a:off x="395542" y="1844824"/>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4" name="Rechteck 203">
            <a:extLst>
              <a:ext uri="{FF2B5EF4-FFF2-40B4-BE49-F238E27FC236}">
                <a16:creationId xmlns:a16="http://schemas.microsoft.com/office/drawing/2014/main" id="{93E36FFA-641D-4FAB-91F2-FECE2FF223FC}"/>
              </a:ext>
            </a:extLst>
          </p:cNvPr>
          <p:cNvSpPr/>
          <p:nvPr/>
        </p:nvSpPr>
        <p:spPr>
          <a:xfrm>
            <a:off x="2123728" y="4905164"/>
            <a:ext cx="345638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During the lookup call:</a:t>
            </a:r>
          </a:p>
          <a:p>
            <a:r>
              <a:rPr lang="en-US" sz="800" dirty="0">
                <a:solidFill>
                  <a:schemeClr val="tx1"/>
                </a:solidFill>
              </a:rPr>
              <a:t>If the target table contains the same values in the input column</a:t>
            </a:r>
          </a:p>
          <a:p>
            <a:r>
              <a:rPr lang="en-US" sz="800" dirty="0">
                <a:solidFill>
                  <a:schemeClr val="tx1"/>
                </a:solidFill>
                <a:sym typeface="Wingdings" panose="05000000000000000000" pitchFamily="2" charset="2"/>
              </a:rPr>
              <a:t>again, then the same entry in the lookup table will be retrieved again.</a:t>
            </a:r>
          </a:p>
        </p:txBody>
      </p:sp>
      <p:grpSp>
        <p:nvGrpSpPr>
          <p:cNvPr id="206" name="Gruppieren 205">
            <a:extLst>
              <a:ext uri="{FF2B5EF4-FFF2-40B4-BE49-F238E27FC236}">
                <a16:creationId xmlns:a16="http://schemas.microsoft.com/office/drawing/2014/main" id="{6AF318DA-7D60-41B6-AD79-4C0EFB760396}"/>
              </a:ext>
            </a:extLst>
          </p:cNvPr>
          <p:cNvGrpSpPr/>
          <p:nvPr/>
        </p:nvGrpSpPr>
        <p:grpSpPr>
          <a:xfrm>
            <a:off x="2051720" y="1556792"/>
            <a:ext cx="1404156" cy="1584176"/>
            <a:chOff x="539552" y="3068960"/>
            <a:chExt cx="1404156" cy="1584176"/>
          </a:xfrm>
        </p:grpSpPr>
        <p:sp>
          <p:nvSpPr>
            <p:cNvPr id="207" name="Rechteck: abgerundete Ecken 206">
              <a:extLst>
                <a:ext uri="{FF2B5EF4-FFF2-40B4-BE49-F238E27FC236}">
                  <a16:creationId xmlns:a16="http://schemas.microsoft.com/office/drawing/2014/main" id="{8B3D00C6-1E84-4C64-8F8D-B37D7BA49085}"/>
                </a:ext>
              </a:extLst>
            </p:cNvPr>
            <p:cNvSpPr/>
            <p:nvPr/>
          </p:nvSpPr>
          <p:spPr>
            <a:xfrm>
              <a:off x="539552" y="3068960"/>
              <a:ext cx="1404156" cy="864096"/>
            </a:xfrm>
            <a:prstGeom prst="roundRect">
              <a:avLst>
                <a:gd name="adj" fmla="val 8367"/>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208" name="Rechteck 207">
              <a:extLst>
                <a:ext uri="{FF2B5EF4-FFF2-40B4-BE49-F238E27FC236}">
                  <a16:creationId xmlns:a16="http://schemas.microsoft.com/office/drawing/2014/main" id="{96CDEEDF-DC2C-4203-A14E-69E51AE0C275}"/>
                </a:ext>
              </a:extLst>
            </p:cNvPr>
            <p:cNvSpPr/>
            <p:nvPr/>
          </p:nvSpPr>
          <p:spPr>
            <a:xfrm>
              <a:off x="575522" y="3140968"/>
              <a:ext cx="1224170" cy="10801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9" name="Rechteck 208">
              <a:extLst>
                <a:ext uri="{FF2B5EF4-FFF2-40B4-BE49-F238E27FC236}">
                  <a16:creationId xmlns:a16="http://schemas.microsoft.com/office/drawing/2014/main" id="{7A1FA07F-A7DB-4934-9910-84A31A4D0EC6}"/>
                </a:ext>
              </a:extLst>
            </p:cNvPr>
            <p:cNvSpPr/>
            <p:nvPr/>
          </p:nvSpPr>
          <p:spPr>
            <a:xfrm>
              <a:off x="107959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a:extLst>
                <a:ext uri="{FF2B5EF4-FFF2-40B4-BE49-F238E27FC236}">
                  <a16:creationId xmlns:a16="http://schemas.microsoft.com/office/drawing/2014/main" id="{30DA08AF-C1DB-438C-8CE6-2E45ACB2165B}"/>
                </a:ext>
              </a:extLst>
            </p:cNvPr>
            <p:cNvSpPr/>
            <p:nvPr/>
          </p:nvSpPr>
          <p:spPr>
            <a:xfrm>
              <a:off x="122361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a:extLst>
                <a:ext uri="{FF2B5EF4-FFF2-40B4-BE49-F238E27FC236}">
                  <a16:creationId xmlns:a16="http://schemas.microsoft.com/office/drawing/2014/main" id="{79220C4F-B6C0-499F-A8EA-CEE11647C036}"/>
                </a:ext>
              </a:extLst>
            </p:cNvPr>
            <p:cNvSpPr/>
            <p:nvPr/>
          </p:nvSpPr>
          <p:spPr>
            <a:xfrm>
              <a:off x="151165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2" name="Rechteck 211">
              <a:extLst>
                <a:ext uri="{FF2B5EF4-FFF2-40B4-BE49-F238E27FC236}">
                  <a16:creationId xmlns:a16="http://schemas.microsoft.com/office/drawing/2014/main" id="{3FA5C7F5-5809-457F-B3AB-AC90476F7063}"/>
                </a:ext>
              </a:extLst>
            </p:cNvPr>
            <p:cNvSpPr/>
            <p:nvPr/>
          </p:nvSpPr>
          <p:spPr>
            <a:xfrm>
              <a:off x="791552" y="3140968"/>
              <a:ext cx="144000" cy="108012"/>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3" name="Flussdiagramm: Zusammenführung 212">
              <a:extLst>
                <a:ext uri="{FF2B5EF4-FFF2-40B4-BE49-F238E27FC236}">
                  <a16:creationId xmlns:a16="http://schemas.microsoft.com/office/drawing/2014/main" id="{7712FBAD-C4A5-4EBA-9ED9-2BF97B1BC548}"/>
                </a:ext>
              </a:extLst>
            </p:cNvPr>
            <p:cNvSpPr/>
            <p:nvPr/>
          </p:nvSpPr>
          <p:spPr>
            <a:xfrm>
              <a:off x="1331640" y="3429032"/>
              <a:ext cx="288000" cy="288000"/>
            </a:xfrm>
            <a:prstGeom prst="flowChartSummingJunction">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4" name="Rechteck 213">
              <a:extLst>
                <a:ext uri="{FF2B5EF4-FFF2-40B4-BE49-F238E27FC236}">
                  <a16:creationId xmlns:a16="http://schemas.microsoft.com/office/drawing/2014/main" id="{D7B3C16A-E835-4214-A75A-FFE2F2E7D133}"/>
                </a:ext>
              </a:extLst>
            </p:cNvPr>
            <p:cNvSpPr/>
            <p:nvPr/>
          </p:nvSpPr>
          <p:spPr>
            <a:xfrm>
              <a:off x="611560" y="360902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operation</a:t>
              </a:r>
            </a:p>
          </p:txBody>
        </p:sp>
        <p:cxnSp>
          <p:nvCxnSpPr>
            <p:cNvPr id="215" name="Gerade Verbindung mit Pfeil 214">
              <a:extLst>
                <a:ext uri="{FF2B5EF4-FFF2-40B4-BE49-F238E27FC236}">
                  <a16:creationId xmlns:a16="http://schemas.microsoft.com/office/drawing/2014/main" id="{51E31393-2AB6-45D3-8860-F70C96CEBC80}"/>
                </a:ext>
              </a:extLst>
            </p:cNvPr>
            <p:cNvCxnSpPr>
              <a:cxnSpLocks/>
            </p:cNvCxnSpPr>
            <p:nvPr/>
          </p:nvCxnSpPr>
          <p:spPr>
            <a:xfrm>
              <a:off x="1475656" y="3717032"/>
              <a:ext cx="0" cy="936104"/>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Gerade Verbindung mit Pfeil 215">
              <a:extLst>
                <a:ext uri="{FF2B5EF4-FFF2-40B4-BE49-F238E27FC236}">
                  <a16:creationId xmlns:a16="http://schemas.microsoft.com/office/drawing/2014/main" id="{64D1C782-806C-4F02-A3A1-CFE6E8C87087}"/>
                </a:ext>
              </a:extLst>
            </p:cNvPr>
            <p:cNvCxnSpPr>
              <a:cxnSpLocks/>
              <a:stCxn id="213" idx="0"/>
            </p:cNvCxnSpPr>
            <p:nvPr/>
          </p:nvCxnSpPr>
          <p:spPr>
            <a:xfrm flipV="1">
              <a:off x="1475640" y="3248980"/>
              <a:ext cx="0" cy="18005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Gerade Verbindung mit Pfeil 216">
              <a:extLst>
                <a:ext uri="{FF2B5EF4-FFF2-40B4-BE49-F238E27FC236}">
                  <a16:creationId xmlns:a16="http://schemas.microsoft.com/office/drawing/2014/main" id="{99907A82-6C12-4BFC-A089-5F71B32DDF4C}"/>
                </a:ext>
              </a:extLst>
            </p:cNvPr>
            <p:cNvCxnSpPr>
              <a:cxnSpLocks/>
            </p:cNvCxnSpPr>
            <p:nvPr/>
          </p:nvCxnSpPr>
          <p:spPr>
            <a:xfrm>
              <a:off x="1115616" y="3573032"/>
              <a:ext cx="2160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Gerade Verbindung mit Pfeil 217">
              <a:extLst>
                <a:ext uri="{FF2B5EF4-FFF2-40B4-BE49-F238E27FC236}">
                  <a16:creationId xmlns:a16="http://schemas.microsoft.com/office/drawing/2014/main" id="{A1A074DB-5C06-4381-81A4-D675232FD400}"/>
                </a:ext>
              </a:extLst>
            </p:cNvPr>
            <p:cNvCxnSpPr>
              <a:cxnSpLocks/>
            </p:cNvCxnSpPr>
            <p:nvPr/>
          </p:nvCxnSpPr>
          <p:spPr>
            <a:xfrm>
              <a:off x="1115616" y="3248980"/>
              <a:ext cx="0" cy="324036"/>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07" name="Rechteck 406">
              <a:extLst>
                <a:ext uri="{FF2B5EF4-FFF2-40B4-BE49-F238E27FC236}">
                  <a16:creationId xmlns:a16="http://schemas.microsoft.com/office/drawing/2014/main" id="{A9B6F430-793A-4067-B75F-4C4D0245BAEB}"/>
                </a:ext>
              </a:extLst>
            </p:cNvPr>
            <p:cNvSpPr/>
            <p:nvPr/>
          </p:nvSpPr>
          <p:spPr>
            <a:xfrm>
              <a:off x="611560" y="376142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(Parameter 7)</a:t>
              </a:r>
            </a:p>
          </p:txBody>
        </p:sp>
      </p:grpSp>
      <p:sp>
        <p:nvSpPr>
          <p:cNvPr id="219" name="Rechteck 218">
            <a:extLst>
              <a:ext uri="{FF2B5EF4-FFF2-40B4-BE49-F238E27FC236}">
                <a16:creationId xmlns:a16="http://schemas.microsoft.com/office/drawing/2014/main" id="{31DBD1CE-3178-429A-A4B4-81ABE8710F8B}"/>
              </a:ext>
            </a:extLst>
          </p:cNvPr>
          <p:cNvSpPr/>
          <p:nvPr/>
        </p:nvSpPr>
        <p:spPr>
          <a:xfrm>
            <a:off x="2123728" y="450911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0" name="Rechteck 219">
            <a:extLst>
              <a:ext uri="{FF2B5EF4-FFF2-40B4-BE49-F238E27FC236}">
                <a16:creationId xmlns:a16="http://schemas.microsoft.com/office/drawing/2014/main" id="{8CBF4912-7278-4805-8591-8D46EA749A7B}"/>
              </a:ext>
            </a:extLst>
          </p:cNvPr>
          <p:cNvSpPr/>
          <p:nvPr/>
        </p:nvSpPr>
        <p:spPr>
          <a:xfrm>
            <a:off x="2699828" y="450911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1" name="Rechteck 220">
            <a:extLst>
              <a:ext uri="{FF2B5EF4-FFF2-40B4-BE49-F238E27FC236}">
                <a16:creationId xmlns:a16="http://schemas.microsoft.com/office/drawing/2014/main" id="{61402186-78F1-4918-B1B8-BB4823DC8D08}"/>
              </a:ext>
            </a:extLst>
          </p:cNvPr>
          <p:cNvSpPr/>
          <p:nvPr/>
        </p:nvSpPr>
        <p:spPr>
          <a:xfrm>
            <a:off x="2915838" y="450911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2" name="Rechteck 221">
            <a:extLst>
              <a:ext uri="{FF2B5EF4-FFF2-40B4-BE49-F238E27FC236}">
                <a16:creationId xmlns:a16="http://schemas.microsoft.com/office/drawing/2014/main" id="{37641AC5-EE03-404B-94B7-4C95225D51F7}"/>
              </a:ext>
            </a:extLst>
          </p:cNvPr>
          <p:cNvSpPr/>
          <p:nvPr/>
        </p:nvSpPr>
        <p:spPr>
          <a:xfrm>
            <a:off x="3059878" y="450911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3" name="Rechteck 222">
            <a:extLst>
              <a:ext uri="{FF2B5EF4-FFF2-40B4-BE49-F238E27FC236}">
                <a16:creationId xmlns:a16="http://schemas.microsoft.com/office/drawing/2014/main" id="{ECAC5089-3598-43D1-933D-B5351E39BF05}"/>
              </a:ext>
            </a:extLst>
          </p:cNvPr>
          <p:cNvSpPr/>
          <p:nvPr/>
        </p:nvSpPr>
        <p:spPr>
          <a:xfrm>
            <a:off x="2267748" y="4509118"/>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a:extLst>
              <a:ext uri="{FF2B5EF4-FFF2-40B4-BE49-F238E27FC236}">
                <a16:creationId xmlns:a16="http://schemas.microsoft.com/office/drawing/2014/main" id="{26B70200-C39F-4845-B65A-1D13239D0B8D}"/>
              </a:ext>
            </a:extLst>
          </p:cNvPr>
          <p:cNvSpPr/>
          <p:nvPr/>
        </p:nvSpPr>
        <p:spPr>
          <a:xfrm>
            <a:off x="3707948" y="450911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1" name="Rechteck 230">
            <a:extLst>
              <a:ext uri="{FF2B5EF4-FFF2-40B4-BE49-F238E27FC236}">
                <a16:creationId xmlns:a16="http://schemas.microsoft.com/office/drawing/2014/main" id="{E050BBA5-84BA-45C8-8245-569BB6A2885B}"/>
              </a:ext>
            </a:extLst>
          </p:cNvPr>
          <p:cNvSpPr/>
          <p:nvPr/>
        </p:nvSpPr>
        <p:spPr>
          <a:xfrm>
            <a:off x="2123728" y="458112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2" name="Rechteck 231">
            <a:extLst>
              <a:ext uri="{FF2B5EF4-FFF2-40B4-BE49-F238E27FC236}">
                <a16:creationId xmlns:a16="http://schemas.microsoft.com/office/drawing/2014/main" id="{20CB3A91-0E0C-4B17-A778-2B982082E69A}"/>
              </a:ext>
            </a:extLst>
          </p:cNvPr>
          <p:cNvSpPr/>
          <p:nvPr/>
        </p:nvSpPr>
        <p:spPr>
          <a:xfrm>
            <a:off x="2699828" y="458112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3" name="Rechteck 232">
            <a:extLst>
              <a:ext uri="{FF2B5EF4-FFF2-40B4-BE49-F238E27FC236}">
                <a16:creationId xmlns:a16="http://schemas.microsoft.com/office/drawing/2014/main" id="{9ADC45B0-AF01-4707-82AF-1E5C7ACC8B4B}"/>
              </a:ext>
            </a:extLst>
          </p:cNvPr>
          <p:cNvSpPr/>
          <p:nvPr/>
        </p:nvSpPr>
        <p:spPr>
          <a:xfrm>
            <a:off x="2915838" y="458112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4" name="Rechteck 233">
            <a:extLst>
              <a:ext uri="{FF2B5EF4-FFF2-40B4-BE49-F238E27FC236}">
                <a16:creationId xmlns:a16="http://schemas.microsoft.com/office/drawing/2014/main" id="{5A1F7749-2B8E-4FEB-844A-D961434CDC4D}"/>
              </a:ext>
            </a:extLst>
          </p:cNvPr>
          <p:cNvSpPr/>
          <p:nvPr/>
        </p:nvSpPr>
        <p:spPr>
          <a:xfrm>
            <a:off x="3059878" y="458112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5" name="Rechteck 234">
            <a:extLst>
              <a:ext uri="{FF2B5EF4-FFF2-40B4-BE49-F238E27FC236}">
                <a16:creationId xmlns:a16="http://schemas.microsoft.com/office/drawing/2014/main" id="{D4E4BC33-C8BB-4664-8986-DB713DC84D64}"/>
              </a:ext>
            </a:extLst>
          </p:cNvPr>
          <p:cNvSpPr/>
          <p:nvPr/>
        </p:nvSpPr>
        <p:spPr>
          <a:xfrm>
            <a:off x="2267748" y="4581128"/>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6" name="Rechteck 235">
            <a:extLst>
              <a:ext uri="{FF2B5EF4-FFF2-40B4-BE49-F238E27FC236}">
                <a16:creationId xmlns:a16="http://schemas.microsoft.com/office/drawing/2014/main" id="{914162E9-57FB-4DA3-B95C-D951745F2075}"/>
              </a:ext>
            </a:extLst>
          </p:cNvPr>
          <p:cNvSpPr/>
          <p:nvPr/>
        </p:nvSpPr>
        <p:spPr>
          <a:xfrm>
            <a:off x="3707948" y="458112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7" name="Rechteck 236">
            <a:extLst>
              <a:ext uri="{FF2B5EF4-FFF2-40B4-BE49-F238E27FC236}">
                <a16:creationId xmlns:a16="http://schemas.microsoft.com/office/drawing/2014/main" id="{8C613763-D426-46D7-8244-976809F84F0D}"/>
              </a:ext>
            </a:extLst>
          </p:cNvPr>
          <p:cNvSpPr/>
          <p:nvPr/>
        </p:nvSpPr>
        <p:spPr>
          <a:xfrm>
            <a:off x="2123728" y="3897052"/>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8" name="Rechteck 237">
            <a:extLst>
              <a:ext uri="{FF2B5EF4-FFF2-40B4-BE49-F238E27FC236}">
                <a16:creationId xmlns:a16="http://schemas.microsoft.com/office/drawing/2014/main" id="{EC4645F4-A62F-4292-B6C4-3D89B07917C5}"/>
              </a:ext>
            </a:extLst>
          </p:cNvPr>
          <p:cNvSpPr/>
          <p:nvPr/>
        </p:nvSpPr>
        <p:spPr>
          <a:xfrm>
            <a:off x="2699828" y="389705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9" name="Rechteck 238">
            <a:extLst>
              <a:ext uri="{FF2B5EF4-FFF2-40B4-BE49-F238E27FC236}">
                <a16:creationId xmlns:a16="http://schemas.microsoft.com/office/drawing/2014/main" id="{1DFBC8EA-9F14-4A99-B572-3A9CAA882099}"/>
              </a:ext>
            </a:extLst>
          </p:cNvPr>
          <p:cNvSpPr/>
          <p:nvPr/>
        </p:nvSpPr>
        <p:spPr>
          <a:xfrm>
            <a:off x="2915838" y="389705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0" name="Rechteck 239">
            <a:extLst>
              <a:ext uri="{FF2B5EF4-FFF2-40B4-BE49-F238E27FC236}">
                <a16:creationId xmlns:a16="http://schemas.microsoft.com/office/drawing/2014/main" id="{B42D9DA6-24CE-442B-9FA8-1BC8D6225C32}"/>
              </a:ext>
            </a:extLst>
          </p:cNvPr>
          <p:cNvSpPr/>
          <p:nvPr/>
        </p:nvSpPr>
        <p:spPr>
          <a:xfrm>
            <a:off x="3059878" y="389705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1" name="Rechteck 240">
            <a:extLst>
              <a:ext uri="{FF2B5EF4-FFF2-40B4-BE49-F238E27FC236}">
                <a16:creationId xmlns:a16="http://schemas.microsoft.com/office/drawing/2014/main" id="{907F44B2-2D7A-4938-A8A9-39C6CC9F412E}"/>
              </a:ext>
            </a:extLst>
          </p:cNvPr>
          <p:cNvSpPr/>
          <p:nvPr/>
        </p:nvSpPr>
        <p:spPr>
          <a:xfrm>
            <a:off x="2267748" y="3897052"/>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2" name="Rechteck 241">
            <a:extLst>
              <a:ext uri="{FF2B5EF4-FFF2-40B4-BE49-F238E27FC236}">
                <a16:creationId xmlns:a16="http://schemas.microsoft.com/office/drawing/2014/main" id="{43444C97-714B-41F2-BD9B-B53BCB368405}"/>
              </a:ext>
            </a:extLst>
          </p:cNvPr>
          <p:cNvSpPr/>
          <p:nvPr/>
        </p:nvSpPr>
        <p:spPr>
          <a:xfrm>
            <a:off x="3707948" y="3897052"/>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3" name="Rechteck 242">
            <a:extLst>
              <a:ext uri="{FF2B5EF4-FFF2-40B4-BE49-F238E27FC236}">
                <a16:creationId xmlns:a16="http://schemas.microsoft.com/office/drawing/2014/main" id="{DD31B39F-52FA-46CB-9278-4F5CFEAC3C94}"/>
              </a:ext>
            </a:extLst>
          </p:cNvPr>
          <p:cNvSpPr/>
          <p:nvPr/>
        </p:nvSpPr>
        <p:spPr>
          <a:xfrm>
            <a:off x="5220064" y="1196752"/>
            <a:ext cx="144020" cy="1944216"/>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4" name="Rechteck 243">
            <a:extLst>
              <a:ext uri="{FF2B5EF4-FFF2-40B4-BE49-F238E27FC236}">
                <a16:creationId xmlns:a16="http://schemas.microsoft.com/office/drawing/2014/main" id="{D768F31C-7251-4C69-B5FC-9FE47CC4A383}"/>
              </a:ext>
            </a:extLst>
          </p:cNvPr>
          <p:cNvSpPr/>
          <p:nvPr/>
        </p:nvSpPr>
        <p:spPr>
          <a:xfrm>
            <a:off x="4788004" y="1196752"/>
            <a:ext cx="288040" cy="1944216"/>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5" name="Rechteck 244">
            <a:extLst>
              <a:ext uri="{FF2B5EF4-FFF2-40B4-BE49-F238E27FC236}">
                <a16:creationId xmlns:a16="http://schemas.microsoft.com/office/drawing/2014/main" id="{8266B1D3-DE59-4CAC-AC42-B530BDEAA5EA}"/>
              </a:ext>
            </a:extLst>
          </p:cNvPr>
          <p:cNvSpPr/>
          <p:nvPr/>
        </p:nvSpPr>
        <p:spPr>
          <a:xfrm>
            <a:off x="4283934" y="1124742"/>
            <a:ext cx="1224170" cy="201622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6" name="Rechteck 245">
            <a:extLst>
              <a:ext uri="{FF2B5EF4-FFF2-40B4-BE49-F238E27FC236}">
                <a16:creationId xmlns:a16="http://schemas.microsoft.com/office/drawing/2014/main" id="{29DC4865-16C1-477F-8927-39B6696A3828}"/>
              </a:ext>
            </a:extLst>
          </p:cNvPr>
          <p:cNvSpPr/>
          <p:nvPr/>
        </p:nvSpPr>
        <p:spPr>
          <a:xfrm>
            <a:off x="4283934" y="1196752"/>
            <a:ext cx="1224170" cy="194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7" name="Rechteck 246">
            <a:extLst>
              <a:ext uri="{FF2B5EF4-FFF2-40B4-BE49-F238E27FC236}">
                <a16:creationId xmlns:a16="http://schemas.microsoft.com/office/drawing/2014/main" id="{7E425773-F433-4BCD-B380-48E1960670EB}"/>
              </a:ext>
            </a:extLst>
          </p:cNvPr>
          <p:cNvSpPr/>
          <p:nvPr/>
        </p:nvSpPr>
        <p:spPr>
          <a:xfrm>
            <a:off x="4499964" y="1196752"/>
            <a:ext cx="144020" cy="1944216"/>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48" name="Gerade Verbindung 374">
            <a:extLst>
              <a:ext uri="{FF2B5EF4-FFF2-40B4-BE49-F238E27FC236}">
                <a16:creationId xmlns:a16="http://schemas.microsoft.com/office/drawing/2014/main" id="{A97DF245-BA59-461E-8A2C-89E16B1379DB}"/>
              </a:ext>
            </a:extLst>
          </p:cNvPr>
          <p:cNvCxnSpPr/>
          <p:nvPr/>
        </p:nvCxnSpPr>
        <p:spPr>
          <a:xfrm>
            <a:off x="4283934" y="1196752"/>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49" name="Rechteck 248">
            <a:extLst>
              <a:ext uri="{FF2B5EF4-FFF2-40B4-BE49-F238E27FC236}">
                <a16:creationId xmlns:a16="http://schemas.microsoft.com/office/drawing/2014/main" id="{6CC19345-2697-4B36-9A80-2D29028DEED8}"/>
              </a:ext>
            </a:extLst>
          </p:cNvPr>
          <p:cNvSpPr/>
          <p:nvPr/>
        </p:nvSpPr>
        <p:spPr>
          <a:xfrm>
            <a:off x="4283934" y="1484778"/>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0" name="Rechteck 249">
            <a:extLst>
              <a:ext uri="{FF2B5EF4-FFF2-40B4-BE49-F238E27FC236}">
                <a16:creationId xmlns:a16="http://schemas.microsoft.com/office/drawing/2014/main" id="{600142E6-91E9-4507-8ACD-48D2DF20E02D}"/>
              </a:ext>
            </a:extLst>
          </p:cNvPr>
          <p:cNvSpPr/>
          <p:nvPr/>
        </p:nvSpPr>
        <p:spPr>
          <a:xfrm>
            <a:off x="4788004" y="148477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1" name="Rechteck 250">
            <a:extLst>
              <a:ext uri="{FF2B5EF4-FFF2-40B4-BE49-F238E27FC236}">
                <a16:creationId xmlns:a16="http://schemas.microsoft.com/office/drawing/2014/main" id="{8C87E5D5-F884-4EF5-8884-74C41075CB5A}"/>
              </a:ext>
            </a:extLst>
          </p:cNvPr>
          <p:cNvSpPr/>
          <p:nvPr/>
        </p:nvSpPr>
        <p:spPr>
          <a:xfrm>
            <a:off x="4932024" y="148477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2" name="Rechteck 251">
            <a:extLst>
              <a:ext uri="{FF2B5EF4-FFF2-40B4-BE49-F238E27FC236}">
                <a16:creationId xmlns:a16="http://schemas.microsoft.com/office/drawing/2014/main" id="{38416DAD-4004-4B95-BB42-00A6E317DE39}"/>
              </a:ext>
            </a:extLst>
          </p:cNvPr>
          <p:cNvSpPr/>
          <p:nvPr/>
        </p:nvSpPr>
        <p:spPr>
          <a:xfrm>
            <a:off x="5220064" y="148477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3" name="Rechteck 252">
            <a:extLst>
              <a:ext uri="{FF2B5EF4-FFF2-40B4-BE49-F238E27FC236}">
                <a16:creationId xmlns:a16="http://schemas.microsoft.com/office/drawing/2014/main" id="{8CFD641C-391B-4554-A83D-37DBCA1F8B52}"/>
              </a:ext>
            </a:extLst>
          </p:cNvPr>
          <p:cNvSpPr/>
          <p:nvPr/>
        </p:nvSpPr>
        <p:spPr>
          <a:xfrm>
            <a:off x="4499964" y="1484778"/>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4" name="Rechteck 253">
            <a:extLst>
              <a:ext uri="{FF2B5EF4-FFF2-40B4-BE49-F238E27FC236}">
                <a16:creationId xmlns:a16="http://schemas.microsoft.com/office/drawing/2014/main" id="{86A1BAED-3B2C-457A-8E0F-9CA5BC2559A1}"/>
              </a:ext>
            </a:extLst>
          </p:cNvPr>
          <p:cNvSpPr/>
          <p:nvPr/>
        </p:nvSpPr>
        <p:spPr>
          <a:xfrm>
            <a:off x="4283934" y="2060846"/>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5" name="Rechteck 254">
            <a:extLst>
              <a:ext uri="{FF2B5EF4-FFF2-40B4-BE49-F238E27FC236}">
                <a16:creationId xmlns:a16="http://schemas.microsoft.com/office/drawing/2014/main" id="{8FB72DFC-3599-431D-9F52-D27C1F5EB2AC}"/>
              </a:ext>
            </a:extLst>
          </p:cNvPr>
          <p:cNvSpPr/>
          <p:nvPr/>
        </p:nvSpPr>
        <p:spPr>
          <a:xfrm>
            <a:off x="4788004" y="206084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6" name="Rechteck 255">
            <a:extLst>
              <a:ext uri="{FF2B5EF4-FFF2-40B4-BE49-F238E27FC236}">
                <a16:creationId xmlns:a16="http://schemas.microsoft.com/office/drawing/2014/main" id="{54F46ADE-AE30-4844-A28E-218D296B447A}"/>
              </a:ext>
            </a:extLst>
          </p:cNvPr>
          <p:cNvSpPr/>
          <p:nvPr/>
        </p:nvSpPr>
        <p:spPr>
          <a:xfrm>
            <a:off x="4932024" y="206084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7" name="Rechteck 256">
            <a:extLst>
              <a:ext uri="{FF2B5EF4-FFF2-40B4-BE49-F238E27FC236}">
                <a16:creationId xmlns:a16="http://schemas.microsoft.com/office/drawing/2014/main" id="{EDDF3F26-DA4E-4101-8ED4-492131C8E230}"/>
              </a:ext>
            </a:extLst>
          </p:cNvPr>
          <p:cNvSpPr/>
          <p:nvPr/>
        </p:nvSpPr>
        <p:spPr>
          <a:xfrm>
            <a:off x="5220064" y="206084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8" name="Rechteck 257">
            <a:extLst>
              <a:ext uri="{FF2B5EF4-FFF2-40B4-BE49-F238E27FC236}">
                <a16:creationId xmlns:a16="http://schemas.microsoft.com/office/drawing/2014/main" id="{5AB2CFA9-DAAC-4811-89E1-B44C6A04D66E}"/>
              </a:ext>
            </a:extLst>
          </p:cNvPr>
          <p:cNvSpPr/>
          <p:nvPr/>
        </p:nvSpPr>
        <p:spPr>
          <a:xfrm>
            <a:off x="4499964" y="2060846"/>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9" name="Rechteck 258">
            <a:extLst>
              <a:ext uri="{FF2B5EF4-FFF2-40B4-BE49-F238E27FC236}">
                <a16:creationId xmlns:a16="http://schemas.microsoft.com/office/drawing/2014/main" id="{51B5C7F6-AD42-4A79-84EB-F0E080ED5A1E}"/>
              </a:ext>
            </a:extLst>
          </p:cNvPr>
          <p:cNvSpPr/>
          <p:nvPr/>
        </p:nvSpPr>
        <p:spPr>
          <a:xfrm>
            <a:off x="4283968" y="1556792"/>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4" name="Rechteck 273">
            <a:extLst>
              <a:ext uri="{FF2B5EF4-FFF2-40B4-BE49-F238E27FC236}">
                <a16:creationId xmlns:a16="http://schemas.microsoft.com/office/drawing/2014/main" id="{B4A79210-783B-4EAD-95E9-5E4AB517D357}"/>
              </a:ext>
            </a:extLst>
          </p:cNvPr>
          <p:cNvSpPr/>
          <p:nvPr/>
        </p:nvSpPr>
        <p:spPr>
          <a:xfrm>
            <a:off x="4788038" y="1556792"/>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5" name="Rechteck 274">
            <a:extLst>
              <a:ext uri="{FF2B5EF4-FFF2-40B4-BE49-F238E27FC236}">
                <a16:creationId xmlns:a16="http://schemas.microsoft.com/office/drawing/2014/main" id="{504D5169-8C47-43EA-905A-6F942EE92A0C}"/>
              </a:ext>
            </a:extLst>
          </p:cNvPr>
          <p:cNvSpPr/>
          <p:nvPr/>
        </p:nvSpPr>
        <p:spPr>
          <a:xfrm>
            <a:off x="4932058" y="1556792"/>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6" name="Rechteck 275">
            <a:extLst>
              <a:ext uri="{FF2B5EF4-FFF2-40B4-BE49-F238E27FC236}">
                <a16:creationId xmlns:a16="http://schemas.microsoft.com/office/drawing/2014/main" id="{0F541139-93B2-4D3D-8996-35BB31CC38CE}"/>
              </a:ext>
            </a:extLst>
          </p:cNvPr>
          <p:cNvSpPr/>
          <p:nvPr/>
        </p:nvSpPr>
        <p:spPr>
          <a:xfrm>
            <a:off x="5220098" y="1556792"/>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7" name="Rechteck 276">
            <a:extLst>
              <a:ext uri="{FF2B5EF4-FFF2-40B4-BE49-F238E27FC236}">
                <a16:creationId xmlns:a16="http://schemas.microsoft.com/office/drawing/2014/main" id="{8C88044A-6009-46C1-8391-49D54066454C}"/>
              </a:ext>
            </a:extLst>
          </p:cNvPr>
          <p:cNvSpPr/>
          <p:nvPr/>
        </p:nvSpPr>
        <p:spPr>
          <a:xfrm>
            <a:off x="4499998" y="1556792"/>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8" name="Rechteck 277">
            <a:extLst>
              <a:ext uri="{FF2B5EF4-FFF2-40B4-BE49-F238E27FC236}">
                <a16:creationId xmlns:a16="http://schemas.microsoft.com/office/drawing/2014/main" id="{06598862-870A-4230-8DB9-1EBD6CB314AD}"/>
              </a:ext>
            </a:extLst>
          </p:cNvPr>
          <p:cNvSpPr/>
          <p:nvPr/>
        </p:nvSpPr>
        <p:spPr>
          <a:xfrm>
            <a:off x="4284002" y="162880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9" name="Rechteck 278">
            <a:extLst>
              <a:ext uri="{FF2B5EF4-FFF2-40B4-BE49-F238E27FC236}">
                <a16:creationId xmlns:a16="http://schemas.microsoft.com/office/drawing/2014/main" id="{D1E63382-70DB-457C-A0C2-807849838E31}"/>
              </a:ext>
            </a:extLst>
          </p:cNvPr>
          <p:cNvSpPr/>
          <p:nvPr/>
        </p:nvSpPr>
        <p:spPr>
          <a:xfrm>
            <a:off x="4788072" y="162880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0" name="Rechteck 279">
            <a:extLst>
              <a:ext uri="{FF2B5EF4-FFF2-40B4-BE49-F238E27FC236}">
                <a16:creationId xmlns:a16="http://schemas.microsoft.com/office/drawing/2014/main" id="{20673E63-028B-4AE6-9A32-8B5D0EC80BD8}"/>
              </a:ext>
            </a:extLst>
          </p:cNvPr>
          <p:cNvSpPr/>
          <p:nvPr/>
        </p:nvSpPr>
        <p:spPr>
          <a:xfrm>
            <a:off x="4932092" y="162880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1" name="Rechteck 280">
            <a:extLst>
              <a:ext uri="{FF2B5EF4-FFF2-40B4-BE49-F238E27FC236}">
                <a16:creationId xmlns:a16="http://schemas.microsoft.com/office/drawing/2014/main" id="{970306D8-AD04-4EE8-BDB1-EABFDEC56D32}"/>
              </a:ext>
            </a:extLst>
          </p:cNvPr>
          <p:cNvSpPr/>
          <p:nvPr/>
        </p:nvSpPr>
        <p:spPr>
          <a:xfrm>
            <a:off x="5220132" y="162880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2" name="Rechteck 281">
            <a:extLst>
              <a:ext uri="{FF2B5EF4-FFF2-40B4-BE49-F238E27FC236}">
                <a16:creationId xmlns:a16="http://schemas.microsoft.com/office/drawing/2014/main" id="{A2AA9F2E-E3BF-4BCA-8615-050468DCFC9E}"/>
              </a:ext>
            </a:extLst>
          </p:cNvPr>
          <p:cNvSpPr/>
          <p:nvPr/>
        </p:nvSpPr>
        <p:spPr>
          <a:xfrm>
            <a:off x="4500032" y="162880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3" name="Rechteck 282">
            <a:extLst>
              <a:ext uri="{FF2B5EF4-FFF2-40B4-BE49-F238E27FC236}">
                <a16:creationId xmlns:a16="http://schemas.microsoft.com/office/drawing/2014/main" id="{7F3B678B-9E2A-4F28-83A6-3012CE44DBF4}"/>
              </a:ext>
            </a:extLst>
          </p:cNvPr>
          <p:cNvSpPr/>
          <p:nvPr/>
        </p:nvSpPr>
        <p:spPr>
          <a:xfrm>
            <a:off x="4284036" y="1700808"/>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4" name="Rechteck 283">
            <a:extLst>
              <a:ext uri="{FF2B5EF4-FFF2-40B4-BE49-F238E27FC236}">
                <a16:creationId xmlns:a16="http://schemas.microsoft.com/office/drawing/2014/main" id="{E8FC15B0-8748-4E6D-92E0-2AFF9F473CC0}"/>
              </a:ext>
            </a:extLst>
          </p:cNvPr>
          <p:cNvSpPr/>
          <p:nvPr/>
        </p:nvSpPr>
        <p:spPr>
          <a:xfrm>
            <a:off x="4788106" y="170080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7" name="Rechteck 286">
            <a:extLst>
              <a:ext uri="{FF2B5EF4-FFF2-40B4-BE49-F238E27FC236}">
                <a16:creationId xmlns:a16="http://schemas.microsoft.com/office/drawing/2014/main" id="{958A6DB9-A3CE-4963-828F-647EB903A9C7}"/>
              </a:ext>
            </a:extLst>
          </p:cNvPr>
          <p:cNvSpPr/>
          <p:nvPr/>
        </p:nvSpPr>
        <p:spPr>
          <a:xfrm>
            <a:off x="4932126" y="170080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9" name="Rechteck 288">
            <a:extLst>
              <a:ext uri="{FF2B5EF4-FFF2-40B4-BE49-F238E27FC236}">
                <a16:creationId xmlns:a16="http://schemas.microsoft.com/office/drawing/2014/main" id="{EC712DF8-D152-4BE6-9FDD-CF80ED3D22CD}"/>
              </a:ext>
            </a:extLst>
          </p:cNvPr>
          <p:cNvSpPr/>
          <p:nvPr/>
        </p:nvSpPr>
        <p:spPr>
          <a:xfrm>
            <a:off x="5220166" y="170080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0" name="Rechteck 289">
            <a:extLst>
              <a:ext uri="{FF2B5EF4-FFF2-40B4-BE49-F238E27FC236}">
                <a16:creationId xmlns:a16="http://schemas.microsoft.com/office/drawing/2014/main" id="{A3744226-1A94-4E94-9850-C3E867CC8115}"/>
              </a:ext>
            </a:extLst>
          </p:cNvPr>
          <p:cNvSpPr/>
          <p:nvPr/>
        </p:nvSpPr>
        <p:spPr>
          <a:xfrm>
            <a:off x="4500066" y="1700808"/>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1" name="Rechteck 320">
            <a:extLst>
              <a:ext uri="{FF2B5EF4-FFF2-40B4-BE49-F238E27FC236}">
                <a16:creationId xmlns:a16="http://schemas.microsoft.com/office/drawing/2014/main" id="{7D382012-AD93-4BBD-B74E-47E122415D23}"/>
              </a:ext>
            </a:extLst>
          </p:cNvPr>
          <p:cNvSpPr/>
          <p:nvPr/>
        </p:nvSpPr>
        <p:spPr>
          <a:xfrm>
            <a:off x="4283968" y="2132856"/>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2" name="Rechteck 321">
            <a:extLst>
              <a:ext uri="{FF2B5EF4-FFF2-40B4-BE49-F238E27FC236}">
                <a16:creationId xmlns:a16="http://schemas.microsoft.com/office/drawing/2014/main" id="{E0D58E9D-1A86-40EC-A751-4D835C7F1332}"/>
              </a:ext>
            </a:extLst>
          </p:cNvPr>
          <p:cNvSpPr/>
          <p:nvPr/>
        </p:nvSpPr>
        <p:spPr>
          <a:xfrm>
            <a:off x="4788038" y="213285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3" name="Rechteck 322">
            <a:extLst>
              <a:ext uri="{FF2B5EF4-FFF2-40B4-BE49-F238E27FC236}">
                <a16:creationId xmlns:a16="http://schemas.microsoft.com/office/drawing/2014/main" id="{03F9AA30-0EE0-484F-8E27-34F5C0ACAFE2}"/>
              </a:ext>
            </a:extLst>
          </p:cNvPr>
          <p:cNvSpPr/>
          <p:nvPr/>
        </p:nvSpPr>
        <p:spPr>
          <a:xfrm>
            <a:off x="4932058" y="213285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4" name="Rechteck 323">
            <a:extLst>
              <a:ext uri="{FF2B5EF4-FFF2-40B4-BE49-F238E27FC236}">
                <a16:creationId xmlns:a16="http://schemas.microsoft.com/office/drawing/2014/main" id="{C85F206F-515C-4487-BEA5-7153859347D3}"/>
              </a:ext>
            </a:extLst>
          </p:cNvPr>
          <p:cNvSpPr/>
          <p:nvPr/>
        </p:nvSpPr>
        <p:spPr>
          <a:xfrm>
            <a:off x="5220098" y="2132856"/>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6" name="Rechteck 325">
            <a:extLst>
              <a:ext uri="{FF2B5EF4-FFF2-40B4-BE49-F238E27FC236}">
                <a16:creationId xmlns:a16="http://schemas.microsoft.com/office/drawing/2014/main" id="{58FDB21D-A9D9-4C85-8236-AC999B0E7C3D}"/>
              </a:ext>
            </a:extLst>
          </p:cNvPr>
          <p:cNvSpPr/>
          <p:nvPr/>
        </p:nvSpPr>
        <p:spPr>
          <a:xfrm>
            <a:off x="4499998" y="2132856"/>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7" name="Rechteck 326">
            <a:extLst>
              <a:ext uri="{FF2B5EF4-FFF2-40B4-BE49-F238E27FC236}">
                <a16:creationId xmlns:a16="http://schemas.microsoft.com/office/drawing/2014/main" id="{204EDC6E-28BC-46DA-AB5F-7EA77060E93D}"/>
              </a:ext>
            </a:extLst>
          </p:cNvPr>
          <p:cNvSpPr/>
          <p:nvPr/>
        </p:nvSpPr>
        <p:spPr>
          <a:xfrm>
            <a:off x="4284002" y="2204864"/>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8" name="Rechteck 327">
            <a:extLst>
              <a:ext uri="{FF2B5EF4-FFF2-40B4-BE49-F238E27FC236}">
                <a16:creationId xmlns:a16="http://schemas.microsoft.com/office/drawing/2014/main" id="{497FF2CD-A4FE-4348-8336-B9DF417F665B}"/>
              </a:ext>
            </a:extLst>
          </p:cNvPr>
          <p:cNvSpPr/>
          <p:nvPr/>
        </p:nvSpPr>
        <p:spPr>
          <a:xfrm>
            <a:off x="4788072" y="220486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9" name="Rechteck 328">
            <a:extLst>
              <a:ext uri="{FF2B5EF4-FFF2-40B4-BE49-F238E27FC236}">
                <a16:creationId xmlns:a16="http://schemas.microsoft.com/office/drawing/2014/main" id="{A5204F9B-6EE3-422D-9CC7-0B5AA374AFD0}"/>
              </a:ext>
            </a:extLst>
          </p:cNvPr>
          <p:cNvSpPr/>
          <p:nvPr/>
        </p:nvSpPr>
        <p:spPr>
          <a:xfrm>
            <a:off x="4932092" y="220486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0" name="Rechteck 329">
            <a:extLst>
              <a:ext uri="{FF2B5EF4-FFF2-40B4-BE49-F238E27FC236}">
                <a16:creationId xmlns:a16="http://schemas.microsoft.com/office/drawing/2014/main" id="{5BAB88B3-2194-4590-9E9C-42AA6873CD11}"/>
              </a:ext>
            </a:extLst>
          </p:cNvPr>
          <p:cNvSpPr/>
          <p:nvPr/>
        </p:nvSpPr>
        <p:spPr>
          <a:xfrm>
            <a:off x="5220132" y="220486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3" name="Rechteck 382">
            <a:extLst>
              <a:ext uri="{FF2B5EF4-FFF2-40B4-BE49-F238E27FC236}">
                <a16:creationId xmlns:a16="http://schemas.microsoft.com/office/drawing/2014/main" id="{0E710829-68EF-4BD1-A8EC-82845DD06118}"/>
              </a:ext>
            </a:extLst>
          </p:cNvPr>
          <p:cNvSpPr/>
          <p:nvPr/>
        </p:nvSpPr>
        <p:spPr>
          <a:xfrm>
            <a:off x="4500032" y="2204864"/>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4" name="Rechteck 383">
            <a:extLst>
              <a:ext uri="{FF2B5EF4-FFF2-40B4-BE49-F238E27FC236}">
                <a16:creationId xmlns:a16="http://schemas.microsoft.com/office/drawing/2014/main" id="{29D5A836-690D-4E71-8B53-63D3AAA4BCAA}"/>
              </a:ext>
            </a:extLst>
          </p:cNvPr>
          <p:cNvSpPr/>
          <p:nvPr/>
        </p:nvSpPr>
        <p:spPr>
          <a:xfrm>
            <a:off x="4284036" y="2276872"/>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5" name="Rechteck 384">
            <a:extLst>
              <a:ext uri="{FF2B5EF4-FFF2-40B4-BE49-F238E27FC236}">
                <a16:creationId xmlns:a16="http://schemas.microsoft.com/office/drawing/2014/main" id="{D9FCB71A-4D23-45C3-8BB2-F823D7931C2D}"/>
              </a:ext>
            </a:extLst>
          </p:cNvPr>
          <p:cNvSpPr/>
          <p:nvPr/>
        </p:nvSpPr>
        <p:spPr>
          <a:xfrm>
            <a:off x="4788106" y="227687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6" name="Rechteck 385">
            <a:extLst>
              <a:ext uri="{FF2B5EF4-FFF2-40B4-BE49-F238E27FC236}">
                <a16:creationId xmlns:a16="http://schemas.microsoft.com/office/drawing/2014/main" id="{21C12191-4799-437B-98E2-815206A61F5A}"/>
              </a:ext>
            </a:extLst>
          </p:cNvPr>
          <p:cNvSpPr/>
          <p:nvPr/>
        </p:nvSpPr>
        <p:spPr>
          <a:xfrm>
            <a:off x="4932126" y="227687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7" name="Rechteck 386">
            <a:extLst>
              <a:ext uri="{FF2B5EF4-FFF2-40B4-BE49-F238E27FC236}">
                <a16:creationId xmlns:a16="http://schemas.microsoft.com/office/drawing/2014/main" id="{04A6E875-3330-4D37-89A7-9325E97DD312}"/>
              </a:ext>
            </a:extLst>
          </p:cNvPr>
          <p:cNvSpPr/>
          <p:nvPr/>
        </p:nvSpPr>
        <p:spPr>
          <a:xfrm>
            <a:off x="5220166" y="227687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8" name="Rechteck 387">
            <a:extLst>
              <a:ext uri="{FF2B5EF4-FFF2-40B4-BE49-F238E27FC236}">
                <a16:creationId xmlns:a16="http://schemas.microsoft.com/office/drawing/2014/main" id="{5B74C7E2-A509-4819-9D14-AE8E9B465D8B}"/>
              </a:ext>
            </a:extLst>
          </p:cNvPr>
          <p:cNvSpPr/>
          <p:nvPr/>
        </p:nvSpPr>
        <p:spPr>
          <a:xfrm>
            <a:off x="4500066" y="2276872"/>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4" name="Rechteck 403">
            <a:extLst>
              <a:ext uri="{FF2B5EF4-FFF2-40B4-BE49-F238E27FC236}">
                <a16:creationId xmlns:a16="http://schemas.microsoft.com/office/drawing/2014/main" id="{1A1425AA-960A-4EDD-BD75-11D903FDDE8D}"/>
              </a:ext>
            </a:extLst>
          </p:cNvPr>
          <p:cNvSpPr/>
          <p:nvPr/>
        </p:nvSpPr>
        <p:spPr>
          <a:xfrm>
            <a:off x="4284088" y="94472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(after function call completed)</a:t>
            </a:r>
          </a:p>
        </p:txBody>
      </p:sp>
      <p:sp>
        <p:nvSpPr>
          <p:cNvPr id="405" name="Rechteck 404">
            <a:extLst>
              <a:ext uri="{FF2B5EF4-FFF2-40B4-BE49-F238E27FC236}">
                <a16:creationId xmlns:a16="http://schemas.microsoft.com/office/drawing/2014/main" id="{A6E022F4-D96D-40B6-878C-37E6F23BC8C2}"/>
              </a:ext>
            </a:extLst>
          </p:cNvPr>
          <p:cNvSpPr/>
          <p:nvPr/>
        </p:nvSpPr>
        <p:spPr>
          <a:xfrm>
            <a:off x="2987824" y="2636912"/>
            <a:ext cx="129614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Example shows </a:t>
            </a:r>
          </a:p>
          <a:p>
            <a:r>
              <a:rPr lang="en-US" sz="800" dirty="0">
                <a:solidFill>
                  <a:schemeClr val="tx1"/>
                </a:solidFill>
              </a:rPr>
              <a:t>4 matches per lookup.</a:t>
            </a:r>
          </a:p>
        </p:txBody>
      </p:sp>
      <p:sp>
        <p:nvSpPr>
          <p:cNvPr id="11" name="Rechteck 10">
            <a:extLst>
              <a:ext uri="{FF2B5EF4-FFF2-40B4-BE49-F238E27FC236}">
                <a16:creationId xmlns:a16="http://schemas.microsoft.com/office/drawing/2014/main" id="{36C1B0C5-218B-4058-BB41-48BA6234DC19}"/>
              </a:ext>
            </a:extLst>
          </p:cNvPr>
          <p:cNvSpPr/>
          <p:nvPr/>
        </p:nvSpPr>
        <p:spPr>
          <a:xfrm>
            <a:off x="5544108" y="1736812"/>
            <a:ext cx="129614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All additional rows are</a:t>
            </a:r>
          </a:p>
          <a:p>
            <a:r>
              <a:rPr lang="en-US" sz="800" dirty="0">
                <a:solidFill>
                  <a:schemeClr val="tx1"/>
                </a:solidFill>
              </a:rPr>
              <a:t>inserted below the</a:t>
            </a:r>
          </a:p>
          <a:p>
            <a:r>
              <a:rPr lang="en-US" sz="800" dirty="0">
                <a:solidFill>
                  <a:schemeClr val="tx1"/>
                </a:solidFill>
              </a:rPr>
              <a:t>applicable rows</a:t>
            </a:r>
          </a:p>
        </p:txBody>
      </p:sp>
    </p:spTree>
    <p:extLst>
      <p:ext uri="{BB962C8B-B14F-4D97-AF65-F5344CB8AC3E}">
        <p14:creationId xmlns:p14="http://schemas.microsoft.com/office/powerpoint/2010/main" val="24132015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feil: nach rechts 9">
            <a:extLst>
              <a:ext uri="{FF2B5EF4-FFF2-40B4-BE49-F238E27FC236}">
                <a16:creationId xmlns:a16="http://schemas.microsoft.com/office/drawing/2014/main" id="{4BDCAEF0-B190-430D-82B0-67BF803A7169}"/>
              </a:ext>
            </a:extLst>
          </p:cNvPr>
          <p:cNvSpPr/>
          <p:nvPr/>
        </p:nvSpPr>
        <p:spPr>
          <a:xfrm>
            <a:off x="1547664" y="1304764"/>
            <a:ext cx="2664296" cy="540060"/>
          </a:xfrm>
          <a:prstGeom prst="rightArrow">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2" name="Titel 1"/>
          <p:cNvSpPr>
            <a:spLocks noGrp="1"/>
          </p:cNvSpPr>
          <p:nvPr>
            <p:ph type="title"/>
          </p:nvPr>
        </p:nvSpPr>
        <p:spPr/>
        <p:txBody>
          <a:bodyPr/>
          <a:lstStyle/>
          <a:p>
            <a:r>
              <a:rPr lang="en-US" dirty="0"/>
              <a:t>Table Expand Fast</a:t>
            </a:r>
          </a:p>
        </p:txBody>
      </p:sp>
      <p:sp>
        <p:nvSpPr>
          <p:cNvPr id="4" name="Textplatzhalter 3"/>
          <p:cNvSpPr>
            <a:spLocks noGrp="1"/>
          </p:cNvSpPr>
          <p:nvPr>
            <p:ph type="body" sz="quarter" idx="16"/>
          </p:nvPr>
        </p:nvSpPr>
        <p:spPr/>
        <p:txBody>
          <a:bodyPr/>
          <a:lstStyle/>
          <a:p>
            <a:endParaRPr lang="en-US"/>
          </a:p>
        </p:txBody>
      </p:sp>
      <p:sp>
        <p:nvSpPr>
          <p:cNvPr id="122" name="Rechteck 121">
            <a:extLst>
              <a:ext uri="{FF2B5EF4-FFF2-40B4-BE49-F238E27FC236}">
                <a16:creationId xmlns:a16="http://schemas.microsoft.com/office/drawing/2014/main" id="{AFEC6875-81DB-43DF-832F-C9491F8CF8D6}"/>
              </a:ext>
            </a:extLst>
          </p:cNvPr>
          <p:cNvSpPr/>
          <p:nvPr/>
        </p:nvSpPr>
        <p:spPr>
          <a:xfrm>
            <a:off x="179512" y="7287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expand fast, table expand fast ignore case:</a:t>
            </a:r>
          </a:p>
        </p:txBody>
      </p:sp>
      <p:sp>
        <p:nvSpPr>
          <p:cNvPr id="137" name="Rechteck 136">
            <a:extLst>
              <a:ext uri="{FF2B5EF4-FFF2-40B4-BE49-F238E27FC236}">
                <a16:creationId xmlns:a16="http://schemas.microsoft.com/office/drawing/2014/main" id="{4F9F0AB8-5342-4CB2-8613-A4CC5AB97BF8}"/>
              </a:ext>
            </a:extLst>
          </p:cNvPr>
          <p:cNvSpPr/>
          <p:nvPr/>
        </p:nvSpPr>
        <p:spPr>
          <a:xfrm>
            <a:off x="179512" y="94473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(Parameter 1)</a:t>
            </a:r>
          </a:p>
        </p:txBody>
      </p:sp>
      <p:sp>
        <p:nvSpPr>
          <p:cNvPr id="138" name="Rechteck 137">
            <a:extLst>
              <a:ext uri="{FF2B5EF4-FFF2-40B4-BE49-F238E27FC236}">
                <a16:creationId xmlns:a16="http://schemas.microsoft.com/office/drawing/2014/main" id="{751E1465-A33C-43A0-B050-28954CED84C5}"/>
              </a:ext>
            </a:extLst>
          </p:cNvPr>
          <p:cNvSpPr/>
          <p:nvPr/>
        </p:nvSpPr>
        <p:spPr>
          <a:xfrm>
            <a:off x="2123782" y="321298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 </a:t>
            </a:r>
            <a:r>
              <a:rPr lang="en-US" sz="1000" dirty="0">
                <a:solidFill>
                  <a:schemeClr val="tx1"/>
                </a:solidFill>
              </a:rPr>
              <a:t>(Parameter 4)</a:t>
            </a:r>
          </a:p>
        </p:txBody>
      </p:sp>
      <p:sp>
        <p:nvSpPr>
          <p:cNvPr id="157" name="Rechteck 156">
            <a:extLst>
              <a:ext uri="{FF2B5EF4-FFF2-40B4-BE49-F238E27FC236}">
                <a16:creationId xmlns:a16="http://schemas.microsoft.com/office/drawing/2014/main" id="{1B9A5EA3-9E8C-4127-A04B-0CDF80A30E8F}"/>
              </a:ext>
            </a:extLst>
          </p:cNvPr>
          <p:cNvSpPr/>
          <p:nvPr/>
        </p:nvSpPr>
        <p:spPr>
          <a:xfrm>
            <a:off x="6300244" y="4005064"/>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8" name="Rechteck 157">
            <a:extLst>
              <a:ext uri="{FF2B5EF4-FFF2-40B4-BE49-F238E27FC236}">
                <a16:creationId xmlns:a16="http://schemas.microsoft.com/office/drawing/2014/main" id="{94D16803-F8CA-4E8D-A9C6-D9E5B16C3777}"/>
              </a:ext>
            </a:extLst>
          </p:cNvPr>
          <p:cNvSpPr/>
          <p:nvPr/>
        </p:nvSpPr>
        <p:spPr>
          <a:xfrm>
            <a:off x="4427988" y="4005064"/>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Destination column</a:t>
            </a:r>
          </a:p>
          <a:p>
            <a:r>
              <a:rPr lang="en-US" sz="1000" dirty="0">
                <a:solidFill>
                  <a:schemeClr val="tx1"/>
                </a:solidFill>
              </a:rPr>
              <a:t>(Parameter 3)</a:t>
            </a:r>
          </a:p>
        </p:txBody>
      </p:sp>
      <p:sp>
        <p:nvSpPr>
          <p:cNvPr id="161" name="Rechteck 160">
            <a:extLst>
              <a:ext uri="{FF2B5EF4-FFF2-40B4-BE49-F238E27FC236}">
                <a16:creationId xmlns:a16="http://schemas.microsoft.com/office/drawing/2014/main" id="{0EF2733F-B59C-4F3D-A99D-788946381A2C}"/>
              </a:ext>
            </a:extLst>
          </p:cNvPr>
          <p:cNvSpPr/>
          <p:nvPr/>
        </p:nvSpPr>
        <p:spPr>
          <a:xfrm>
            <a:off x="4283968" y="3392996"/>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a:extLst>
              <a:ext uri="{FF2B5EF4-FFF2-40B4-BE49-F238E27FC236}">
                <a16:creationId xmlns:a16="http://schemas.microsoft.com/office/drawing/2014/main" id="{5820EFAD-AE4C-4A8F-B295-9D836F6E4D73}"/>
              </a:ext>
            </a:extLst>
          </p:cNvPr>
          <p:cNvSpPr/>
          <p:nvPr/>
        </p:nvSpPr>
        <p:spPr>
          <a:xfrm>
            <a:off x="4427988" y="3392996"/>
            <a:ext cx="1007992"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Input column</a:t>
            </a:r>
            <a:br>
              <a:rPr lang="en-US" sz="1000" dirty="0">
                <a:solidFill>
                  <a:schemeClr val="tx1"/>
                </a:solidFill>
              </a:rPr>
            </a:br>
            <a:r>
              <a:rPr lang="en-US" sz="1000" dirty="0">
                <a:solidFill>
                  <a:schemeClr val="tx1"/>
                </a:solidFill>
              </a:rPr>
              <a:t>(Parameter 2)</a:t>
            </a:r>
          </a:p>
        </p:txBody>
      </p:sp>
      <p:sp>
        <p:nvSpPr>
          <p:cNvPr id="164" name="Rechteck 163">
            <a:extLst>
              <a:ext uri="{FF2B5EF4-FFF2-40B4-BE49-F238E27FC236}">
                <a16:creationId xmlns:a16="http://schemas.microsoft.com/office/drawing/2014/main" id="{6097927B-CA28-4EDA-9644-1C2D867F13EF}"/>
              </a:ext>
            </a:extLst>
          </p:cNvPr>
          <p:cNvSpPr/>
          <p:nvPr/>
        </p:nvSpPr>
        <p:spPr>
          <a:xfrm>
            <a:off x="4283968" y="4005064"/>
            <a:ext cx="144020" cy="50407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a:extLst>
              <a:ext uri="{FF2B5EF4-FFF2-40B4-BE49-F238E27FC236}">
                <a16:creationId xmlns:a16="http://schemas.microsoft.com/office/drawing/2014/main" id="{1768A519-EC63-40F9-8232-880245B6594E}"/>
              </a:ext>
            </a:extLst>
          </p:cNvPr>
          <p:cNvSpPr/>
          <p:nvPr/>
        </p:nvSpPr>
        <p:spPr>
          <a:xfrm>
            <a:off x="6444264" y="4005064"/>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Output column</a:t>
            </a:r>
          </a:p>
          <a:p>
            <a:r>
              <a:rPr lang="en-US" sz="1000" dirty="0">
                <a:solidFill>
                  <a:schemeClr val="tx1"/>
                </a:solidFill>
              </a:rPr>
              <a:t>(Parameter 6)</a:t>
            </a:r>
          </a:p>
        </p:txBody>
      </p:sp>
      <p:sp>
        <p:nvSpPr>
          <p:cNvPr id="166" name="Rechteck 165">
            <a:extLst>
              <a:ext uri="{FF2B5EF4-FFF2-40B4-BE49-F238E27FC236}">
                <a16:creationId xmlns:a16="http://schemas.microsoft.com/office/drawing/2014/main" id="{E865BB97-E3C9-45A0-80EA-144E359A51AD}"/>
              </a:ext>
            </a:extLst>
          </p:cNvPr>
          <p:cNvSpPr/>
          <p:nvPr/>
        </p:nvSpPr>
        <p:spPr>
          <a:xfrm>
            <a:off x="6300244" y="3392996"/>
            <a:ext cx="144020" cy="50407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7" name="Rechteck 166">
            <a:extLst>
              <a:ext uri="{FF2B5EF4-FFF2-40B4-BE49-F238E27FC236}">
                <a16:creationId xmlns:a16="http://schemas.microsoft.com/office/drawing/2014/main" id="{03709FE2-2158-4A6E-87A0-69C79B97EB82}"/>
              </a:ext>
            </a:extLst>
          </p:cNvPr>
          <p:cNvSpPr/>
          <p:nvPr/>
        </p:nvSpPr>
        <p:spPr>
          <a:xfrm>
            <a:off x="6444264" y="3392996"/>
            <a:ext cx="12240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Search column</a:t>
            </a:r>
          </a:p>
          <a:p>
            <a:r>
              <a:rPr lang="en-US" sz="1000" dirty="0">
                <a:solidFill>
                  <a:schemeClr val="tx1"/>
                </a:solidFill>
              </a:rPr>
              <a:t>(Parameter 5)</a:t>
            </a:r>
          </a:p>
        </p:txBody>
      </p:sp>
      <p:sp>
        <p:nvSpPr>
          <p:cNvPr id="168" name="Pfeil nach rechts 16">
            <a:extLst>
              <a:ext uri="{FF2B5EF4-FFF2-40B4-BE49-F238E27FC236}">
                <a16:creationId xmlns:a16="http://schemas.microsoft.com/office/drawing/2014/main" id="{EE88AECB-9EAE-4188-A786-F61699A49F9C}"/>
              </a:ext>
            </a:extLst>
          </p:cNvPr>
          <p:cNvSpPr/>
          <p:nvPr/>
        </p:nvSpPr>
        <p:spPr>
          <a:xfrm flipH="1">
            <a:off x="5724164" y="4221094"/>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9" name="Pfeil nach links und rechts 17">
            <a:extLst>
              <a:ext uri="{FF2B5EF4-FFF2-40B4-BE49-F238E27FC236}">
                <a16:creationId xmlns:a16="http://schemas.microsoft.com/office/drawing/2014/main" id="{74948164-BAA3-40AF-B12B-A5CDD12954CD}"/>
              </a:ext>
            </a:extLst>
          </p:cNvPr>
          <p:cNvSpPr/>
          <p:nvPr/>
        </p:nvSpPr>
        <p:spPr>
          <a:xfrm>
            <a:off x="5724164" y="3537016"/>
            <a:ext cx="360050" cy="216030"/>
          </a:xfrm>
          <a:prstGeom prst="lef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a:extLst>
              <a:ext uri="{FF2B5EF4-FFF2-40B4-BE49-F238E27FC236}">
                <a16:creationId xmlns:a16="http://schemas.microsoft.com/office/drawing/2014/main" id="{5AA15E8D-ED3C-4F0F-A594-6C5D34CB9180}"/>
              </a:ext>
            </a:extLst>
          </p:cNvPr>
          <p:cNvSpPr/>
          <p:nvPr/>
        </p:nvSpPr>
        <p:spPr>
          <a:xfrm>
            <a:off x="6300076" y="4653136"/>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1" name="Rechteck 170">
            <a:extLst>
              <a:ext uri="{FF2B5EF4-FFF2-40B4-BE49-F238E27FC236}">
                <a16:creationId xmlns:a16="http://schemas.microsoft.com/office/drawing/2014/main" id="{5B6EFA20-CCBB-4CAB-8B66-9C67D67C40FA}"/>
              </a:ext>
            </a:extLst>
          </p:cNvPr>
          <p:cNvSpPr/>
          <p:nvPr/>
        </p:nvSpPr>
        <p:spPr>
          <a:xfrm>
            <a:off x="6444096" y="4653136"/>
            <a:ext cx="122423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Counter column</a:t>
            </a:r>
          </a:p>
          <a:p>
            <a:r>
              <a:rPr lang="en-US" sz="1000" dirty="0">
                <a:solidFill>
                  <a:schemeClr val="tx1"/>
                </a:solidFill>
              </a:rPr>
              <a:t>(Parameter 9)</a:t>
            </a:r>
          </a:p>
          <a:p>
            <a:r>
              <a:rPr lang="en-US" sz="1000" dirty="0">
                <a:solidFill>
                  <a:schemeClr val="tx1"/>
                </a:solidFill>
              </a:rPr>
              <a:t>optional</a:t>
            </a:r>
          </a:p>
        </p:txBody>
      </p:sp>
      <p:sp>
        <p:nvSpPr>
          <p:cNvPr id="172" name="Rechteck 171">
            <a:extLst>
              <a:ext uri="{FF2B5EF4-FFF2-40B4-BE49-F238E27FC236}">
                <a16:creationId xmlns:a16="http://schemas.microsoft.com/office/drawing/2014/main" id="{18363F7A-F9C1-4D22-9D01-7E6E77584009}"/>
              </a:ext>
            </a:extLst>
          </p:cNvPr>
          <p:cNvSpPr/>
          <p:nvPr/>
        </p:nvSpPr>
        <p:spPr>
          <a:xfrm>
            <a:off x="5507988" y="378904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Compared</a:t>
            </a:r>
          </a:p>
        </p:txBody>
      </p:sp>
      <p:sp>
        <p:nvSpPr>
          <p:cNvPr id="173" name="Rechteck 172">
            <a:extLst>
              <a:ext uri="{FF2B5EF4-FFF2-40B4-BE49-F238E27FC236}">
                <a16:creationId xmlns:a16="http://schemas.microsoft.com/office/drawing/2014/main" id="{B8085AC4-E073-419C-9517-9C50BB3A5216}"/>
              </a:ext>
            </a:extLst>
          </p:cNvPr>
          <p:cNvSpPr/>
          <p:nvPr/>
        </p:nvSpPr>
        <p:spPr>
          <a:xfrm>
            <a:off x="5507988" y="4473088"/>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Transferred</a:t>
            </a:r>
          </a:p>
        </p:txBody>
      </p:sp>
      <p:sp>
        <p:nvSpPr>
          <p:cNvPr id="174" name="Rechteck 173">
            <a:extLst>
              <a:ext uri="{FF2B5EF4-FFF2-40B4-BE49-F238E27FC236}">
                <a16:creationId xmlns:a16="http://schemas.microsoft.com/office/drawing/2014/main" id="{1DA5BD6A-8336-4DD0-BA9B-FBAD5996A61E}"/>
              </a:ext>
            </a:extLst>
          </p:cNvPr>
          <p:cNvSpPr/>
          <p:nvPr/>
        </p:nvSpPr>
        <p:spPr>
          <a:xfrm>
            <a:off x="4211960" y="321297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a:t>
            </a:r>
          </a:p>
        </p:txBody>
      </p:sp>
      <p:sp>
        <p:nvSpPr>
          <p:cNvPr id="175" name="Rechteck 174">
            <a:extLst>
              <a:ext uri="{FF2B5EF4-FFF2-40B4-BE49-F238E27FC236}">
                <a16:creationId xmlns:a16="http://schemas.microsoft.com/office/drawing/2014/main" id="{2EE0F3E6-3012-4885-B076-25EC38A34306}"/>
              </a:ext>
            </a:extLst>
          </p:cNvPr>
          <p:cNvSpPr/>
          <p:nvPr/>
        </p:nvSpPr>
        <p:spPr>
          <a:xfrm>
            <a:off x="6264188" y="3212976"/>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Lookup Table:</a:t>
            </a:r>
          </a:p>
        </p:txBody>
      </p:sp>
      <p:sp>
        <p:nvSpPr>
          <p:cNvPr id="176" name="Ellipse 175">
            <a:extLst>
              <a:ext uri="{FF2B5EF4-FFF2-40B4-BE49-F238E27FC236}">
                <a16:creationId xmlns:a16="http://schemas.microsoft.com/office/drawing/2014/main" id="{7F598BD8-626F-4959-82B4-90CF68905D9E}"/>
              </a:ext>
            </a:extLst>
          </p:cNvPr>
          <p:cNvSpPr/>
          <p:nvPr/>
        </p:nvSpPr>
        <p:spPr>
          <a:xfrm>
            <a:off x="5832140" y="4725144"/>
            <a:ext cx="216024"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000" dirty="0">
                <a:solidFill>
                  <a:schemeClr val="tx1"/>
                </a:solidFill>
              </a:rPr>
              <a:t>+1</a:t>
            </a:r>
          </a:p>
        </p:txBody>
      </p:sp>
      <p:sp>
        <p:nvSpPr>
          <p:cNvPr id="177" name="Rechteck 176">
            <a:extLst>
              <a:ext uri="{FF2B5EF4-FFF2-40B4-BE49-F238E27FC236}">
                <a16:creationId xmlns:a16="http://schemas.microsoft.com/office/drawing/2014/main" id="{A209E512-58BF-44DE-B345-E171E2D5D3F0}"/>
              </a:ext>
            </a:extLst>
          </p:cNvPr>
          <p:cNvSpPr/>
          <p:nvPr/>
        </p:nvSpPr>
        <p:spPr>
          <a:xfrm>
            <a:off x="3707948" y="3465006"/>
            <a:ext cx="72010" cy="13321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a:extLst>
              <a:ext uri="{FF2B5EF4-FFF2-40B4-BE49-F238E27FC236}">
                <a16:creationId xmlns:a16="http://schemas.microsoft.com/office/drawing/2014/main" id="{62EEEADB-13BD-4EE9-A65F-A9D78D128025}"/>
              </a:ext>
            </a:extLst>
          </p:cNvPr>
          <p:cNvSpPr/>
          <p:nvPr/>
        </p:nvSpPr>
        <p:spPr>
          <a:xfrm>
            <a:off x="2699808" y="3465006"/>
            <a:ext cx="14402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a:extLst>
              <a:ext uri="{FF2B5EF4-FFF2-40B4-BE49-F238E27FC236}">
                <a16:creationId xmlns:a16="http://schemas.microsoft.com/office/drawing/2014/main" id="{A06ED8FA-356E-4CA7-B9D4-4BC7A3523B77}"/>
              </a:ext>
            </a:extLst>
          </p:cNvPr>
          <p:cNvSpPr/>
          <p:nvPr/>
        </p:nvSpPr>
        <p:spPr>
          <a:xfrm>
            <a:off x="2915838" y="3465006"/>
            <a:ext cx="288040" cy="13321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a:extLst>
              <a:ext uri="{FF2B5EF4-FFF2-40B4-BE49-F238E27FC236}">
                <a16:creationId xmlns:a16="http://schemas.microsoft.com/office/drawing/2014/main" id="{012934D5-1F16-4B77-A1D0-237641CA5AA3}"/>
              </a:ext>
            </a:extLst>
          </p:cNvPr>
          <p:cNvSpPr/>
          <p:nvPr/>
        </p:nvSpPr>
        <p:spPr>
          <a:xfrm>
            <a:off x="2123728" y="3392996"/>
            <a:ext cx="1800250" cy="14041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1" name="Rechteck 180">
            <a:extLst>
              <a:ext uri="{FF2B5EF4-FFF2-40B4-BE49-F238E27FC236}">
                <a16:creationId xmlns:a16="http://schemas.microsoft.com/office/drawing/2014/main" id="{E1EE5C10-E173-4B4C-9F3E-ED4EC385DF88}"/>
              </a:ext>
            </a:extLst>
          </p:cNvPr>
          <p:cNvSpPr/>
          <p:nvPr/>
        </p:nvSpPr>
        <p:spPr>
          <a:xfrm>
            <a:off x="2123728" y="3465006"/>
            <a:ext cx="1800250" cy="1332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2" name="Rechteck 181">
            <a:extLst>
              <a:ext uri="{FF2B5EF4-FFF2-40B4-BE49-F238E27FC236}">
                <a16:creationId xmlns:a16="http://schemas.microsoft.com/office/drawing/2014/main" id="{8CEC805B-2426-4E3B-8484-B71210502F9E}"/>
              </a:ext>
            </a:extLst>
          </p:cNvPr>
          <p:cNvSpPr/>
          <p:nvPr/>
        </p:nvSpPr>
        <p:spPr>
          <a:xfrm>
            <a:off x="2267748" y="3465006"/>
            <a:ext cx="144020" cy="13321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83" name="Gerade Verbindung 77">
            <a:extLst>
              <a:ext uri="{FF2B5EF4-FFF2-40B4-BE49-F238E27FC236}">
                <a16:creationId xmlns:a16="http://schemas.microsoft.com/office/drawing/2014/main" id="{C45AD611-0A42-4E1A-BC94-8E82C3B03145}"/>
              </a:ext>
            </a:extLst>
          </p:cNvPr>
          <p:cNvCxnSpPr/>
          <p:nvPr/>
        </p:nvCxnSpPr>
        <p:spPr>
          <a:xfrm>
            <a:off x="2123728" y="3465006"/>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84" name="Rechteck 183">
            <a:extLst>
              <a:ext uri="{FF2B5EF4-FFF2-40B4-BE49-F238E27FC236}">
                <a16:creationId xmlns:a16="http://schemas.microsoft.com/office/drawing/2014/main" id="{A41728DB-D4E7-4BEA-A959-4EEB474E05C3}"/>
              </a:ext>
            </a:extLst>
          </p:cNvPr>
          <p:cNvSpPr/>
          <p:nvPr/>
        </p:nvSpPr>
        <p:spPr>
          <a:xfrm>
            <a:off x="2123728" y="4329126"/>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5" name="Rechteck 184">
            <a:extLst>
              <a:ext uri="{FF2B5EF4-FFF2-40B4-BE49-F238E27FC236}">
                <a16:creationId xmlns:a16="http://schemas.microsoft.com/office/drawing/2014/main" id="{3D0C45B3-22E6-4D4E-AB24-5DE16B578860}"/>
              </a:ext>
            </a:extLst>
          </p:cNvPr>
          <p:cNvSpPr/>
          <p:nvPr/>
        </p:nvSpPr>
        <p:spPr>
          <a:xfrm>
            <a:off x="2699828" y="4329126"/>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6" name="Rechteck 185">
            <a:extLst>
              <a:ext uri="{FF2B5EF4-FFF2-40B4-BE49-F238E27FC236}">
                <a16:creationId xmlns:a16="http://schemas.microsoft.com/office/drawing/2014/main" id="{E613CB78-5EB9-4162-988F-60F826482AB4}"/>
              </a:ext>
            </a:extLst>
          </p:cNvPr>
          <p:cNvSpPr/>
          <p:nvPr/>
        </p:nvSpPr>
        <p:spPr>
          <a:xfrm>
            <a:off x="2915838" y="4329126"/>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a:extLst>
              <a:ext uri="{FF2B5EF4-FFF2-40B4-BE49-F238E27FC236}">
                <a16:creationId xmlns:a16="http://schemas.microsoft.com/office/drawing/2014/main" id="{E09983E2-94A6-4CE0-8FAD-CC4CC2AB4E12}"/>
              </a:ext>
            </a:extLst>
          </p:cNvPr>
          <p:cNvSpPr/>
          <p:nvPr/>
        </p:nvSpPr>
        <p:spPr>
          <a:xfrm>
            <a:off x="3059878" y="4329126"/>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a:extLst>
              <a:ext uri="{FF2B5EF4-FFF2-40B4-BE49-F238E27FC236}">
                <a16:creationId xmlns:a16="http://schemas.microsoft.com/office/drawing/2014/main" id="{2C8CC332-ADDF-43D4-96DB-B5A308A810A8}"/>
              </a:ext>
            </a:extLst>
          </p:cNvPr>
          <p:cNvSpPr/>
          <p:nvPr/>
        </p:nvSpPr>
        <p:spPr>
          <a:xfrm>
            <a:off x="2267748" y="4329126"/>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a:extLst>
              <a:ext uri="{FF2B5EF4-FFF2-40B4-BE49-F238E27FC236}">
                <a16:creationId xmlns:a16="http://schemas.microsoft.com/office/drawing/2014/main" id="{037C651A-4C64-4BBA-B934-B41C11FC4407}"/>
              </a:ext>
            </a:extLst>
          </p:cNvPr>
          <p:cNvSpPr/>
          <p:nvPr/>
        </p:nvSpPr>
        <p:spPr>
          <a:xfrm>
            <a:off x="3707948" y="4329126"/>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a:extLst>
              <a:ext uri="{FF2B5EF4-FFF2-40B4-BE49-F238E27FC236}">
                <a16:creationId xmlns:a16="http://schemas.microsoft.com/office/drawing/2014/main" id="{61803318-E801-4F5D-8ACD-58465B2F3281}"/>
              </a:ext>
            </a:extLst>
          </p:cNvPr>
          <p:cNvSpPr/>
          <p:nvPr/>
        </p:nvSpPr>
        <p:spPr>
          <a:xfrm>
            <a:off x="5508104" y="4977172"/>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per match</a:t>
            </a:r>
          </a:p>
        </p:txBody>
      </p:sp>
      <p:sp>
        <p:nvSpPr>
          <p:cNvPr id="204" name="Rechteck 203">
            <a:extLst>
              <a:ext uri="{FF2B5EF4-FFF2-40B4-BE49-F238E27FC236}">
                <a16:creationId xmlns:a16="http://schemas.microsoft.com/office/drawing/2014/main" id="{93E36FFA-641D-4FAB-91F2-FECE2FF223FC}"/>
              </a:ext>
            </a:extLst>
          </p:cNvPr>
          <p:cNvSpPr/>
          <p:nvPr/>
        </p:nvSpPr>
        <p:spPr>
          <a:xfrm>
            <a:off x="2123728" y="4905164"/>
            <a:ext cx="345638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During the lookup call:</a:t>
            </a:r>
          </a:p>
          <a:p>
            <a:r>
              <a:rPr lang="en-US" sz="800" dirty="0">
                <a:solidFill>
                  <a:schemeClr val="tx1"/>
                </a:solidFill>
              </a:rPr>
              <a:t>If the target table contains the same values in the input column</a:t>
            </a:r>
          </a:p>
          <a:p>
            <a:r>
              <a:rPr lang="en-US" sz="800" dirty="0">
                <a:solidFill>
                  <a:schemeClr val="tx1"/>
                </a:solidFill>
                <a:sym typeface="Wingdings" panose="05000000000000000000" pitchFamily="2" charset="2"/>
              </a:rPr>
              <a:t>again, then the same entry in the lookup table will be retrieved again.</a:t>
            </a:r>
          </a:p>
        </p:txBody>
      </p:sp>
      <p:sp>
        <p:nvSpPr>
          <p:cNvPr id="219" name="Rechteck 218">
            <a:extLst>
              <a:ext uri="{FF2B5EF4-FFF2-40B4-BE49-F238E27FC236}">
                <a16:creationId xmlns:a16="http://schemas.microsoft.com/office/drawing/2014/main" id="{31DBD1CE-3178-429A-A4B4-81ABE8710F8B}"/>
              </a:ext>
            </a:extLst>
          </p:cNvPr>
          <p:cNvSpPr/>
          <p:nvPr/>
        </p:nvSpPr>
        <p:spPr>
          <a:xfrm>
            <a:off x="2123728" y="450911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0" name="Rechteck 219">
            <a:extLst>
              <a:ext uri="{FF2B5EF4-FFF2-40B4-BE49-F238E27FC236}">
                <a16:creationId xmlns:a16="http://schemas.microsoft.com/office/drawing/2014/main" id="{8CBF4912-7278-4805-8591-8D46EA749A7B}"/>
              </a:ext>
            </a:extLst>
          </p:cNvPr>
          <p:cNvSpPr/>
          <p:nvPr/>
        </p:nvSpPr>
        <p:spPr>
          <a:xfrm>
            <a:off x="2699828" y="450911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1" name="Rechteck 220">
            <a:extLst>
              <a:ext uri="{FF2B5EF4-FFF2-40B4-BE49-F238E27FC236}">
                <a16:creationId xmlns:a16="http://schemas.microsoft.com/office/drawing/2014/main" id="{61402186-78F1-4918-B1B8-BB4823DC8D08}"/>
              </a:ext>
            </a:extLst>
          </p:cNvPr>
          <p:cNvSpPr/>
          <p:nvPr/>
        </p:nvSpPr>
        <p:spPr>
          <a:xfrm>
            <a:off x="2915838" y="450911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2" name="Rechteck 221">
            <a:extLst>
              <a:ext uri="{FF2B5EF4-FFF2-40B4-BE49-F238E27FC236}">
                <a16:creationId xmlns:a16="http://schemas.microsoft.com/office/drawing/2014/main" id="{37641AC5-EE03-404B-94B7-4C95225D51F7}"/>
              </a:ext>
            </a:extLst>
          </p:cNvPr>
          <p:cNvSpPr/>
          <p:nvPr/>
        </p:nvSpPr>
        <p:spPr>
          <a:xfrm>
            <a:off x="3059878" y="450911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3" name="Rechteck 222">
            <a:extLst>
              <a:ext uri="{FF2B5EF4-FFF2-40B4-BE49-F238E27FC236}">
                <a16:creationId xmlns:a16="http://schemas.microsoft.com/office/drawing/2014/main" id="{ECAC5089-3598-43D1-933D-B5351E39BF05}"/>
              </a:ext>
            </a:extLst>
          </p:cNvPr>
          <p:cNvSpPr/>
          <p:nvPr/>
        </p:nvSpPr>
        <p:spPr>
          <a:xfrm>
            <a:off x="2267748" y="4509118"/>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a:extLst>
              <a:ext uri="{FF2B5EF4-FFF2-40B4-BE49-F238E27FC236}">
                <a16:creationId xmlns:a16="http://schemas.microsoft.com/office/drawing/2014/main" id="{26B70200-C39F-4845-B65A-1D13239D0B8D}"/>
              </a:ext>
            </a:extLst>
          </p:cNvPr>
          <p:cNvSpPr/>
          <p:nvPr/>
        </p:nvSpPr>
        <p:spPr>
          <a:xfrm>
            <a:off x="3707948" y="450911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1" name="Rechteck 230">
            <a:extLst>
              <a:ext uri="{FF2B5EF4-FFF2-40B4-BE49-F238E27FC236}">
                <a16:creationId xmlns:a16="http://schemas.microsoft.com/office/drawing/2014/main" id="{E050BBA5-84BA-45C8-8245-569BB6A2885B}"/>
              </a:ext>
            </a:extLst>
          </p:cNvPr>
          <p:cNvSpPr/>
          <p:nvPr/>
        </p:nvSpPr>
        <p:spPr>
          <a:xfrm>
            <a:off x="2123728" y="4581128"/>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2" name="Rechteck 231">
            <a:extLst>
              <a:ext uri="{FF2B5EF4-FFF2-40B4-BE49-F238E27FC236}">
                <a16:creationId xmlns:a16="http://schemas.microsoft.com/office/drawing/2014/main" id="{20CB3A91-0E0C-4B17-A778-2B982082E69A}"/>
              </a:ext>
            </a:extLst>
          </p:cNvPr>
          <p:cNvSpPr/>
          <p:nvPr/>
        </p:nvSpPr>
        <p:spPr>
          <a:xfrm>
            <a:off x="2699828" y="458112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3" name="Rechteck 232">
            <a:extLst>
              <a:ext uri="{FF2B5EF4-FFF2-40B4-BE49-F238E27FC236}">
                <a16:creationId xmlns:a16="http://schemas.microsoft.com/office/drawing/2014/main" id="{9ADC45B0-AF01-4707-82AF-1E5C7ACC8B4B}"/>
              </a:ext>
            </a:extLst>
          </p:cNvPr>
          <p:cNvSpPr/>
          <p:nvPr/>
        </p:nvSpPr>
        <p:spPr>
          <a:xfrm>
            <a:off x="2915838" y="458112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4" name="Rechteck 233">
            <a:extLst>
              <a:ext uri="{FF2B5EF4-FFF2-40B4-BE49-F238E27FC236}">
                <a16:creationId xmlns:a16="http://schemas.microsoft.com/office/drawing/2014/main" id="{5A1F7749-2B8E-4FEB-844A-D961434CDC4D}"/>
              </a:ext>
            </a:extLst>
          </p:cNvPr>
          <p:cNvSpPr/>
          <p:nvPr/>
        </p:nvSpPr>
        <p:spPr>
          <a:xfrm>
            <a:off x="3059878" y="4581128"/>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5" name="Rechteck 234">
            <a:extLst>
              <a:ext uri="{FF2B5EF4-FFF2-40B4-BE49-F238E27FC236}">
                <a16:creationId xmlns:a16="http://schemas.microsoft.com/office/drawing/2014/main" id="{D4E4BC33-C8BB-4664-8986-DB713DC84D64}"/>
              </a:ext>
            </a:extLst>
          </p:cNvPr>
          <p:cNvSpPr/>
          <p:nvPr/>
        </p:nvSpPr>
        <p:spPr>
          <a:xfrm>
            <a:off x="2267748" y="4581128"/>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6" name="Rechteck 235">
            <a:extLst>
              <a:ext uri="{FF2B5EF4-FFF2-40B4-BE49-F238E27FC236}">
                <a16:creationId xmlns:a16="http://schemas.microsoft.com/office/drawing/2014/main" id="{914162E9-57FB-4DA3-B95C-D951745F2075}"/>
              </a:ext>
            </a:extLst>
          </p:cNvPr>
          <p:cNvSpPr/>
          <p:nvPr/>
        </p:nvSpPr>
        <p:spPr>
          <a:xfrm>
            <a:off x="3707948" y="4581128"/>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7" name="Rechteck 236">
            <a:extLst>
              <a:ext uri="{FF2B5EF4-FFF2-40B4-BE49-F238E27FC236}">
                <a16:creationId xmlns:a16="http://schemas.microsoft.com/office/drawing/2014/main" id="{8C613763-D426-46D7-8244-976809F84F0D}"/>
              </a:ext>
            </a:extLst>
          </p:cNvPr>
          <p:cNvSpPr/>
          <p:nvPr/>
        </p:nvSpPr>
        <p:spPr>
          <a:xfrm>
            <a:off x="2123728" y="3897052"/>
            <a:ext cx="180025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38" name="Rechteck 237">
            <a:extLst>
              <a:ext uri="{FF2B5EF4-FFF2-40B4-BE49-F238E27FC236}">
                <a16:creationId xmlns:a16="http://schemas.microsoft.com/office/drawing/2014/main" id="{EC4645F4-A62F-4292-B6C4-3D89B07917C5}"/>
              </a:ext>
            </a:extLst>
          </p:cNvPr>
          <p:cNvSpPr/>
          <p:nvPr/>
        </p:nvSpPr>
        <p:spPr>
          <a:xfrm>
            <a:off x="2699828" y="389705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9" name="Rechteck 238">
            <a:extLst>
              <a:ext uri="{FF2B5EF4-FFF2-40B4-BE49-F238E27FC236}">
                <a16:creationId xmlns:a16="http://schemas.microsoft.com/office/drawing/2014/main" id="{1DFBC8EA-9F14-4A99-B572-3A9CAA882099}"/>
              </a:ext>
            </a:extLst>
          </p:cNvPr>
          <p:cNvSpPr/>
          <p:nvPr/>
        </p:nvSpPr>
        <p:spPr>
          <a:xfrm>
            <a:off x="2915838" y="389705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0" name="Rechteck 239">
            <a:extLst>
              <a:ext uri="{FF2B5EF4-FFF2-40B4-BE49-F238E27FC236}">
                <a16:creationId xmlns:a16="http://schemas.microsoft.com/office/drawing/2014/main" id="{B42D9DA6-24CE-442B-9FA8-1BC8D6225C32}"/>
              </a:ext>
            </a:extLst>
          </p:cNvPr>
          <p:cNvSpPr/>
          <p:nvPr/>
        </p:nvSpPr>
        <p:spPr>
          <a:xfrm>
            <a:off x="3059878" y="3897052"/>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1" name="Rechteck 240">
            <a:extLst>
              <a:ext uri="{FF2B5EF4-FFF2-40B4-BE49-F238E27FC236}">
                <a16:creationId xmlns:a16="http://schemas.microsoft.com/office/drawing/2014/main" id="{907F44B2-2D7A-4938-A8A9-39C6CC9F412E}"/>
              </a:ext>
            </a:extLst>
          </p:cNvPr>
          <p:cNvSpPr/>
          <p:nvPr/>
        </p:nvSpPr>
        <p:spPr>
          <a:xfrm>
            <a:off x="2267748" y="3897052"/>
            <a:ext cx="14400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2" name="Rechteck 241">
            <a:extLst>
              <a:ext uri="{FF2B5EF4-FFF2-40B4-BE49-F238E27FC236}">
                <a16:creationId xmlns:a16="http://schemas.microsoft.com/office/drawing/2014/main" id="{43444C97-714B-41F2-BD9B-B53BCB368405}"/>
              </a:ext>
            </a:extLst>
          </p:cNvPr>
          <p:cNvSpPr/>
          <p:nvPr/>
        </p:nvSpPr>
        <p:spPr>
          <a:xfrm>
            <a:off x="3707948" y="3897052"/>
            <a:ext cx="7201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3" name="Rechteck 242">
            <a:extLst>
              <a:ext uri="{FF2B5EF4-FFF2-40B4-BE49-F238E27FC236}">
                <a16:creationId xmlns:a16="http://schemas.microsoft.com/office/drawing/2014/main" id="{DD31B39F-52FA-46CB-9278-4F5CFEAC3C94}"/>
              </a:ext>
            </a:extLst>
          </p:cNvPr>
          <p:cNvSpPr/>
          <p:nvPr/>
        </p:nvSpPr>
        <p:spPr>
          <a:xfrm>
            <a:off x="5220064" y="1196752"/>
            <a:ext cx="144020" cy="1944216"/>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4" name="Rechteck 243">
            <a:extLst>
              <a:ext uri="{FF2B5EF4-FFF2-40B4-BE49-F238E27FC236}">
                <a16:creationId xmlns:a16="http://schemas.microsoft.com/office/drawing/2014/main" id="{D768F31C-7251-4C69-B5FC-9FE47CC4A383}"/>
              </a:ext>
            </a:extLst>
          </p:cNvPr>
          <p:cNvSpPr/>
          <p:nvPr/>
        </p:nvSpPr>
        <p:spPr>
          <a:xfrm>
            <a:off x="4788004" y="1196752"/>
            <a:ext cx="288040" cy="1944216"/>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5" name="Rechteck 244">
            <a:extLst>
              <a:ext uri="{FF2B5EF4-FFF2-40B4-BE49-F238E27FC236}">
                <a16:creationId xmlns:a16="http://schemas.microsoft.com/office/drawing/2014/main" id="{8266B1D3-DE59-4CAC-AC42-B530BDEAA5EA}"/>
              </a:ext>
            </a:extLst>
          </p:cNvPr>
          <p:cNvSpPr/>
          <p:nvPr/>
        </p:nvSpPr>
        <p:spPr>
          <a:xfrm>
            <a:off x="4283934" y="1124742"/>
            <a:ext cx="1224170" cy="201622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6" name="Rechteck 245">
            <a:extLst>
              <a:ext uri="{FF2B5EF4-FFF2-40B4-BE49-F238E27FC236}">
                <a16:creationId xmlns:a16="http://schemas.microsoft.com/office/drawing/2014/main" id="{29DC4865-16C1-477F-8927-39B6696A3828}"/>
              </a:ext>
            </a:extLst>
          </p:cNvPr>
          <p:cNvSpPr/>
          <p:nvPr/>
        </p:nvSpPr>
        <p:spPr>
          <a:xfrm>
            <a:off x="4283934" y="1196752"/>
            <a:ext cx="1224170" cy="194400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47" name="Rechteck 246">
            <a:extLst>
              <a:ext uri="{FF2B5EF4-FFF2-40B4-BE49-F238E27FC236}">
                <a16:creationId xmlns:a16="http://schemas.microsoft.com/office/drawing/2014/main" id="{7E425773-F433-4BCD-B380-48E1960670EB}"/>
              </a:ext>
            </a:extLst>
          </p:cNvPr>
          <p:cNvSpPr/>
          <p:nvPr/>
        </p:nvSpPr>
        <p:spPr>
          <a:xfrm>
            <a:off x="4499964" y="1196752"/>
            <a:ext cx="144020" cy="1944216"/>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48" name="Gerade Verbindung 374">
            <a:extLst>
              <a:ext uri="{FF2B5EF4-FFF2-40B4-BE49-F238E27FC236}">
                <a16:creationId xmlns:a16="http://schemas.microsoft.com/office/drawing/2014/main" id="{A97DF245-BA59-461E-8A2C-89E16B1379DB}"/>
              </a:ext>
            </a:extLst>
          </p:cNvPr>
          <p:cNvCxnSpPr/>
          <p:nvPr/>
        </p:nvCxnSpPr>
        <p:spPr>
          <a:xfrm>
            <a:off x="4283934" y="1196752"/>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249" name="Rechteck 248">
            <a:extLst>
              <a:ext uri="{FF2B5EF4-FFF2-40B4-BE49-F238E27FC236}">
                <a16:creationId xmlns:a16="http://schemas.microsoft.com/office/drawing/2014/main" id="{6CC19345-2697-4B36-9A80-2D29028DEED8}"/>
              </a:ext>
            </a:extLst>
          </p:cNvPr>
          <p:cNvSpPr/>
          <p:nvPr/>
        </p:nvSpPr>
        <p:spPr>
          <a:xfrm>
            <a:off x="4283934" y="1484778"/>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0" name="Rechteck 249">
            <a:extLst>
              <a:ext uri="{FF2B5EF4-FFF2-40B4-BE49-F238E27FC236}">
                <a16:creationId xmlns:a16="http://schemas.microsoft.com/office/drawing/2014/main" id="{600142E6-91E9-4507-8ACD-48D2DF20E02D}"/>
              </a:ext>
            </a:extLst>
          </p:cNvPr>
          <p:cNvSpPr/>
          <p:nvPr/>
        </p:nvSpPr>
        <p:spPr>
          <a:xfrm>
            <a:off x="4788004" y="148477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1" name="Rechteck 250">
            <a:extLst>
              <a:ext uri="{FF2B5EF4-FFF2-40B4-BE49-F238E27FC236}">
                <a16:creationId xmlns:a16="http://schemas.microsoft.com/office/drawing/2014/main" id="{8C87E5D5-F884-4EF5-8884-74C41075CB5A}"/>
              </a:ext>
            </a:extLst>
          </p:cNvPr>
          <p:cNvSpPr/>
          <p:nvPr/>
        </p:nvSpPr>
        <p:spPr>
          <a:xfrm>
            <a:off x="4932024" y="148477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2" name="Rechteck 251">
            <a:extLst>
              <a:ext uri="{FF2B5EF4-FFF2-40B4-BE49-F238E27FC236}">
                <a16:creationId xmlns:a16="http://schemas.microsoft.com/office/drawing/2014/main" id="{38416DAD-4004-4B95-BB42-00A6E317DE39}"/>
              </a:ext>
            </a:extLst>
          </p:cNvPr>
          <p:cNvSpPr/>
          <p:nvPr/>
        </p:nvSpPr>
        <p:spPr>
          <a:xfrm>
            <a:off x="5220064" y="148477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3" name="Rechteck 252">
            <a:extLst>
              <a:ext uri="{FF2B5EF4-FFF2-40B4-BE49-F238E27FC236}">
                <a16:creationId xmlns:a16="http://schemas.microsoft.com/office/drawing/2014/main" id="{8CFD641C-391B-4554-A83D-37DBCA1F8B52}"/>
              </a:ext>
            </a:extLst>
          </p:cNvPr>
          <p:cNvSpPr/>
          <p:nvPr/>
        </p:nvSpPr>
        <p:spPr>
          <a:xfrm>
            <a:off x="4499964" y="1484778"/>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4" name="Rechteck 253">
            <a:extLst>
              <a:ext uri="{FF2B5EF4-FFF2-40B4-BE49-F238E27FC236}">
                <a16:creationId xmlns:a16="http://schemas.microsoft.com/office/drawing/2014/main" id="{86A1BAED-3B2C-457A-8E0F-9CA5BC2559A1}"/>
              </a:ext>
            </a:extLst>
          </p:cNvPr>
          <p:cNvSpPr/>
          <p:nvPr/>
        </p:nvSpPr>
        <p:spPr>
          <a:xfrm>
            <a:off x="4283934" y="1844824"/>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5" name="Rechteck 254">
            <a:extLst>
              <a:ext uri="{FF2B5EF4-FFF2-40B4-BE49-F238E27FC236}">
                <a16:creationId xmlns:a16="http://schemas.microsoft.com/office/drawing/2014/main" id="{8FB72DFC-3599-431D-9F52-D27C1F5EB2AC}"/>
              </a:ext>
            </a:extLst>
          </p:cNvPr>
          <p:cNvSpPr/>
          <p:nvPr/>
        </p:nvSpPr>
        <p:spPr>
          <a:xfrm>
            <a:off x="4788004"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6" name="Rechteck 255">
            <a:extLst>
              <a:ext uri="{FF2B5EF4-FFF2-40B4-BE49-F238E27FC236}">
                <a16:creationId xmlns:a16="http://schemas.microsoft.com/office/drawing/2014/main" id="{54F46ADE-AE30-4844-A28E-218D296B447A}"/>
              </a:ext>
            </a:extLst>
          </p:cNvPr>
          <p:cNvSpPr/>
          <p:nvPr/>
        </p:nvSpPr>
        <p:spPr>
          <a:xfrm>
            <a:off x="4932024"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7" name="Rechteck 256">
            <a:extLst>
              <a:ext uri="{FF2B5EF4-FFF2-40B4-BE49-F238E27FC236}">
                <a16:creationId xmlns:a16="http://schemas.microsoft.com/office/drawing/2014/main" id="{EDDF3F26-DA4E-4101-8ED4-492131C8E230}"/>
              </a:ext>
            </a:extLst>
          </p:cNvPr>
          <p:cNvSpPr/>
          <p:nvPr/>
        </p:nvSpPr>
        <p:spPr>
          <a:xfrm>
            <a:off x="5220064"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8" name="Rechteck 257">
            <a:extLst>
              <a:ext uri="{FF2B5EF4-FFF2-40B4-BE49-F238E27FC236}">
                <a16:creationId xmlns:a16="http://schemas.microsoft.com/office/drawing/2014/main" id="{5AB2CFA9-DAAC-4811-89E1-B44C6A04D66E}"/>
              </a:ext>
            </a:extLst>
          </p:cNvPr>
          <p:cNvSpPr/>
          <p:nvPr/>
        </p:nvSpPr>
        <p:spPr>
          <a:xfrm>
            <a:off x="4499964" y="1844824"/>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9" name="Rechteck 258">
            <a:extLst>
              <a:ext uri="{FF2B5EF4-FFF2-40B4-BE49-F238E27FC236}">
                <a16:creationId xmlns:a16="http://schemas.microsoft.com/office/drawing/2014/main" id="{51B5C7F6-AD42-4A79-84EB-F0E080ED5A1E}"/>
              </a:ext>
            </a:extLst>
          </p:cNvPr>
          <p:cNvSpPr/>
          <p:nvPr/>
        </p:nvSpPr>
        <p:spPr>
          <a:xfrm>
            <a:off x="4283900" y="2924944"/>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4" name="Rechteck 273">
            <a:extLst>
              <a:ext uri="{FF2B5EF4-FFF2-40B4-BE49-F238E27FC236}">
                <a16:creationId xmlns:a16="http://schemas.microsoft.com/office/drawing/2014/main" id="{B4A79210-783B-4EAD-95E9-5E4AB517D357}"/>
              </a:ext>
            </a:extLst>
          </p:cNvPr>
          <p:cNvSpPr/>
          <p:nvPr/>
        </p:nvSpPr>
        <p:spPr>
          <a:xfrm>
            <a:off x="4787970" y="292494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5" name="Rechteck 274">
            <a:extLst>
              <a:ext uri="{FF2B5EF4-FFF2-40B4-BE49-F238E27FC236}">
                <a16:creationId xmlns:a16="http://schemas.microsoft.com/office/drawing/2014/main" id="{504D5169-8C47-43EA-905A-6F942EE92A0C}"/>
              </a:ext>
            </a:extLst>
          </p:cNvPr>
          <p:cNvSpPr/>
          <p:nvPr/>
        </p:nvSpPr>
        <p:spPr>
          <a:xfrm>
            <a:off x="4931990" y="292494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6" name="Rechteck 275">
            <a:extLst>
              <a:ext uri="{FF2B5EF4-FFF2-40B4-BE49-F238E27FC236}">
                <a16:creationId xmlns:a16="http://schemas.microsoft.com/office/drawing/2014/main" id="{0F541139-93B2-4D3D-8996-35BB31CC38CE}"/>
              </a:ext>
            </a:extLst>
          </p:cNvPr>
          <p:cNvSpPr/>
          <p:nvPr/>
        </p:nvSpPr>
        <p:spPr>
          <a:xfrm>
            <a:off x="5220030" y="292494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7" name="Rechteck 276">
            <a:extLst>
              <a:ext uri="{FF2B5EF4-FFF2-40B4-BE49-F238E27FC236}">
                <a16:creationId xmlns:a16="http://schemas.microsoft.com/office/drawing/2014/main" id="{8C88044A-6009-46C1-8391-49D54066454C}"/>
              </a:ext>
            </a:extLst>
          </p:cNvPr>
          <p:cNvSpPr/>
          <p:nvPr/>
        </p:nvSpPr>
        <p:spPr>
          <a:xfrm>
            <a:off x="4499930" y="2924944"/>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8" name="Rechteck 277">
            <a:extLst>
              <a:ext uri="{FF2B5EF4-FFF2-40B4-BE49-F238E27FC236}">
                <a16:creationId xmlns:a16="http://schemas.microsoft.com/office/drawing/2014/main" id="{06598862-870A-4230-8DB9-1EBD6CB314AD}"/>
              </a:ext>
            </a:extLst>
          </p:cNvPr>
          <p:cNvSpPr/>
          <p:nvPr/>
        </p:nvSpPr>
        <p:spPr>
          <a:xfrm>
            <a:off x="4283934" y="2996952"/>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79" name="Rechteck 278">
            <a:extLst>
              <a:ext uri="{FF2B5EF4-FFF2-40B4-BE49-F238E27FC236}">
                <a16:creationId xmlns:a16="http://schemas.microsoft.com/office/drawing/2014/main" id="{D1E63382-70DB-457C-A0C2-807849838E31}"/>
              </a:ext>
            </a:extLst>
          </p:cNvPr>
          <p:cNvSpPr/>
          <p:nvPr/>
        </p:nvSpPr>
        <p:spPr>
          <a:xfrm>
            <a:off x="4788004" y="299695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0" name="Rechteck 279">
            <a:extLst>
              <a:ext uri="{FF2B5EF4-FFF2-40B4-BE49-F238E27FC236}">
                <a16:creationId xmlns:a16="http://schemas.microsoft.com/office/drawing/2014/main" id="{20673E63-028B-4AE6-9A32-8B5D0EC80BD8}"/>
              </a:ext>
            </a:extLst>
          </p:cNvPr>
          <p:cNvSpPr/>
          <p:nvPr/>
        </p:nvSpPr>
        <p:spPr>
          <a:xfrm>
            <a:off x="4932024" y="299695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1" name="Rechteck 280">
            <a:extLst>
              <a:ext uri="{FF2B5EF4-FFF2-40B4-BE49-F238E27FC236}">
                <a16:creationId xmlns:a16="http://schemas.microsoft.com/office/drawing/2014/main" id="{970306D8-AD04-4EE8-BDB1-EABFDEC56D32}"/>
              </a:ext>
            </a:extLst>
          </p:cNvPr>
          <p:cNvSpPr/>
          <p:nvPr/>
        </p:nvSpPr>
        <p:spPr>
          <a:xfrm>
            <a:off x="5220064" y="2996952"/>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2" name="Rechteck 281">
            <a:extLst>
              <a:ext uri="{FF2B5EF4-FFF2-40B4-BE49-F238E27FC236}">
                <a16:creationId xmlns:a16="http://schemas.microsoft.com/office/drawing/2014/main" id="{A2AA9F2E-E3BF-4BCA-8615-050468DCFC9E}"/>
              </a:ext>
            </a:extLst>
          </p:cNvPr>
          <p:cNvSpPr/>
          <p:nvPr/>
        </p:nvSpPr>
        <p:spPr>
          <a:xfrm>
            <a:off x="4499964" y="2996952"/>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3" name="Rechteck 282">
            <a:extLst>
              <a:ext uri="{FF2B5EF4-FFF2-40B4-BE49-F238E27FC236}">
                <a16:creationId xmlns:a16="http://schemas.microsoft.com/office/drawing/2014/main" id="{7F3B678B-9E2A-4F28-83A6-3012CE44DBF4}"/>
              </a:ext>
            </a:extLst>
          </p:cNvPr>
          <p:cNvSpPr/>
          <p:nvPr/>
        </p:nvSpPr>
        <p:spPr>
          <a:xfrm>
            <a:off x="4283968" y="306896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4" name="Rechteck 283">
            <a:extLst>
              <a:ext uri="{FF2B5EF4-FFF2-40B4-BE49-F238E27FC236}">
                <a16:creationId xmlns:a16="http://schemas.microsoft.com/office/drawing/2014/main" id="{E8FC15B0-8748-4E6D-92E0-2AFF9F473CC0}"/>
              </a:ext>
            </a:extLst>
          </p:cNvPr>
          <p:cNvSpPr/>
          <p:nvPr/>
        </p:nvSpPr>
        <p:spPr>
          <a:xfrm>
            <a:off x="4788038" y="3068960"/>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7" name="Rechteck 286">
            <a:extLst>
              <a:ext uri="{FF2B5EF4-FFF2-40B4-BE49-F238E27FC236}">
                <a16:creationId xmlns:a16="http://schemas.microsoft.com/office/drawing/2014/main" id="{958A6DB9-A3CE-4963-828F-647EB903A9C7}"/>
              </a:ext>
            </a:extLst>
          </p:cNvPr>
          <p:cNvSpPr/>
          <p:nvPr/>
        </p:nvSpPr>
        <p:spPr>
          <a:xfrm>
            <a:off x="4932058" y="3068960"/>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9" name="Rechteck 288">
            <a:extLst>
              <a:ext uri="{FF2B5EF4-FFF2-40B4-BE49-F238E27FC236}">
                <a16:creationId xmlns:a16="http://schemas.microsoft.com/office/drawing/2014/main" id="{EC712DF8-D152-4BE6-9FDD-CF80ED3D22CD}"/>
              </a:ext>
            </a:extLst>
          </p:cNvPr>
          <p:cNvSpPr/>
          <p:nvPr/>
        </p:nvSpPr>
        <p:spPr>
          <a:xfrm>
            <a:off x="5220098" y="3068960"/>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0" name="Rechteck 289">
            <a:extLst>
              <a:ext uri="{FF2B5EF4-FFF2-40B4-BE49-F238E27FC236}">
                <a16:creationId xmlns:a16="http://schemas.microsoft.com/office/drawing/2014/main" id="{A3744226-1A94-4E94-9850-C3E867CC8115}"/>
              </a:ext>
            </a:extLst>
          </p:cNvPr>
          <p:cNvSpPr/>
          <p:nvPr/>
        </p:nvSpPr>
        <p:spPr>
          <a:xfrm>
            <a:off x="4499998" y="3068960"/>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1" name="Rechteck 320">
            <a:extLst>
              <a:ext uri="{FF2B5EF4-FFF2-40B4-BE49-F238E27FC236}">
                <a16:creationId xmlns:a16="http://schemas.microsoft.com/office/drawing/2014/main" id="{7D382012-AD93-4BBD-B74E-47E122415D23}"/>
              </a:ext>
            </a:extLst>
          </p:cNvPr>
          <p:cNvSpPr/>
          <p:nvPr/>
        </p:nvSpPr>
        <p:spPr>
          <a:xfrm>
            <a:off x="4283900" y="270892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2" name="Rechteck 321">
            <a:extLst>
              <a:ext uri="{FF2B5EF4-FFF2-40B4-BE49-F238E27FC236}">
                <a16:creationId xmlns:a16="http://schemas.microsoft.com/office/drawing/2014/main" id="{E0D58E9D-1A86-40EC-A751-4D835C7F1332}"/>
              </a:ext>
            </a:extLst>
          </p:cNvPr>
          <p:cNvSpPr/>
          <p:nvPr/>
        </p:nvSpPr>
        <p:spPr>
          <a:xfrm>
            <a:off x="4787970" y="270892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3" name="Rechteck 322">
            <a:extLst>
              <a:ext uri="{FF2B5EF4-FFF2-40B4-BE49-F238E27FC236}">
                <a16:creationId xmlns:a16="http://schemas.microsoft.com/office/drawing/2014/main" id="{03F9AA30-0EE0-484F-8E27-34F5C0ACAFE2}"/>
              </a:ext>
            </a:extLst>
          </p:cNvPr>
          <p:cNvSpPr/>
          <p:nvPr/>
        </p:nvSpPr>
        <p:spPr>
          <a:xfrm>
            <a:off x="4931990" y="270892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4" name="Rechteck 323">
            <a:extLst>
              <a:ext uri="{FF2B5EF4-FFF2-40B4-BE49-F238E27FC236}">
                <a16:creationId xmlns:a16="http://schemas.microsoft.com/office/drawing/2014/main" id="{C85F206F-515C-4487-BEA5-7153859347D3}"/>
              </a:ext>
            </a:extLst>
          </p:cNvPr>
          <p:cNvSpPr/>
          <p:nvPr/>
        </p:nvSpPr>
        <p:spPr>
          <a:xfrm>
            <a:off x="5220030" y="270892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6" name="Rechteck 325">
            <a:extLst>
              <a:ext uri="{FF2B5EF4-FFF2-40B4-BE49-F238E27FC236}">
                <a16:creationId xmlns:a16="http://schemas.microsoft.com/office/drawing/2014/main" id="{58FDB21D-A9D9-4C85-8236-AC999B0E7C3D}"/>
              </a:ext>
            </a:extLst>
          </p:cNvPr>
          <p:cNvSpPr/>
          <p:nvPr/>
        </p:nvSpPr>
        <p:spPr>
          <a:xfrm>
            <a:off x="4499930" y="270892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7" name="Rechteck 326">
            <a:extLst>
              <a:ext uri="{FF2B5EF4-FFF2-40B4-BE49-F238E27FC236}">
                <a16:creationId xmlns:a16="http://schemas.microsoft.com/office/drawing/2014/main" id="{204EDC6E-28BC-46DA-AB5F-7EA77060E93D}"/>
              </a:ext>
            </a:extLst>
          </p:cNvPr>
          <p:cNvSpPr/>
          <p:nvPr/>
        </p:nvSpPr>
        <p:spPr>
          <a:xfrm>
            <a:off x="4283934" y="2780928"/>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8" name="Rechteck 327">
            <a:extLst>
              <a:ext uri="{FF2B5EF4-FFF2-40B4-BE49-F238E27FC236}">
                <a16:creationId xmlns:a16="http://schemas.microsoft.com/office/drawing/2014/main" id="{497FF2CD-A4FE-4348-8336-B9DF417F665B}"/>
              </a:ext>
            </a:extLst>
          </p:cNvPr>
          <p:cNvSpPr/>
          <p:nvPr/>
        </p:nvSpPr>
        <p:spPr>
          <a:xfrm>
            <a:off x="4788004" y="278092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29" name="Rechteck 328">
            <a:extLst>
              <a:ext uri="{FF2B5EF4-FFF2-40B4-BE49-F238E27FC236}">
                <a16:creationId xmlns:a16="http://schemas.microsoft.com/office/drawing/2014/main" id="{A5204F9B-6EE3-422D-9CC7-0B5AA374AFD0}"/>
              </a:ext>
            </a:extLst>
          </p:cNvPr>
          <p:cNvSpPr/>
          <p:nvPr/>
        </p:nvSpPr>
        <p:spPr>
          <a:xfrm>
            <a:off x="4932024" y="278092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30" name="Rechteck 329">
            <a:extLst>
              <a:ext uri="{FF2B5EF4-FFF2-40B4-BE49-F238E27FC236}">
                <a16:creationId xmlns:a16="http://schemas.microsoft.com/office/drawing/2014/main" id="{5BAB88B3-2194-4590-9E9C-42AA6873CD11}"/>
              </a:ext>
            </a:extLst>
          </p:cNvPr>
          <p:cNvSpPr/>
          <p:nvPr/>
        </p:nvSpPr>
        <p:spPr>
          <a:xfrm>
            <a:off x="5220064" y="2780928"/>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3" name="Rechteck 382">
            <a:extLst>
              <a:ext uri="{FF2B5EF4-FFF2-40B4-BE49-F238E27FC236}">
                <a16:creationId xmlns:a16="http://schemas.microsoft.com/office/drawing/2014/main" id="{0E710829-68EF-4BD1-A8EC-82845DD06118}"/>
              </a:ext>
            </a:extLst>
          </p:cNvPr>
          <p:cNvSpPr/>
          <p:nvPr/>
        </p:nvSpPr>
        <p:spPr>
          <a:xfrm>
            <a:off x="4499964" y="2780928"/>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4" name="Rechteck 383">
            <a:extLst>
              <a:ext uri="{FF2B5EF4-FFF2-40B4-BE49-F238E27FC236}">
                <a16:creationId xmlns:a16="http://schemas.microsoft.com/office/drawing/2014/main" id="{29D5A836-690D-4E71-8B53-63D3AAA4BCAA}"/>
              </a:ext>
            </a:extLst>
          </p:cNvPr>
          <p:cNvSpPr/>
          <p:nvPr/>
        </p:nvSpPr>
        <p:spPr>
          <a:xfrm>
            <a:off x="4283968" y="2852936"/>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85" name="Rechteck 384">
            <a:extLst>
              <a:ext uri="{FF2B5EF4-FFF2-40B4-BE49-F238E27FC236}">
                <a16:creationId xmlns:a16="http://schemas.microsoft.com/office/drawing/2014/main" id="{D9FCB71A-4D23-45C3-8BB2-F823D7931C2D}"/>
              </a:ext>
            </a:extLst>
          </p:cNvPr>
          <p:cNvSpPr/>
          <p:nvPr/>
        </p:nvSpPr>
        <p:spPr>
          <a:xfrm>
            <a:off x="4788038" y="2852936"/>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6" name="Rechteck 385">
            <a:extLst>
              <a:ext uri="{FF2B5EF4-FFF2-40B4-BE49-F238E27FC236}">
                <a16:creationId xmlns:a16="http://schemas.microsoft.com/office/drawing/2014/main" id="{21C12191-4799-437B-98E2-815206A61F5A}"/>
              </a:ext>
            </a:extLst>
          </p:cNvPr>
          <p:cNvSpPr/>
          <p:nvPr/>
        </p:nvSpPr>
        <p:spPr>
          <a:xfrm>
            <a:off x="4932058" y="2852936"/>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7" name="Rechteck 386">
            <a:extLst>
              <a:ext uri="{FF2B5EF4-FFF2-40B4-BE49-F238E27FC236}">
                <a16:creationId xmlns:a16="http://schemas.microsoft.com/office/drawing/2014/main" id="{04A6E875-3330-4D37-89A7-9325E97DD312}"/>
              </a:ext>
            </a:extLst>
          </p:cNvPr>
          <p:cNvSpPr/>
          <p:nvPr/>
        </p:nvSpPr>
        <p:spPr>
          <a:xfrm>
            <a:off x="5220098" y="2852936"/>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8" name="Rechteck 387">
            <a:extLst>
              <a:ext uri="{FF2B5EF4-FFF2-40B4-BE49-F238E27FC236}">
                <a16:creationId xmlns:a16="http://schemas.microsoft.com/office/drawing/2014/main" id="{5B74C7E2-A509-4819-9D14-AE8E9B465D8B}"/>
              </a:ext>
            </a:extLst>
          </p:cNvPr>
          <p:cNvSpPr/>
          <p:nvPr/>
        </p:nvSpPr>
        <p:spPr>
          <a:xfrm>
            <a:off x="4499998" y="2852936"/>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04" name="Rechteck 403">
            <a:extLst>
              <a:ext uri="{FF2B5EF4-FFF2-40B4-BE49-F238E27FC236}">
                <a16:creationId xmlns:a16="http://schemas.microsoft.com/office/drawing/2014/main" id="{1A1425AA-960A-4EDD-BD75-11D903FDDE8D}"/>
              </a:ext>
            </a:extLst>
          </p:cNvPr>
          <p:cNvSpPr/>
          <p:nvPr/>
        </p:nvSpPr>
        <p:spPr>
          <a:xfrm>
            <a:off x="4284088" y="94472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Target Table </a:t>
            </a:r>
            <a:r>
              <a:rPr lang="en-US" sz="1000" dirty="0">
                <a:solidFill>
                  <a:schemeClr val="tx1"/>
                </a:solidFill>
              </a:rPr>
              <a:t>(after function call completed)</a:t>
            </a:r>
          </a:p>
        </p:txBody>
      </p:sp>
      <p:sp>
        <p:nvSpPr>
          <p:cNvPr id="405" name="Rechteck 404">
            <a:extLst>
              <a:ext uri="{FF2B5EF4-FFF2-40B4-BE49-F238E27FC236}">
                <a16:creationId xmlns:a16="http://schemas.microsoft.com/office/drawing/2014/main" id="{A6E022F4-D96D-40B6-878C-37E6F23BC8C2}"/>
              </a:ext>
            </a:extLst>
          </p:cNvPr>
          <p:cNvSpPr/>
          <p:nvPr/>
        </p:nvSpPr>
        <p:spPr>
          <a:xfrm>
            <a:off x="2987824" y="2636912"/>
            <a:ext cx="129614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Example shows </a:t>
            </a:r>
          </a:p>
          <a:p>
            <a:r>
              <a:rPr lang="en-US" sz="800" dirty="0">
                <a:solidFill>
                  <a:schemeClr val="tx1"/>
                </a:solidFill>
              </a:rPr>
              <a:t>4 matches per lookup.</a:t>
            </a:r>
          </a:p>
        </p:txBody>
      </p:sp>
      <p:sp>
        <p:nvSpPr>
          <p:cNvPr id="136" name="Rechteck 135">
            <a:extLst>
              <a:ext uri="{FF2B5EF4-FFF2-40B4-BE49-F238E27FC236}">
                <a16:creationId xmlns:a16="http://schemas.microsoft.com/office/drawing/2014/main" id="{6712F909-D4FC-4081-B810-F28A85A75A81}"/>
              </a:ext>
            </a:extLst>
          </p:cNvPr>
          <p:cNvSpPr/>
          <p:nvPr/>
        </p:nvSpPr>
        <p:spPr>
          <a:xfrm>
            <a:off x="5544108" y="2708920"/>
            <a:ext cx="1296144" cy="360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All additional rows are</a:t>
            </a:r>
          </a:p>
          <a:p>
            <a:r>
              <a:rPr lang="en-US" sz="800" dirty="0">
                <a:solidFill>
                  <a:schemeClr val="tx1"/>
                </a:solidFill>
              </a:rPr>
              <a:t>appended at the end of</a:t>
            </a:r>
          </a:p>
          <a:p>
            <a:r>
              <a:rPr lang="en-US" sz="800" dirty="0">
                <a:solidFill>
                  <a:schemeClr val="tx1"/>
                </a:solidFill>
              </a:rPr>
              <a:t>the table</a:t>
            </a:r>
          </a:p>
        </p:txBody>
      </p:sp>
      <p:sp>
        <p:nvSpPr>
          <p:cNvPr id="139" name="Rechteck 138">
            <a:extLst>
              <a:ext uri="{FF2B5EF4-FFF2-40B4-BE49-F238E27FC236}">
                <a16:creationId xmlns:a16="http://schemas.microsoft.com/office/drawing/2014/main" id="{0730C0E3-FD14-4DDC-910D-1DAAFA397339}"/>
              </a:ext>
            </a:extLst>
          </p:cNvPr>
          <p:cNvSpPr/>
          <p:nvPr/>
        </p:nvSpPr>
        <p:spPr>
          <a:xfrm>
            <a:off x="1115642" y="1196764"/>
            <a:ext cx="14402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0" name="Rechteck 139">
            <a:extLst>
              <a:ext uri="{FF2B5EF4-FFF2-40B4-BE49-F238E27FC236}">
                <a16:creationId xmlns:a16="http://schemas.microsoft.com/office/drawing/2014/main" id="{48CE05DD-AD38-4869-9BB0-0F9B3887B750}"/>
              </a:ext>
            </a:extLst>
          </p:cNvPr>
          <p:cNvSpPr/>
          <p:nvPr/>
        </p:nvSpPr>
        <p:spPr>
          <a:xfrm>
            <a:off x="683582" y="1196764"/>
            <a:ext cx="288040" cy="151221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2" name="Rechteck 141">
            <a:extLst>
              <a:ext uri="{FF2B5EF4-FFF2-40B4-BE49-F238E27FC236}">
                <a16:creationId xmlns:a16="http://schemas.microsoft.com/office/drawing/2014/main" id="{05FF52EE-D68C-4CF6-95E5-320BB75CDB0A}"/>
              </a:ext>
            </a:extLst>
          </p:cNvPr>
          <p:cNvSpPr/>
          <p:nvPr/>
        </p:nvSpPr>
        <p:spPr>
          <a:xfrm>
            <a:off x="179512" y="1124754"/>
            <a:ext cx="122417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3" name="Rechteck 142">
            <a:extLst>
              <a:ext uri="{FF2B5EF4-FFF2-40B4-BE49-F238E27FC236}">
                <a16:creationId xmlns:a16="http://schemas.microsoft.com/office/drawing/2014/main" id="{2D5CBF3C-9D38-497C-9A2C-3660A6F16D4D}"/>
              </a:ext>
            </a:extLst>
          </p:cNvPr>
          <p:cNvSpPr/>
          <p:nvPr/>
        </p:nvSpPr>
        <p:spPr>
          <a:xfrm>
            <a:off x="179512" y="1196764"/>
            <a:ext cx="122417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4" name="Rechteck 143">
            <a:extLst>
              <a:ext uri="{FF2B5EF4-FFF2-40B4-BE49-F238E27FC236}">
                <a16:creationId xmlns:a16="http://schemas.microsoft.com/office/drawing/2014/main" id="{24D60EF1-1E32-43CE-A2D1-18C493F916CE}"/>
              </a:ext>
            </a:extLst>
          </p:cNvPr>
          <p:cNvSpPr/>
          <p:nvPr/>
        </p:nvSpPr>
        <p:spPr>
          <a:xfrm>
            <a:off x="395542" y="1196764"/>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145" name="Gerade Verbindung 374">
            <a:extLst>
              <a:ext uri="{FF2B5EF4-FFF2-40B4-BE49-F238E27FC236}">
                <a16:creationId xmlns:a16="http://schemas.microsoft.com/office/drawing/2014/main" id="{DC9893E5-E8D9-4885-B15C-C0CAE9501131}"/>
              </a:ext>
            </a:extLst>
          </p:cNvPr>
          <p:cNvCxnSpPr/>
          <p:nvPr/>
        </p:nvCxnSpPr>
        <p:spPr>
          <a:xfrm>
            <a:off x="179512" y="1196764"/>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46" name="Rechteck 145">
            <a:extLst>
              <a:ext uri="{FF2B5EF4-FFF2-40B4-BE49-F238E27FC236}">
                <a16:creationId xmlns:a16="http://schemas.microsoft.com/office/drawing/2014/main" id="{9F4681F5-0573-41A3-9E7A-942F5336D8B4}"/>
              </a:ext>
            </a:extLst>
          </p:cNvPr>
          <p:cNvSpPr/>
          <p:nvPr/>
        </p:nvSpPr>
        <p:spPr>
          <a:xfrm>
            <a:off x="179512" y="1484790"/>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7" name="Rechteck 146">
            <a:extLst>
              <a:ext uri="{FF2B5EF4-FFF2-40B4-BE49-F238E27FC236}">
                <a16:creationId xmlns:a16="http://schemas.microsoft.com/office/drawing/2014/main" id="{C3EB40E9-5287-492C-9CB6-95AF9F6A1031}"/>
              </a:ext>
            </a:extLst>
          </p:cNvPr>
          <p:cNvSpPr/>
          <p:nvPr/>
        </p:nvSpPr>
        <p:spPr>
          <a:xfrm>
            <a:off x="68358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Rechteck 147">
            <a:extLst>
              <a:ext uri="{FF2B5EF4-FFF2-40B4-BE49-F238E27FC236}">
                <a16:creationId xmlns:a16="http://schemas.microsoft.com/office/drawing/2014/main" id="{09B7A387-BA5A-427A-A724-E354DBAB346B}"/>
              </a:ext>
            </a:extLst>
          </p:cNvPr>
          <p:cNvSpPr/>
          <p:nvPr/>
        </p:nvSpPr>
        <p:spPr>
          <a:xfrm>
            <a:off x="82760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9" name="Rechteck 148">
            <a:extLst>
              <a:ext uri="{FF2B5EF4-FFF2-40B4-BE49-F238E27FC236}">
                <a16:creationId xmlns:a16="http://schemas.microsoft.com/office/drawing/2014/main" id="{58D12133-A163-4953-9F6A-BA37647D5768}"/>
              </a:ext>
            </a:extLst>
          </p:cNvPr>
          <p:cNvSpPr/>
          <p:nvPr/>
        </p:nvSpPr>
        <p:spPr>
          <a:xfrm>
            <a:off x="1115642" y="1484790"/>
            <a:ext cx="144000" cy="72010"/>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0" name="Rechteck 149">
            <a:extLst>
              <a:ext uri="{FF2B5EF4-FFF2-40B4-BE49-F238E27FC236}">
                <a16:creationId xmlns:a16="http://schemas.microsoft.com/office/drawing/2014/main" id="{225DE6F7-F2DC-40DC-84AA-9104FF08542D}"/>
              </a:ext>
            </a:extLst>
          </p:cNvPr>
          <p:cNvSpPr/>
          <p:nvPr/>
        </p:nvSpPr>
        <p:spPr>
          <a:xfrm>
            <a:off x="395542" y="148479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a:extLst>
              <a:ext uri="{FF2B5EF4-FFF2-40B4-BE49-F238E27FC236}">
                <a16:creationId xmlns:a16="http://schemas.microsoft.com/office/drawing/2014/main" id="{3B94FCBF-FADB-4501-AAED-7F5CA7607B5A}"/>
              </a:ext>
            </a:extLst>
          </p:cNvPr>
          <p:cNvSpPr/>
          <p:nvPr/>
        </p:nvSpPr>
        <p:spPr>
          <a:xfrm>
            <a:off x="179512" y="1844824"/>
            <a:ext cx="1224170" cy="720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2" name="Rechteck 151">
            <a:extLst>
              <a:ext uri="{FF2B5EF4-FFF2-40B4-BE49-F238E27FC236}">
                <a16:creationId xmlns:a16="http://schemas.microsoft.com/office/drawing/2014/main" id="{2423DF77-3399-4462-AECC-54F1AAFE44E3}"/>
              </a:ext>
            </a:extLst>
          </p:cNvPr>
          <p:cNvSpPr/>
          <p:nvPr/>
        </p:nvSpPr>
        <p:spPr>
          <a:xfrm>
            <a:off x="683582"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a:extLst>
              <a:ext uri="{FF2B5EF4-FFF2-40B4-BE49-F238E27FC236}">
                <a16:creationId xmlns:a16="http://schemas.microsoft.com/office/drawing/2014/main" id="{7994C769-0031-413E-BA89-00898A4F3BA2}"/>
              </a:ext>
            </a:extLst>
          </p:cNvPr>
          <p:cNvSpPr/>
          <p:nvPr/>
        </p:nvSpPr>
        <p:spPr>
          <a:xfrm>
            <a:off x="827602"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4" name="Rechteck 153">
            <a:extLst>
              <a:ext uri="{FF2B5EF4-FFF2-40B4-BE49-F238E27FC236}">
                <a16:creationId xmlns:a16="http://schemas.microsoft.com/office/drawing/2014/main" id="{27B9E5E9-1D5E-4686-9758-F1E6E02A2D65}"/>
              </a:ext>
            </a:extLst>
          </p:cNvPr>
          <p:cNvSpPr/>
          <p:nvPr/>
        </p:nvSpPr>
        <p:spPr>
          <a:xfrm>
            <a:off x="1115642" y="1844824"/>
            <a:ext cx="144000" cy="72010"/>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a:extLst>
              <a:ext uri="{FF2B5EF4-FFF2-40B4-BE49-F238E27FC236}">
                <a16:creationId xmlns:a16="http://schemas.microsoft.com/office/drawing/2014/main" id="{0D11A916-568B-46BD-907F-17528E4D631B}"/>
              </a:ext>
            </a:extLst>
          </p:cNvPr>
          <p:cNvSpPr/>
          <p:nvPr/>
        </p:nvSpPr>
        <p:spPr>
          <a:xfrm>
            <a:off x="395542" y="1844824"/>
            <a:ext cx="144000" cy="72010"/>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grpSp>
        <p:nvGrpSpPr>
          <p:cNvPr id="160" name="Gruppieren 159">
            <a:extLst>
              <a:ext uri="{FF2B5EF4-FFF2-40B4-BE49-F238E27FC236}">
                <a16:creationId xmlns:a16="http://schemas.microsoft.com/office/drawing/2014/main" id="{ADC8060F-F4EA-4D8A-8E0D-F15B3805F2D4}"/>
              </a:ext>
            </a:extLst>
          </p:cNvPr>
          <p:cNvGrpSpPr/>
          <p:nvPr/>
        </p:nvGrpSpPr>
        <p:grpSpPr>
          <a:xfrm>
            <a:off x="2051720" y="1556792"/>
            <a:ext cx="1404156" cy="1584176"/>
            <a:chOff x="539552" y="3068960"/>
            <a:chExt cx="1404156" cy="1584176"/>
          </a:xfrm>
        </p:grpSpPr>
        <p:sp>
          <p:nvSpPr>
            <p:cNvPr id="190" name="Rechteck: abgerundete Ecken 189">
              <a:extLst>
                <a:ext uri="{FF2B5EF4-FFF2-40B4-BE49-F238E27FC236}">
                  <a16:creationId xmlns:a16="http://schemas.microsoft.com/office/drawing/2014/main" id="{848106E3-A735-4305-B270-2DBB451F664B}"/>
                </a:ext>
              </a:extLst>
            </p:cNvPr>
            <p:cNvSpPr/>
            <p:nvPr/>
          </p:nvSpPr>
          <p:spPr>
            <a:xfrm>
              <a:off x="539552" y="3068960"/>
              <a:ext cx="1404156" cy="864096"/>
            </a:xfrm>
            <a:prstGeom prst="roundRect">
              <a:avLst>
                <a:gd name="adj" fmla="val 8367"/>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91" name="Rechteck 190">
              <a:extLst>
                <a:ext uri="{FF2B5EF4-FFF2-40B4-BE49-F238E27FC236}">
                  <a16:creationId xmlns:a16="http://schemas.microsoft.com/office/drawing/2014/main" id="{F7210F70-550B-4505-B804-992129800B48}"/>
                </a:ext>
              </a:extLst>
            </p:cNvPr>
            <p:cNvSpPr/>
            <p:nvPr/>
          </p:nvSpPr>
          <p:spPr>
            <a:xfrm>
              <a:off x="575522" y="3140968"/>
              <a:ext cx="1224170" cy="10801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3" name="Rechteck 202">
              <a:extLst>
                <a:ext uri="{FF2B5EF4-FFF2-40B4-BE49-F238E27FC236}">
                  <a16:creationId xmlns:a16="http://schemas.microsoft.com/office/drawing/2014/main" id="{1AF14084-BAE4-4ED3-8755-A92C57C52DDE}"/>
                </a:ext>
              </a:extLst>
            </p:cNvPr>
            <p:cNvSpPr/>
            <p:nvPr/>
          </p:nvSpPr>
          <p:spPr>
            <a:xfrm>
              <a:off x="107959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5" name="Rechteck 204">
              <a:extLst>
                <a:ext uri="{FF2B5EF4-FFF2-40B4-BE49-F238E27FC236}">
                  <a16:creationId xmlns:a16="http://schemas.microsoft.com/office/drawing/2014/main" id="{B7C9708C-F466-4B92-83B5-57DC7FB56F12}"/>
                </a:ext>
              </a:extLst>
            </p:cNvPr>
            <p:cNvSpPr/>
            <p:nvPr/>
          </p:nvSpPr>
          <p:spPr>
            <a:xfrm>
              <a:off x="122361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5" name="Rechteck 224">
              <a:extLst>
                <a:ext uri="{FF2B5EF4-FFF2-40B4-BE49-F238E27FC236}">
                  <a16:creationId xmlns:a16="http://schemas.microsoft.com/office/drawing/2014/main" id="{96A45CF6-AB6D-4D6C-ADB2-B3AC969ED42E}"/>
                </a:ext>
              </a:extLst>
            </p:cNvPr>
            <p:cNvSpPr/>
            <p:nvPr/>
          </p:nvSpPr>
          <p:spPr>
            <a:xfrm>
              <a:off x="1511652" y="3140968"/>
              <a:ext cx="144000" cy="108012"/>
            </a:xfrm>
            <a:prstGeom prst="rect">
              <a:avLst/>
            </a:prstGeom>
            <a:solidFill>
              <a:schemeClr val="accent4">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6" name="Rechteck 225">
              <a:extLst>
                <a:ext uri="{FF2B5EF4-FFF2-40B4-BE49-F238E27FC236}">
                  <a16:creationId xmlns:a16="http://schemas.microsoft.com/office/drawing/2014/main" id="{E1D7DB84-884D-4D17-BB58-078EC47F0F60}"/>
                </a:ext>
              </a:extLst>
            </p:cNvPr>
            <p:cNvSpPr/>
            <p:nvPr/>
          </p:nvSpPr>
          <p:spPr>
            <a:xfrm>
              <a:off x="791552" y="3140968"/>
              <a:ext cx="144000" cy="108012"/>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7" name="Flussdiagramm: Zusammenführung 226">
              <a:extLst>
                <a:ext uri="{FF2B5EF4-FFF2-40B4-BE49-F238E27FC236}">
                  <a16:creationId xmlns:a16="http://schemas.microsoft.com/office/drawing/2014/main" id="{D4DF8F0D-DBFD-4F28-842B-54CC7FA8575F}"/>
                </a:ext>
              </a:extLst>
            </p:cNvPr>
            <p:cNvSpPr/>
            <p:nvPr/>
          </p:nvSpPr>
          <p:spPr>
            <a:xfrm>
              <a:off x="1331640" y="3429032"/>
              <a:ext cx="288000" cy="288000"/>
            </a:xfrm>
            <a:prstGeom prst="flowChartSummingJunction">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8" name="Rechteck 227">
              <a:extLst>
                <a:ext uri="{FF2B5EF4-FFF2-40B4-BE49-F238E27FC236}">
                  <a16:creationId xmlns:a16="http://schemas.microsoft.com/office/drawing/2014/main" id="{55A70DB9-F17F-473B-AC6E-3D80A4FCA61B}"/>
                </a:ext>
              </a:extLst>
            </p:cNvPr>
            <p:cNvSpPr/>
            <p:nvPr/>
          </p:nvSpPr>
          <p:spPr>
            <a:xfrm>
              <a:off x="611560" y="360902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operation</a:t>
              </a:r>
            </a:p>
          </p:txBody>
        </p:sp>
        <p:cxnSp>
          <p:nvCxnSpPr>
            <p:cNvPr id="229" name="Gerade Verbindung mit Pfeil 228">
              <a:extLst>
                <a:ext uri="{FF2B5EF4-FFF2-40B4-BE49-F238E27FC236}">
                  <a16:creationId xmlns:a16="http://schemas.microsoft.com/office/drawing/2014/main" id="{ED919139-4F1E-4970-B397-11FBC3A4C38C}"/>
                </a:ext>
              </a:extLst>
            </p:cNvPr>
            <p:cNvCxnSpPr>
              <a:cxnSpLocks/>
            </p:cNvCxnSpPr>
            <p:nvPr/>
          </p:nvCxnSpPr>
          <p:spPr>
            <a:xfrm>
              <a:off x="1475656" y="3717032"/>
              <a:ext cx="0" cy="936104"/>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Gerade Verbindung mit Pfeil 229">
              <a:extLst>
                <a:ext uri="{FF2B5EF4-FFF2-40B4-BE49-F238E27FC236}">
                  <a16:creationId xmlns:a16="http://schemas.microsoft.com/office/drawing/2014/main" id="{7D1C54CF-A780-4332-A9AE-230058A6DD68}"/>
                </a:ext>
              </a:extLst>
            </p:cNvPr>
            <p:cNvCxnSpPr>
              <a:cxnSpLocks/>
              <a:stCxn id="227" idx="0"/>
            </p:cNvCxnSpPr>
            <p:nvPr/>
          </p:nvCxnSpPr>
          <p:spPr>
            <a:xfrm flipV="1">
              <a:off x="1475640" y="3248980"/>
              <a:ext cx="0" cy="18005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Gerade Verbindung mit Pfeil 259">
              <a:extLst>
                <a:ext uri="{FF2B5EF4-FFF2-40B4-BE49-F238E27FC236}">
                  <a16:creationId xmlns:a16="http://schemas.microsoft.com/office/drawing/2014/main" id="{7C8A135C-CEA8-4ACE-842B-161C73422536}"/>
                </a:ext>
              </a:extLst>
            </p:cNvPr>
            <p:cNvCxnSpPr>
              <a:cxnSpLocks/>
            </p:cNvCxnSpPr>
            <p:nvPr/>
          </p:nvCxnSpPr>
          <p:spPr>
            <a:xfrm>
              <a:off x="1115616" y="3573032"/>
              <a:ext cx="2160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1" name="Gerade Verbindung mit Pfeil 260">
              <a:extLst>
                <a:ext uri="{FF2B5EF4-FFF2-40B4-BE49-F238E27FC236}">
                  <a16:creationId xmlns:a16="http://schemas.microsoft.com/office/drawing/2014/main" id="{E7E7259B-3894-4C59-9234-E0174662CFA0}"/>
                </a:ext>
              </a:extLst>
            </p:cNvPr>
            <p:cNvCxnSpPr>
              <a:cxnSpLocks/>
            </p:cNvCxnSpPr>
            <p:nvPr/>
          </p:nvCxnSpPr>
          <p:spPr>
            <a:xfrm>
              <a:off x="1115616" y="3248980"/>
              <a:ext cx="0" cy="324036"/>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2" name="Rechteck 261">
              <a:extLst>
                <a:ext uri="{FF2B5EF4-FFF2-40B4-BE49-F238E27FC236}">
                  <a16:creationId xmlns:a16="http://schemas.microsoft.com/office/drawing/2014/main" id="{D110A731-FC01-4A0B-9A47-7EB4142891DF}"/>
                </a:ext>
              </a:extLst>
            </p:cNvPr>
            <p:cNvSpPr/>
            <p:nvPr/>
          </p:nvSpPr>
          <p:spPr>
            <a:xfrm>
              <a:off x="611560" y="3761420"/>
              <a:ext cx="828092" cy="180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pPr algn="ctr"/>
              <a:r>
                <a:rPr lang="en-US" sz="1000" dirty="0">
                  <a:solidFill>
                    <a:schemeClr val="tx1"/>
                  </a:solidFill>
                </a:rPr>
                <a:t>(Parameter 7)</a:t>
              </a:r>
            </a:p>
          </p:txBody>
        </p:sp>
      </p:grpSp>
    </p:spTree>
    <p:extLst>
      <p:ext uri="{BB962C8B-B14F-4D97-AF65-F5344CB8AC3E}">
        <p14:creationId xmlns:p14="http://schemas.microsoft.com/office/powerpoint/2010/main" val="5989014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Rechteck 429"/>
          <p:cNvSpPr/>
          <p:nvPr/>
        </p:nvSpPr>
        <p:spPr>
          <a:xfrm>
            <a:off x="1331550" y="1484730"/>
            <a:ext cx="43206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6" name="Rechteck 485"/>
          <p:cNvSpPr/>
          <p:nvPr/>
        </p:nvSpPr>
        <p:spPr>
          <a:xfrm>
            <a:off x="1763610" y="1484730"/>
            <a:ext cx="43206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7" name="Rechteck 486"/>
          <p:cNvSpPr/>
          <p:nvPr/>
        </p:nvSpPr>
        <p:spPr>
          <a:xfrm>
            <a:off x="2195670" y="1484730"/>
            <a:ext cx="43206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 name="Titel 1"/>
          <p:cNvSpPr>
            <a:spLocks noGrp="1"/>
          </p:cNvSpPr>
          <p:nvPr>
            <p:ph type="title"/>
          </p:nvPr>
        </p:nvSpPr>
        <p:spPr/>
        <p:txBody>
          <a:bodyPr/>
          <a:lstStyle/>
          <a:p>
            <a:r>
              <a:rPr lang="en-US" dirty="0"/>
              <a:t>Table Serialize</a:t>
            </a:r>
          </a:p>
        </p:txBody>
      </p:sp>
      <p:sp>
        <p:nvSpPr>
          <p:cNvPr id="4" name="Textplatzhalter 3"/>
          <p:cNvSpPr>
            <a:spLocks noGrp="1"/>
          </p:cNvSpPr>
          <p:nvPr>
            <p:ph type="body" sz="quarter" idx="16"/>
          </p:nvPr>
        </p:nvSpPr>
        <p:spPr/>
        <p:txBody>
          <a:bodyPr/>
          <a:lstStyle/>
          <a:p>
            <a:endParaRPr lang="en-US"/>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Example: 3 categories over time sequence</a:t>
            </a:r>
          </a:p>
        </p:txBody>
      </p:sp>
      <p:sp>
        <p:nvSpPr>
          <p:cNvPr id="389" name="Rechteck 388"/>
          <p:cNvSpPr/>
          <p:nvPr/>
        </p:nvSpPr>
        <p:spPr>
          <a:xfrm>
            <a:off x="17939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Original Table</a:t>
            </a:r>
          </a:p>
        </p:txBody>
      </p:sp>
      <p:sp>
        <p:nvSpPr>
          <p:cNvPr id="390" name="Rechteck 389"/>
          <p:cNvSpPr/>
          <p:nvPr/>
        </p:nvSpPr>
        <p:spPr>
          <a:xfrm>
            <a:off x="334796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Serialized Table</a:t>
            </a:r>
          </a:p>
        </p:txBody>
      </p:sp>
      <p:sp>
        <p:nvSpPr>
          <p:cNvPr id="256" name="Rechteck 255"/>
          <p:cNvSpPr/>
          <p:nvPr/>
        </p:nvSpPr>
        <p:spPr>
          <a:xfrm>
            <a:off x="179390" y="1484730"/>
            <a:ext cx="2448340" cy="43206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0" name="Rechteck 259"/>
          <p:cNvSpPr/>
          <p:nvPr/>
        </p:nvSpPr>
        <p:spPr>
          <a:xfrm>
            <a:off x="179390" y="1556740"/>
            <a:ext cx="2448340" cy="36005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4" name="Rechteck 263"/>
          <p:cNvSpPr/>
          <p:nvPr/>
        </p:nvSpPr>
        <p:spPr>
          <a:xfrm>
            <a:off x="179390" y="1556740"/>
            <a:ext cx="288040" cy="36005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58" name="Rechteck 357"/>
          <p:cNvSpPr/>
          <p:nvPr/>
        </p:nvSpPr>
        <p:spPr>
          <a:xfrm>
            <a:off x="1331550" y="1556740"/>
            <a:ext cx="432060" cy="360050"/>
          </a:xfrm>
          <a:prstGeom prst="rect">
            <a:avLst/>
          </a:prstGeom>
          <a:solidFill>
            <a:schemeClr val="accent5">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2" name="Rechteck 361"/>
          <p:cNvSpPr/>
          <p:nvPr/>
        </p:nvSpPr>
        <p:spPr>
          <a:xfrm>
            <a:off x="1763610" y="1556740"/>
            <a:ext cx="432060" cy="36005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3" name="Rechteck 362"/>
          <p:cNvSpPr/>
          <p:nvPr/>
        </p:nvSpPr>
        <p:spPr>
          <a:xfrm>
            <a:off x="2195670" y="1556740"/>
            <a:ext cx="432060" cy="36005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4" name="Rechteck 363"/>
          <p:cNvSpPr/>
          <p:nvPr/>
        </p:nvSpPr>
        <p:spPr>
          <a:xfrm>
            <a:off x="3347810" y="1484730"/>
            <a:ext cx="1728240" cy="10081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5" name="Rechteck 364"/>
          <p:cNvSpPr/>
          <p:nvPr/>
        </p:nvSpPr>
        <p:spPr>
          <a:xfrm>
            <a:off x="3635850" y="1556740"/>
            <a:ext cx="86412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6" name="Rechteck 365"/>
          <p:cNvSpPr/>
          <p:nvPr/>
        </p:nvSpPr>
        <p:spPr>
          <a:xfrm>
            <a:off x="3347810" y="1556740"/>
            <a:ext cx="288040" cy="93613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1" name="Rechteck 370"/>
          <p:cNvSpPr/>
          <p:nvPr/>
        </p:nvSpPr>
        <p:spPr>
          <a:xfrm>
            <a:off x="4499970" y="1556740"/>
            <a:ext cx="144020" cy="93613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3" name="Rechteck 382"/>
          <p:cNvSpPr/>
          <p:nvPr/>
        </p:nvSpPr>
        <p:spPr>
          <a:xfrm>
            <a:off x="4643990" y="1556740"/>
            <a:ext cx="144020" cy="93613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84" name="Rechteck 383"/>
          <p:cNvSpPr/>
          <p:nvPr/>
        </p:nvSpPr>
        <p:spPr>
          <a:xfrm>
            <a:off x="4788010" y="1556740"/>
            <a:ext cx="144020" cy="93613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3" name="Rechteck 422"/>
          <p:cNvSpPr/>
          <p:nvPr/>
        </p:nvSpPr>
        <p:spPr>
          <a:xfrm>
            <a:off x="4932030" y="1556740"/>
            <a:ext cx="144020" cy="936130"/>
          </a:xfrm>
          <a:prstGeom prst="rect">
            <a:avLst/>
          </a:prstGeom>
          <a:solidFill>
            <a:schemeClr val="tx2">
              <a:lumMod val="25000"/>
              <a:lumOff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24" name="Rechteck 423"/>
          <p:cNvSpPr/>
          <p:nvPr/>
        </p:nvSpPr>
        <p:spPr>
          <a:xfrm>
            <a:off x="3635850" y="1772770"/>
            <a:ext cx="86412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5" name="Rechteck 424"/>
          <p:cNvSpPr/>
          <p:nvPr/>
        </p:nvSpPr>
        <p:spPr>
          <a:xfrm>
            <a:off x="3635850" y="1844780"/>
            <a:ext cx="86412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6" name="Rechteck 425"/>
          <p:cNvSpPr/>
          <p:nvPr/>
        </p:nvSpPr>
        <p:spPr>
          <a:xfrm>
            <a:off x="3635850" y="2060810"/>
            <a:ext cx="86412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8" name="Rechteck 427"/>
          <p:cNvSpPr/>
          <p:nvPr/>
        </p:nvSpPr>
        <p:spPr>
          <a:xfrm>
            <a:off x="3635850" y="2276840"/>
            <a:ext cx="86412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8" name="Rechteck 157"/>
          <p:cNvSpPr/>
          <p:nvPr/>
        </p:nvSpPr>
        <p:spPr>
          <a:xfrm>
            <a:off x="176361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2" name="Rechteck 431"/>
          <p:cNvSpPr/>
          <p:nvPr/>
        </p:nvSpPr>
        <p:spPr>
          <a:xfrm>
            <a:off x="2195670" y="155674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3" name="Rechteck 432"/>
          <p:cNvSpPr/>
          <p:nvPr/>
        </p:nvSpPr>
        <p:spPr>
          <a:xfrm>
            <a:off x="1331550" y="15567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4" name="Rechteck 433"/>
          <p:cNvSpPr/>
          <p:nvPr/>
        </p:nvSpPr>
        <p:spPr>
          <a:xfrm>
            <a:off x="190763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5" name="Rechteck 434"/>
          <p:cNvSpPr/>
          <p:nvPr/>
        </p:nvSpPr>
        <p:spPr>
          <a:xfrm>
            <a:off x="2339690" y="155674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6" name="Rechteck 435"/>
          <p:cNvSpPr/>
          <p:nvPr/>
        </p:nvSpPr>
        <p:spPr>
          <a:xfrm>
            <a:off x="1475570" y="15567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7" name="Rechteck 436"/>
          <p:cNvSpPr/>
          <p:nvPr/>
        </p:nvSpPr>
        <p:spPr>
          <a:xfrm>
            <a:off x="205165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8" name="Rechteck 437"/>
          <p:cNvSpPr/>
          <p:nvPr/>
        </p:nvSpPr>
        <p:spPr>
          <a:xfrm>
            <a:off x="2483710" y="155674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39" name="Rechteck 438"/>
          <p:cNvSpPr/>
          <p:nvPr/>
        </p:nvSpPr>
        <p:spPr>
          <a:xfrm>
            <a:off x="1619590" y="15567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0" name="Rechteck 439"/>
          <p:cNvSpPr/>
          <p:nvPr/>
        </p:nvSpPr>
        <p:spPr>
          <a:xfrm>
            <a:off x="1907630" y="16287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1" name="Rechteck 440"/>
          <p:cNvSpPr/>
          <p:nvPr/>
        </p:nvSpPr>
        <p:spPr>
          <a:xfrm>
            <a:off x="2339690" y="162875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42" name="Rechteck 441"/>
          <p:cNvSpPr/>
          <p:nvPr/>
        </p:nvSpPr>
        <p:spPr>
          <a:xfrm>
            <a:off x="1475570" y="16287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2" name="Rechteck 451"/>
          <p:cNvSpPr/>
          <p:nvPr/>
        </p:nvSpPr>
        <p:spPr>
          <a:xfrm>
            <a:off x="4643990" y="15567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3" name="Rechteck 452"/>
          <p:cNvSpPr/>
          <p:nvPr/>
        </p:nvSpPr>
        <p:spPr>
          <a:xfrm>
            <a:off x="4643990" y="16287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4" name="Rechteck 453"/>
          <p:cNvSpPr/>
          <p:nvPr/>
        </p:nvSpPr>
        <p:spPr>
          <a:xfrm>
            <a:off x="4643990" y="170076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5" name="Rechteck 454"/>
          <p:cNvSpPr/>
          <p:nvPr/>
        </p:nvSpPr>
        <p:spPr>
          <a:xfrm>
            <a:off x="478803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6" name="Rechteck 455"/>
          <p:cNvSpPr/>
          <p:nvPr/>
        </p:nvSpPr>
        <p:spPr>
          <a:xfrm>
            <a:off x="4788030" y="16287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7" name="Rechteck 456"/>
          <p:cNvSpPr/>
          <p:nvPr/>
        </p:nvSpPr>
        <p:spPr>
          <a:xfrm>
            <a:off x="4788030" y="17007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8" name="Rechteck 457"/>
          <p:cNvSpPr/>
          <p:nvPr/>
        </p:nvSpPr>
        <p:spPr>
          <a:xfrm>
            <a:off x="4932030" y="155674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59" name="Rechteck 458"/>
          <p:cNvSpPr/>
          <p:nvPr/>
        </p:nvSpPr>
        <p:spPr>
          <a:xfrm>
            <a:off x="4932030" y="162875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0" name="Rechteck 459"/>
          <p:cNvSpPr/>
          <p:nvPr/>
        </p:nvSpPr>
        <p:spPr>
          <a:xfrm>
            <a:off x="4932030" y="170076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1" name="Rechteck 460"/>
          <p:cNvSpPr/>
          <p:nvPr/>
        </p:nvSpPr>
        <p:spPr>
          <a:xfrm>
            <a:off x="4643990" y="177277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2" name="Rechteck 461"/>
          <p:cNvSpPr/>
          <p:nvPr/>
        </p:nvSpPr>
        <p:spPr>
          <a:xfrm>
            <a:off x="4788030" y="17727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3" name="Rechteck 462"/>
          <p:cNvSpPr/>
          <p:nvPr/>
        </p:nvSpPr>
        <p:spPr>
          <a:xfrm>
            <a:off x="4932030" y="177277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4" name="Rechteck 463"/>
          <p:cNvSpPr/>
          <p:nvPr/>
        </p:nvSpPr>
        <p:spPr>
          <a:xfrm>
            <a:off x="4932030" y="18447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5" name="Rechteck 464"/>
          <p:cNvSpPr/>
          <p:nvPr/>
        </p:nvSpPr>
        <p:spPr>
          <a:xfrm>
            <a:off x="4932050" y="191679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6" name="Rechteck 465"/>
          <p:cNvSpPr/>
          <p:nvPr/>
        </p:nvSpPr>
        <p:spPr>
          <a:xfrm>
            <a:off x="4932070" y="198880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7" name="Rechteck 466"/>
          <p:cNvSpPr/>
          <p:nvPr/>
        </p:nvSpPr>
        <p:spPr>
          <a:xfrm>
            <a:off x="1907630" y="17007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69" name="Rechteck 468"/>
          <p:cNvSpPr/>
          <p:nvPr/>
        </p:nvSpPr>
        <p:spPr>
          <a:xfrm>
            <a:off x="1475570" y="170076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0" name="Rechteck 469"/>
          <p:cNvSpPr/>
          <p:nvPr/>
        </p:nvSpPr>
        <p:spPr>
          <a:xfrm>
            <a:off x="2051650" y="17007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2" name="Rechteck 471"/>
          <p:cNvSpPr/>
          <p:nvPr/>
        </p:nvSpPr>
        <p:spPr>
          <a:xfrm>
            <a:off x="1619590" y="170076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3" name="Rechteck 472"/>
          <p:cNvSpPr/>
          <p:nvPr/>
        </p:nvSpPr>
        <p:spPr>
          <a:xfrm>
            <a:off x="4643990" y="206081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4" name="Rechteck 473"/>
          <p:cNvSpPr/>
          <p:nvPr/>
        </p:nvSpPr>
        <p:spPr>
          <a:xfrm>
            <a:off x="4788030" y="20608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5" name="Rechteck 474"/>
          <p:cNvSpPr/>
          <p:nvPr/>
        </p:nvSpPr>
        <p:spPr>
          <a:xfrm>
            <a:off x="4643990" y="213282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6" name="Rechteck 475"/>
          <p:cNvSpPr/>
          <p:nvPr/>
        </p:nvSpPr>
        <p:spPr>
          <a:xfrm>
            <a:off x="4788030" y="21328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7" name="Rechteck 476"/>
          <p:cNvSpPr/>
          <p:nvPr/>
        </p:nvSpPr>
        <p:spPr>
          <a:xfrm>
            <a:off x="1331550" y="184478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8" name="Rechteck 477"/>
          <p:cNvSpPr/>
          <p:nvPr/>
        </p:nvSpPr>
        <p:spPr>
          <a:xfrm>
            <a:off x="1475570" y="184478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79" name="Rechteck 478"/>
          <p:cNvSpPr/>
          <p:nvPr/>
        </p:nvSpPr>
        <p:spPr>
          <a:xfrm>
            <a:off x="1619590" y="184478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0" name="Rechteck 479"/>
          <p:cNvSpPr/>
          <p:nvPr/>
        </p:nvSpPr>
        <p:spPr>
          <a:xfrm>
            <a:off x="4643990" y="227684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1" name="Rechteck 480"/>
          <p:cNvSpPr/>
          <p:nvPr/>
        </p:nvSpPr>
        <p:spPr>
          <a:xfrm>
            <a:off x="4644010" y="234885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2" name="Rechteck 481"/>
          <p:cNvSpPr/>
          <p:nvPr/>
        </p:nvSpPr>
        <p:spPr>
          <a:xfrm>
            <a:off x="4644030" y="2420860"/>
            <a:ext cx="14400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3" name="Rechteck 482"/>
          <p:cNvSpPr/>
          <p:nvPr/>
        </p:nvSpPr>
        <p:spPr>
          <a:xfrm>
            <a:off x="2483710" y="184478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4" name="Rechteck 483"/>
          <p:cNvSpPr/>
          <p:nvPr/>
        </p:nvSpPr>
        <p:spPr>
          <a:xfrm>
            <a:off x="4932030" y="2420860"/>
            <a:ext cx="144000" cy="7201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5" name="Rechteck 484"/>
          <p:cNvSpPr/>
          <p:nvPr/>
        </p:nvSpPr>
        <p:spPr>
          <a:xfrm>
            <a:off x="3635850" y="2204830"/>
            <a:ext cx="864120" cy="720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65" name="Gerade Verbindung 264"/>
          <p:cNvCxnSpPr/>
          <p:nvPr/>
        </p:nvCxnSpPr>
        <p:spPr>
          <a:xfrm>
            <a:off x="179390" y="1556740"/>
            <a:ext cx="2448340" cy="0"/>
          </a:xfrm>
          <a:prstGeom prst="line">
            <a:avLst/>
          </a:prstGeom>
        </p:spPr>
        <p:style>
          <a:lnRef idx="1">
            <a:schemeClr val="accent1"/>
          </a:lnRef>
          <a:fillRef idx="0">
            <a:schemeClr val="accent1"/>
          </a:fillRef>
          <a:effectRef idx="0">
            <a:schemeClr val="accent1"/>
          </a:effectRef>
          <a:fontRef idx="minor">
            <a:schemeClr val="tx1"/>
          </a:fontRef>
        </p:style>
      </p:cxnSp>
      <p:sp>
        <p:nvSpPr>
          <p:cNvPr id="488" name="Rechteck 487"/>
          <p:cNvSpPr/>
          <p:nvPr/>
        </p:nvSpPr>
        <p:spPr>
          <a:xfrm>
            <a:off x="179390" y="2708902"/>
            <a:ext cx="288040" cy="360050"/>
          </a:xfrm>
          <a:prstGeom prst="rect">
            <a:avLst/>
          </a:prstGeom>
          <a:solidFill>
            <a:schemeClr val="accent4">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89" name="Rechteck 488"/>
          <p:cNvSpPr/>
          <p:nvPr/>
        </p:nvSpPr>
        <p:spPr>
          <a:xfrm>
            <a:off x="467430" y="2672924"/>
            <a:ext cx="122417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Identifier columns (will be repeated</a:t>
            </a:r>
            <a:br>
              <a:rPr lang="en-US" sz="1000" dirty="0">
                <a:solidFill>
                  <a:schemeClr val="tx1"/>
                </a:solidFill>
              </a:rPr>
            </a:br>
            <a:r>
              <a:rPr lang="en-US" sz="1000" dirty="0">
                <a:solidFill>
                  <a:schemeClr val="tx1"/>
                </a:solidFill>
              </a:rPr>
              <a:t>downward)</a:t>
            </a:r>
          </a:p>
          <a:p>
            <a:r>
              <a:rPr lang="en-US" sz="1000" dirty="0">
                <a:solidFill>
                  <a:schemeClr val="tx1"/>
                </a:solidFill>
              </a:rPr>
              <a:t>(Parameter 2)</a:t>
            </a:r>
          </a:p>
        </p:txBody>
      </p:sp>
      <p:sp>
        <p:nvSpPr>
          <p:cNvPr id="490" name="Rechteck 489"/>
          <p:cNvSpPr/>
          <p:nvPr/>
        </p:nvSpPr>
        <p:spPr>
          <a:xfrm>
            <a:off x="179390" y="3284980"/>
            <a:ext cx="288040" cy="36005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91" name="Rechteck 490"/>
          <p:cNvSpPr/>
          <p:nvPr/>
        </p:nvSpPr>
        <p:spPr>
          <a:xfrm>
            <a:off x="467430" y="3248980"/>
            <a:ext cx="122417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Remaining table columns:</a:t>
            </a:r>
            <a:br>
              <a:rPr lang="en-US" sz="1000" dirty="0">
                <a:solidFill>
                  <a:schemeClr val="tx1"/>
                </a:solidFill>
              </a:rPr>
            </a:br>
            <a:r>
              <a:rPr lang="en-US" sz="1000" dirty="0">
                <a:solidFill>
                  <a:schemeClr val="tx1"/>
                </a:solidFill>
              </a:rPr>
              <a:t>Contents will not be repeated</a:t>
            </a:r>
          </a:p>
          <a:p>
            <a:r>
              <a:rPr lang="en-US" sz="1000" dirty="0">
                <a:solidFill>
                  <a:schemeClr val="tx1"/>
                </a:solidFill>
              </a:rPr>
              <a:t>downward if rows are added.</a:t>
            </a:r>
          </a:p>
        </p:txBody>
      </p:sp>
      <p:sp>
        <p:nvSpPr>
          <p:cNvPr id="493" name="Rechteck 492"/>
          <p:cNvSpPr/>
          <p:nvPr/>
        </p:nvSpPr>
        <p:spPr>
          <a:xfrm>
            <a:off x="2699740" y="2708902"/>
            <a:ext cx="288040" cy="36005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94" name="Rechteck 493"/>
          <p:cNvSpPr/>
          <p:nvPr/>
        </p:nvSpPr>
        <p:spPr>
          <a:xfrm>
            <a:off x="2987780" y="2672916"/>
            <a:ext cx="122417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Sequence name, specified in Parameter 3,</a:t>
            </a:r>
          </a:p>
          <a:p>
            <a:r>
              <a:rPr lang="en-US" sz="1000" dirty="0">
                <a:solidFill>
                  <a:schemeClr val="tx1"/>
                </a:solidFill>
              </a:rPr>
              <a:t>containing values defined in Parameter 4</a:t>
            </a:r>
          </a:p>
        </p:txBody>
      </p:sp>
      <p:sp>
        <p:nvSpPr>
          <p:cNvPr id="495" name="Rechteck 494"/>
          <p:cNvSpPr/>
          <p:nvPr/>
        </p:nvSpPr>
        <p:spPr>
          <a:xfrm>
            <a:off x="2987780" y="3248980"/>
            <a:ext cx="1224170" cy="3600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Data being serialized.  Different colors</a:t>
            </a:r>
            <a:br>
              <a:rPr lang="en-US" sz="1000" dirty="0">
                <a:solidFill>
                  <a:schemeClr val="tx1"/>
                </a:solidFill>
              </a:rPr>
            </a:br>
            <a:r>
              <a:rPr lang="en-US" sz="1000" dirty="0">
                <a:solidFill>
                  <a:schemeClr val="tx1"/>
                </a:solidFill>
              </a:rPr>
              <a:t>refer to different categories, dark field</a:t>
            </a:r>
            <a:br>
              <a:rPr lang="en-US" sz="1000" dirty="0">
                <a:solidFill>
                  <a:schemeClr val="tx1"/>
                </a:solidFill>
              </a:rPr>
            </a:br>
            <a:r>
              <a:rPr lang="en-US" sz="1000" dirty="0">
                <a:solidFill>
                  <a:schemeClr val="tx1"/>
                </a:solidFill>
              </a:rPr>
              <a:t>show containing value as example)</a:t>
            </a:r>
          </a:p>
          <a:p>
            <a:r>
              <a:rPr lang="en-US" sz="1000" dirty="0">
                <a:solidFill>
                  <a:schemeClr val="tx1"/>
                </a:solidFill>
              </a:rPr>
              <a:t>The category headers are defined in Parameter 5.</a:t>
            </a:r>
          </a:p>
        </p:txBody>
      </p:sp>
      <p:sp>
        <p:nvSpPr>
          <p:cNvPr id="496" name="Rechteck 495"/>
          <p:cNvSpPr/>
          <p:nvPr/>
        </p:nvSpPr>
        <p:spPr>
          <a:xfrm>
            <a:off x="2699740" y="3284980"/>
            <a:ext cx="288040" cy="14402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97" name="Rechteck 496"/>
          <p:cNvSpPr/>
          <p:nvPr/>
        </p:nvSpPr>
        <p:spPr>
          <a:xfrm>
            <a:off x="2699740" y="3429000"/>
            <a:ext cx="288040" cy="14402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98" name="Rechteck 497"/>
          <p:cNvSpPr/>
          <p:nvPr/>
        </p:nvSpPr>
        <p:spPr>
          <a:xfrm>
            <a:off x="2699740" y="3573020"/>
            <a:ext cx="288040" cy="14402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99" name="Rechteck 498"/>
          <p:cNvSpPr/>
          <p:nvPr/>
        </p:nvSpPr>
        <p:spPr>
          <a:xfrm>
            <a:off x="2843760" y="3284980"/>
            <a:ext cx="144020" cy="14402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00" name="Rechteck 499"/>
          <p:cNvSpPr/>
          <p:nvPr/>
        </p:nvSpPr>
        <p:spPr>
          <a:xfrm>
            <a:off x="2843760" y="3429000"/>
            <a:ext cx="144020" cy="14402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01" name="Rechteck 500"/>
          <p:cNvSpPr/>
          <p:nvPr/>
        </p:nvSpPr>
        <p:spPr>
          <a:xfrm>
            <a:off x="2843760" y="3573020"/>
            <a:ext cx="144020" cy="144020"/>
          </a:xfrm>
          <a:prstGeom prst="rect">
            <a:avLst/>
          </a:prstGeom>
          <a:solidFill>
            <a:schemeClr val="accent3">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02" name="Rechteck 501"/>
          <p:cNvSpPr/>
          <p:nvPr/>
        </p:nvSpPr>
        <p:spPr>
          <a:xfrm>
            <a:off x="2843760" y="2708902"/>
            <a:ext cx="144020" cy="36005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03" name="Rechteck 502"/>
          <p:cNvSpPr/>
          <p:nvPr/>
        </p:nvSpPr>
        <p:spPr>
          <a:xfrm>
            <a:off x="4499970" y="2276840"/>
            <a:ext cx="144020" cy="21603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04" name="Rechteck 503"/>
          <p:cNvSpPr/>
          <p:nvPr/>
        </p:nvSpPr>
        <p:spPr>
          <a:xfrm>
            <a:off x="4499970" y="1556740"/>
            <a:ext cx="144020" cy="64809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367" name="Gerade Verbindung 366"/>
          <p:cNvCxnSpPr/>
          <p:nvPr/>
        </p:nvCxnSpPr>
        <p:spPr>
          <a:xfrm>
            <a:off x="3347810" y="1556740"/>
            <a:ext cx="1728240" cy="0"/>
          </a:xfrm>
          <a:prstGeom prst="line">
            <a:avLst/>
          </a:prstGeom>
        </p:spPr>
        <p:style>
          <a:lnRef idx="1">
            <a:schemeClr val="accent1"/>
          </a:lnRef>
          <a:fillRef idx="0">
            <a:schemeClr val="accent1"/>
          </a:fillRef>
          <a:effectRef idx="0">
            <a:schemeClr val="accent1"/>
          </a:effectRef>
          <a:fontRef idx="minor">
            <a:schemeClr val="tx1"/>
          </a:fontRef>
        </p:style>
      </p:cxnSp>
      <p:sp>
        <p:nvSpPr>
          <p:cNvPr id="506" name="Gleichschenkliges Dreieck 505"/>
          <p:cNvSpPr/>
          <p:nvPr/>
        </p:nvSpPr>
        <p:spPr>
          <a:xfrm rot="5400000">
            <a:off x="2519715" y="1664755"/>
            <a:ext cx="792110" cy="288040"/>
          </a:xfrm>
          <a:prstGeom prst="triangle">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Tree>
    <p:extLst>
      <p:ext uri="{BB962C8B-B14F-4D97-AF65-F5344CB8AC3E}">
        <p14:creationId xmlns:p14="http://schemas.microsoft.com/office/powerpoint/2010/main" val="19322866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hteck 78"/>
          <p:cNvSpPr/>
          <p:nvPr/>
        </p:nvSpPr>
        <p:spPr>
          <a:xfrm>
            <a:off x="3491872" y="3429560"/>
            <a:ext cx="1224000" cy="144000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1" name="Rechteck 50"/>
          <p:cNvSpPr/>
          <p:nvPr/>
        </p:nvSpPr>
        <p:spPr>
          <a:xfrm>
            <a:off x="1907704" y="3429020"/>
            <a:ext cx="93661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2" name="Rechteck 371"/>
          <p:cNvSpPr/>
          <p:nvPr/>
        </p:nvSpPr>
        <p:spPr>
          <a:xfrm>
            <a:off x="540000" y="1485020"/>
            <a:ext cx="93661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96" name="Rechteck 295"/>
          <p:cNvSpPr/>
          <p:nvPr/>
        </p:nvSpPr>
        <p:spPr>
          <a:xfrm>
            <a:off x="540610" y="1485290"/>
            <a:ext cx="936000" cy="72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 name="Titel 1"/>
          <p:cNvSpPr>
            <a:spLocks noGrp="1"/>
          </p:cNvSpPr>
          <p:nvPr>
            <p:ph type="title"/>
          </p:nvPr>
        </p:nvSpPr>
        <p:spPr/>
        <p:txBody>
          <a:bodyPr/>
          <a:lstStyle/>
          <a:p>
            <a:r>
              <a:rPr lang="en-US" dirty="0"/>
              <a:t>Table Fit</a:t>
            </a:r>
          </a:p>
        </p:txBody>
      </p:sp>
      <p:sp>
        <p:nvSpPr>
          <p:cNvPr id="4" name="Textplatzhalter 3"/>
          <p:cNvSpPr>
            <a:spLocks noGrp="1"/>
          </p:cNvSpPr>
          <p:nvPr>
            <p:ph type="body" sz="quarter" idx="16"/>
          </p:nvPr>
        </p:nvSpPr>
        <p:spPr/>
        <p:txBody>
          <a:bodyPr/>
          <a:lstStyle/>
          <a:p>
            <a:endParaRPr lang="en-US"/>
          </a:p>
        </p:txBody>
      </p:sp>
      <p:sp>
        <p:nvSpPr>
          <p:cNvPr id="297" name="Rechteck 296"/>
          <p:cNvSpPr/>
          <p:nvPr/>
        </p:nvSpPr>
        <p:spPr>
          <a:xfrm>
            <a:off x="540000" y="1341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Original Table</a:t>
            </a:r>
          </a:p>
        </p:txBody>
      </p:sp>
      <p:sp>
        <p:nvSpPr>
          <p:cNvPr id="373" name="Rechteck 372"/>
          <p:cNvSpPr/>
          <p:nvPr/>
        </p:nvSpPr>
        <p:spPr>
          <a:xfrm>
            <a:off x="540610" y="1773290"/>
            <a:ext cx="1224000" cy="50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92" name="Rechteck 391"/>
          <p:cNvSpPr/>
          <p:nvPr/>
        </p:nvSpPr>
        <p:spPr>
          <a:xfrm>
            <a:off x="5725268" y="1485830"/>
            <a:ext cx="144020" cy="5040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93" name="Rechteck 392"/>
          <p:cNvSpPr/>
          <p:nvPr/>
        </p:nvSpPr>
        <p:spPr>
          <a:xfrm>
            <a:off x="2484314" y="2277290"/>
            <a:ext cx="172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nchorCtr="0"/>
          <a:lstStyle/>
          <a:p>
            <a:r>
              <a:rPr lang="en-US" sz="1000" dirty="0">
                <a:solidFill>
                  <a:schemeClr val="tx1"/>
                </a:solidFill>
              </a:rPr>
              <a:t>Fewer columns</a:t>
            </a:r>
          </a:p>
          <a:p>
            <a:r>
              <a:rPr lang="en-US" sz="1000" dirty="0">
                <a:solidFill>
                  <a:schemeClr val="tx1"/>
                </a:solidFill>
              </a:rPr>
              <a:t>than number of headers</a:t>
            </a:r>
          </a:p>
        </p:txBody>
      </p:sp>
      <p:cxnSp>
        <p:nvCxnSpPr>
          <p:cNvPr id="375" name="Gerade Verbindung 374"/>
          <p:cNvCxnSpPr/>
          <p:nvPr/>
        </p:nvCxnSpPr>
        <p:spPr>
          <a:xfrm>
            <a:off x="540000" y="155703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05" name="Rechteck 104"/>
          <p:cNvSpPr/>
          <p:nvPr/>
        </p:nvSpPr>
        <p:spPr>
          <a:xfrm>
            <a:off x="5869288" y="1485830"/>
            <a:ext cx="9359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Contents</a:t>
            </a:r>
          </a:p>
        </p:txBody>
      </p:sp>
      <p:sp>
        <p:nvSpPr>
          <p:cNvPr id="108" name="Rechteck 107"/>
          <p:cNvSpPr/>
          <p:nvPr/>
        </p:nvSpPr>
        <p:spPr>
          <a:xfrm>
            <a:off x="3997092" y="1485560"/>
            <a:ext cx="144020" cy="50407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9" name="Rechteck 108"/>
          <p:cNvSpPr/>
          <p:nvPr/>
        </p:nvSpPr>
        <p:spPr>
          <a:xfrm>
            <a:off x="4141112" y="1485560"/>
            <a:ext cx="9359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Headers</a:t>
            </a:r>
          </a:p>
        </p:txBody>
      </p:sp>
      <p:sp>
        <p:nvSpPr>
          <p:cNvPr id="17" name="Pfeil nach rechts 16"/>
          <p:cNvSpPr/>
          <p:nvPr/>
        </p:nvSpPr>
        <p:spPr>
          <a:xfrm flipH="1">
            <a:off x="2052314" y="2349290"/>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6" name="Rechteck 115"/>
          <p:cNvSpPr/>
          <p:nvPr/>
        </p:nvSpPr>
        <p:spPr>
          <a:xfrm>
            <a:off x="3997092" y="2277560"/>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7" name="Rechteck 116"/>
          <p:cNvSpPr/>
          <p:nvPr/>
        </p:nvSpPr>
        <p:spPr>
          <a:xfrm>
            <a:off x="4141112" y="2277560"/>
            <a:ext cx="9359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Blank contents</a:t>
            </a:r>
          </a:p>
        </p:txBody>
      </p:sp>
      <p:sp>
        <p:nvSpPr>
          <p:cNvPr id="45" name="Rechteck 44"/>
          <p:cNvSpPr/>
          <p:nvPr/>
        </p:nvSpPr>
        <p:spPr>
          <a:xfrm>
            <a:off x="540610" y="2277290"/>
            <a:ext cx="64800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6" name="Rechteck 45"/>
          <p:cNvSpPr/>
          <p:nvPr/>
        </p:nvSpPr>
        <p:spPr>
          <a:xfrm>
            <a:off x="540610" y="2637290"/>
            <a:ext cx="93661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 name="Rechteck 46"/>
          <p:cNvSpPr/>
          <p:nvPr/>
        </p:nvSpPr>
        <p:spPr>
          <a:xfrm>
            <a:off x="2484314" y="1845290"/>
            <a:ext cx="172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nchorCtr="0"/>
          <a:lstStyle/>
          <a:p>
            <a:r>
              <a:rPr lang="en-US" sz="1000" dirty="0">
                <a:solidFill>
                  <a:schemeClr val="tx1"/>
                </a:solidFill>
              </a:rPr>
              <a:t>More columns</a:t>
            </a:r>
          </a:p>
          <a:p>
            <a:r>
              <a:rPr lang="en-US" sz="1000" dirty="0">
                <a:solidFill>
                  <a:schemeClr val="tx1"/>
                </a:solidFill>
              </a:rPr>
              <a:t>than number of headers</a:t>
            </a:r>
          </a:p>
        </p:txBody>
      </p:sp>
      <p:sp>
        <p:nvSpPr>
          <p:cNvPr id="48" name="Pfeil nach rechts 47"/>
          <p:cNvSpPr/>
          <p:nvPr/>
        </p:nvSpPr>
        <p:spPr>
          <a:xfrm flipH="1">
            <a:off x="2052314" y="1917290"/>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49" name="Rechteck 48"/>
          <p:cNvSpPr/>
          <p:nvPr/>
        </p:nvSpPr>
        <p:spPr>
          <a:xfrm>
            <a:off x="1907704" y="3069560"/>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0000"/>
              </a:lnSpc>
            </a:pPr>
            <a:r>
              <a:rPr lang="en-US" sz="1050" b="1" dirty="0">
                <a:solidFill>
                  <a:schemeClr val="tx1"/>
                </a:solidFill>
              </a:rPr>
              <a:t>table fit</a:t>
            </a:r>
          </a:p>
          <a:p>
            <a:pPr>
              <a:lnSpc>
                <a:spcPct val="90000"/>
              </a:lnSpc>
            </a:pPr>
            <a:r>
              <a:rPr lang="en-US" sz="1050" b="1" dirty="0">
                <a:solidFill>
                  <a:schemeClr val="tx1"/>
                </a:solidFill>
              </a:rPr>
              <a:t>(…, min header width)</a:t>
            </a:r>
          </a:p>
        </p:txBody>
      </p:sp>
      <p:sp>
        <p:nvSpPr>
          <p:cNvPr id="50" name="Rechteck 49"/>
          <p:cNvSpPr/>
          <p:nvPr/>
        </p:nvSpPr>
        <p:spPr>
          <a:xfrm>
            <a:off x="1908314" y="3429290"/>
            <a:ext cx="936000" cy="72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2" name="Rechteck 51"/>
          <p:cNvSpPr/>
          <p:nvPr/>
        </p:nvSpPr>
        <p:spPr>
          <a:xfrm>
            <a:off x="1908314" y="3717560"/>
            <a:ext cx="1224000" cy="50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3" name="Gerade Verbindung 374"/>
          <p:cNvCxnSpPr/>
          <p:nvPr/>
        </p:nvCxnSpPr>
        <p:spPr>
          <a:xfrm>
            <a:off x="1907704" y="350103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Rechteck 53"/>
          <p:cNvSpPr/>
          <p:nvPr/>
        </p:nvSpPr>
        <p:spPr>
          <a:xfrm>
            <a:off x="1908314" y="4221560"/>
            <a:ext cx="64800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5" name="Rechteck 54"/>
          <p:cNvSpPr/>
          <p:nvPr/>
        </p:nvSpPr>
        <p:spPr>
          <a:xfrm>
            <a:off x="1907704" y="4581290"/>
            <a:ext cx="93661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6" name="Rechteck 55"/>
          <p:cNvSpPr/>
          <p:nvPr/>
        </p:nvSpPr>
        <p:spPr>
          <a:xfrm>
            <a:off x="1044610" y="2637290"/>
            <a:ext cx="432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7" name="Rechteck 56"/>
          <p:cNvSpPr/>
          <p:nvPr/>
        </p:nvSpPr>
        <p:spPr>
          <a:xfrm>
            <a:off x="1332610" y="2133290"/>
            <a:ext cx="432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8" name="Rechteck 57"/>
          <p:cNvSpPr/>
          <p:nvPr/>
        </p:nvSpPr>
        <p:spPr>
          <a:xfrm>
            <a:off x="2411704" y="4581560"/>
            <a:ext cx="432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59" name="Rechteck 58"/>
          <p:cNvSpPr/>
          <p:nvPr/>
        </p:nvSpPr>
        <p:spPr>
          <a:xfrm>
            <a:off x="2699704" y="4077560"/>
            <a:ext cx="432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4" name="Rechteck 63"/>
          <p:cNvSpPr/>
          <p:nvPr/>
        </p:nvSpPr>
        <p:spPr>
          <a:xfrm>
            <a:off x="2555704" y="4221560"/>
            <a:ext cx="288000" cy="36000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5" name="Rechteck 64"/>
          <p:cNvSpPr/>
          <p:nvPr/>
        </p:nvSpPr>
        <p:spPr>
          <a:xfrm>
            <a:off x="3491262" y="3429560"/>
            <a:ext cx="93661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6" name="Rechteck 65"/>
          <p:cNvSpPr/>
          <p:nvPr/>
        </p:nvSpPr>
        <p:spPr>
          <a:xfrm>
            <a:off x="3491872" y="3429830"/>
            <a:ext cx="936000" cy="72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7" name="Rechteck 66"/>
          <p:cNvSpPr/>
          <p:nvPr/>
        </p:nvSpPr>
        <p:spPr>
          <a:xfrm>
            <a:off x="3491872" y="3718100"/>
            <a:ext cx="1224000" cy="50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1" name="Gerade Verbindung 374"/>
          <p:cNvCxnSpPr/>
          <p:nvPr/>
        </p:nvCxnSpPr>
        <p:spPr>
          <a:xfrm>
            <a:off x="3491262" y="350157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72" name="Rechteck 71"/>
          <p:cNvSpPr/>
          <p:nvPr/>
        </p:nvSpPr>
        <p:spPr>
          <a:xfrm>
            <a:off x="3491872" y="4221830"/>
            <a:ext cx="64800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3" name="Rechteck 72"/>
          <p:cNvSpPr/>
          <p:nvPr/>
        </p:nvSpPr>
        <p:spPr>
          <a:xfrm>
            <a:off x="3491262" y="4581830"/>
            <a:ext cx="93661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5" name="Rechteck 74"/>
          <p:cNvSpPr/>
          <p:nvPr/>
        </p:nvSpPr>
        <p:spPr>
          <a:xfrm>
            <a:off x="3995262" y="4582100"/>
            <a:ext cx="432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6" name="Rechteck 75"/>
          <p:cNvSpPr/>
          <p:nvPr/>
        </p:nvSpPr>
        <p:spPr>
          <a:xfrm>
            <a:off x="4283262" y="4078100"/>
            <a:ext cx="432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0" name="Rechteck 79"/>
          <p:cNvSpPr/>
          <p:nvPr/>
        </p:nvSpPr>
        <p:spPr>
          <a:xfrm>
            <a:off x="5076048" y="3429020"/>
            <a:ext cx="93661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1" name="Rechteck 80"/>
          <p:cNvSpPr/>
          <p:nvPr/>
        </p:nvSpPr>
        <p:spPr>
          <a:xfrm>
            <a:off x="5076658" y="3429290"/>
            <a:ext cx="936000" cy="72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2" name="Rechteck 81"/>
          <p:cNvSpPr/>
          <p:nvPr/>
        </p:nvSpPr>
        <p:spPr>
          <a:xfrm>
            <a:off x="5076658" y="3717560"/>
            <a:ext cx="935390" cy="50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83" name="Gerade Verbindung 374"/>
          <p:cNvCxnSpPr/>
          <p:nvPr/>
        </p:nvCxnSpPr>
        <p:spPr>
          <a:xfrm>
            <a:off x="5076048" y="350103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84" name="Rechteck 83"/>
          <p:cNvSpPr/>
          <p:nvPr/>
        </p:nvSpPr>
        <p:spPr>
          <a:xfrm>
            <a:off x="5076658" y="4221560"/>
            <a:ext cx="64800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5" name="Rechteck 84"/>
          <p:cNvSpPr/>
          <p:nvPr/>
        </p:nvSpPr>
        <p:spPr>
          <a:xfrm>
            <a:off x="5076048" y="4581290"/>
            <a:ext cx="93661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6" name="Rechteck 85"/>
          <p:cNvSpPr/>
          <p:nvPr/>
        </p:nvSpPr>
        <p:spPr>
          <a:xfrm>
            <a:off x="5580048" y="4581560"/>
            <a:ext cx="432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7" name="Rechteck 86"/>
          <p:cNvSpPr/>
          <p:nvPr/>
        </p:nvSpPr>
        <p:spPr>
          <a:xfrm>
            <a:off x="5868048" y="4077560"/>
            <a:ext cx="14400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88" name="Rechteck 87"/>
          <p:cNvSpPr/>
          <p:nvPr/>
        </p:nvSpPr>
        <p:spPr>
          <a:xfrm>
            <a:off x="5724048" y="4221560"/>
            <a:ext cx="288000" cy="36000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0" name="Rechteck 89"/>
          <p:cNvSpPr/>
          <p:nvPr/>
        </p:nvSpPr>
        <p:spPr>
          <a:xfrm>
            <a:off x="3419872" y="3069580"/>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0000"/>
              </a:lnSpc>
            </a:pPr>
            <a:r>
              <a:rPr lang="en-US" sz="1050" b="1" dirty="0">
                <a:solidFill>
                  <a:schemeClr val="tx1"/>
                </a:solidFill>
              </a:rPr>
              <a:t>table fit </a:t>
            </a:r>
          </a:p>
          <a:p>
            <a:pPr>
              <a:lnSpc>
                <a:spcPct val="90000"/>
              </a:lnSpc>
            </a:pPr>
            <a:r>
              <a:rPr lang="en-US" sz="1050" b="1" dirty="0">
                <a:solidFill>
                  <a:schemeClr val="tx1"/>
                </a:solidFill>
              </a:rPr>
              <a:t>(…, max table width)</a:t>
            </a:r>
          </a:p>
        </p:txBody>
      </p:sp>
      <p:sp>
        <p:nvSpPr>
          <p:cNvPr id="91" name="Rechteck 90"/>
          <p:cNvSpPr/>
          <p:nvPr/>
        </p:nvSpPr>
        <p:spPr>
          <a:xfrm>
            <a:off x="5004048" y="3069580"/>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0000"/>
              </a:lnSpc>
            </a:pPr>
            <a:r>
              <a:rPr lang="en-US" sz="1050" b="1" dirty="0">
                <a:solidFill>
                  <a:schemeClr val="tx1"/>
                </a:solidFill>
              </a:rPr>
              <a:t>table fit</a:t>
            </a:r>
          </a:p>
          <a:p>
            <a:pPr>
              <a:lnSpc>
                <a:spcPct val="90000"/>
              </a:lnSpc>
            </a:pPr>
            <a:r>
              <a:rPr lang="en-US" sz="1050" b="1" dirty="0">
                <a:solidFill>
                  <a:schemeClr val="tx1"/>
                </a:solidFill>
              </a:rPr>
              <a:t>(…, equal header width)</a:t>
            </a:r>
          </a:p>
        </p:txBody>
      </p:sp>
      <p:sp>
        <p:nvSpPr>
          <p:cNvPr id="96" name="Rechteck 95"/>
          <p:cNvSpPr/>
          <p:nvPr/>
        </p:nvSpPr>
        <p:spPr>
          <a:xfrm>
            <a:off x="6660232" y="3429040"/>
            <a:ext cx="93661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7" name="Rechteck 96"/>
          <p:cNvSpPr/>
          <p:nvPr/>
        </p:nvSpPr>
        <p:spPr>
          <a:xfrm>
            <a:off x="6660232" y="3069580"/>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0000"/>
              </a:lnSpc>
            </a:pPr>
            <a:r>
              <a:rPr lang="en-US" sz="1050" b="1" dirty="0">
                <a:solidFill>
                  <a:schemeClr val="tx1"/>
                </a:solidFill>
              </a:rPr>
              <a:t>table fit</a:t>
            </a:r>
          </a:p>
          <a:p>
            <a:pPr>
              <a:lnSpc>
                <a:spcPct val="90000"/>
              </a:lnSpc>
            </a:pPr>
            <a:r>
              <a:rPr lang="en-US" sz="1050" b="1" dirty="0">
                <a:solidFill>
                  <a:schemeClr val="tx1"/>
                </a:solidFill>
              </a:rPr>
              <a:t>(…, trim)</a:t>
            </a:r>
          </a:p>
        </p:txBody>
      </p:sp>
      <p:sp>
        <p:nvSpPr>
          <p:cNvPr id="98" name="Rechteck 97"/>
          <p:cNvSpPr/>
          <p:nvPr/>
        </p:nvSpPr>
        <p:spPr>
          <a:xfrm>
            <a:off x="6660232" y="3429310"/>
            <a:ext cx="936000" cy="7200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9" name="Rechteck 98"/>
          <p:cNvSpPr/>
          <p:nvPr/>
        </p:nvSpPr>
        <p:spPr>
          <a:xfrm>
            <a:off x="6660232" y="3717580"/>
            <a:ext cx="1224000" cy="35998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00" name="Gerade Verbindung 374"/>
          <p:cNvCxnSpPr/>
          <p:nvPr/>
        </p:nvCxnSpPr>
        <p:spPr>
          <a:xfrm>
            <a:off x="6660232" y="350105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101" name="Rechteck 100"/>
          <p:cNvSpPr/>
          <p:nvPr/>
        </p:nvSpPr>
        <p:spPr>
          <a:xfrm>
            <a:off x="6660232" y="4221580"/>
            <a:ext cx="64800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2" name="Rechteck 101"/>
          <p:cNvSpPr/>
          <p:nvPr/>
        </p:nvSpPr>
        <p:spPr>
          <a:xfrm>
            <a:off x="6660232" y="4725560"/>
            <a:ext cx="936610" cy="14402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0" name="Rechteck 109"/>
          <p:cNvSpPr/>
          <p:nvPr/>
        </p:nvSpPr>
        <p:spPr>
          <a:xfrm>
            <a:off x="6660232" y="4077560"/>
            <a:ext cx="792000" cy="14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1" name="Rechteck 110"/>
          <p:cNvSpPr/>
          <p:nvPr/>
        </p:nvSpPr>
        <p:spPr>
          <a:xfrm>
            <a:off x="6660232" y="4581560"/>
            <a:ext cx="504000" cy="14402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2" name="Rechteck 111"/>
          <p:cNvSpPr/>
          <p:nvPr/>
        </p:nvSpPr>
        <p:spPr>
          <a:xfrm>
            <a:off x="5076048" y="4941560"/>
            <a:ext cx="1655390" cy="7194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Rectangular table: Rows</a:t>
            </a:r>
          </a:p>
          <a:p>
            <a:r>
              <a:rPr lang="en-US" sz="1000" dirty="0">
                <a:solidFill>
                  <a:schemeClr val="tx1"/>
                </a:solidFill>
              </a:rPr>
              <a:t>aligned to header row.</a:t>
            </a:r>
          </a:p>
          <a:p>
            <a:r>
              <a:rPr lang="en-US" sz="1000" dirty="0">
                <a:solidFill>
                  <a:schemeClr val="tx1"/>
                </a:solidFill>
              </a:rPr>
              <a:t>Excess data in longer</a:t>
            </a:r>
          </a:p>
          <a:p>
            <a:r>
              <a:rPr lang="en-US" sz="1000" dirty="0">
                <a:solidFill>
                  <a:schemeClr val="tx1"/>
                </a:solidFill>
              </a:rPr>
              <a:t>rows will be discarded</a:t>
            </a:r>
          </a:p>
        </p:txBody>
      </p:sp>
      <p:sp>
        <p:nvSpPr>
          <p:cNvPr id="113" name="Rechteck 112"/>
          <p:cNvSpPr/>
          <p:nvPr/>
        </p:nvSpPr>
        <p:spPr>
          <a:xfrm>
            <a:off x="3491872" y="4941560"/>
            <a:ext cx="1655390" cy="7194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Rectangular table: Rows</a:t>
            </a:r>
          </a:p>
          <a:p>
            <a:r>
              <a:rPr lang="en-US" sz="1000" dirty="0">
                <a:solidFill>
                  <a:schemeClr val="tx1"/>
                </a:solidFill>
              </a:rPr>
              <a:t>shorter than longest row</a:t>
            </a:r>
          </a:p>
          <a:p>
            <a:r>
              <a:rPr lang="en-US" sz="1000" dirty="0">
                <a:solidFill>
                  <a:schemeClr val="tx1"/>
                </a:solidFill>
              </a:rPr>
              <a:t>will be padded.</a:t>
            </a:r>
          </a:p>
        </p:txBody>
      </p:sp>
      <p:sp>
        <p:nvSpPr>
          <p:cNvPr id="118" name="Rechteck 117"/>
          <p:cNvSpPr/>
          <p:nvPr/>
        </p:nvSpPr>
        <p:spPr>
          <a:xfrm>
            <a:off x="1907704" y="4941560"/>
            <a:ext cx="1655390" cy="7194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Rows shorter than</a:t>
            </a:r>
          </a:p>
          <a:p>
            <a:r>
              <a:rPr lang="en-US" sz="1000" dirty="0">
                <a:solidFill>
                  <a:schemeClr val="tx1"/>
                </a:solidFill>
              </a:rPr>
              <a:t>header row will be</a:t>
            </a:r>
          </a:p>
          <a:p>
            <a:r>
              <a:rPr lang="en-US" sz="1000" dirty="0">
                <a:solidFill>
                  <a:schemeClr val="tx1"/>
                </a:solidFill>
              </a:rPr>
              <a:t>padded.</a:t>
            </a:r>
          </a:p>
        </p:txBody>
      </p:sp>
      <p:sp>
        <p:nvSpPr>
          <p:cNvPr id="119" name="Rechteck 118"/>
          <p:cNvSpPr/>
          <p:nvPr/>
        </p:nvSpPr>
        <p:spPr>
          <a:xfrm>
            <a:off x="6660232" y="4941560"/>
            <a:ext cx="1405030" cy="7194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From right to left, all</a:t>
            </a:r>
          </a:p>
          <a:p>
            <a:r>
              <a:rPr lang="en-US" sz="1000" dirty="0">
                <a:solidFill>
                  <a:schemeClr val="tx1"/>
                </a:solidFill>
              </a:rPr>
              <a:t>blank columns will be</a:t>
            </a:r>
          </a:p>
          <a:p>
            <a:r>
              <a:rPr lang="en-US" sz="1000" dirty="0">
                <a:solidFill>
                  <a:schemeClr val="tx1"/>
                </a:solidFill>
              </a:rPr>
              <a:t>discarded and the rows</a:t>
            </a:r>
          </a:p>
          <a:p>
            <a:r>
              <a:rPr lang="en-US" sz="1000" dirty="0">
                <a:solidFill>
                  <a:schemeClr val="tx1"/>
                </a:solidFill>
              </a:rPr>
              <a:t>shortened.</a:t>
            </a:r>
          </a:p>
        </p:txBody>
      </p:sp>
      <p:sp>
        <p:nvSpPr>
          <p:cNvPr id="68" name="Rechteck 67"/>
          <p:cNvSpPr/>
          <p:nvPr/>
        </p:nvSpPr>
        <p:spPr>
          <a:xfrm>
            <a:off x="2484314" y="1341290"/>
            <a:ext cx="1728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nchorCtr="0"/>
          <a:lstStyle/>
          <a:p>
            <a:r>
              <a:rPr lang="en-US" sz="1000" dirty="0">
                <a:solidFill>
                  <a:schemeClr val="tx1"/>
                </a:solidFill>
              </a:rPr>
              <a:t>Header columns</a:t>
            </a:r>
          </a:p>
        </p:txBody>
      </p:sp>
      <p:sp>
        <p:nvSpPr>
          <p:cNvPr id="69" name="Pfeil nach rechts 68"/>
          <p:cNvSpPr/>
          <p:nvPr/>
        </p:nvSpPr>
        <p:spPr>
          <a:xfrm flipH="1">
            <a:off x="2052314" y="1413290"/>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0" name="Rechteck 69"/>
          <p:cNvSpPr/>
          <p:nvPr/>
        </p:nvSpPr>
        <p:spPr>
          <a:xfrm>
            <a:off x="5725498" y="2277560"/>
            <a:ext cx="144020" cy="50407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74" name="Rechteck 73"/>
          <p:cNvSpPr/>
          <p:nvPr/>
        </p:nvSpPr>
        <p:spPr>
          <a:xfrm>
            <a:off x="5869518" y="2277560"/>
            <a:ext cx="93598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Padded</a:t>
            </a:r>
          </a:p>
          <a:p>
            <a:r>
              <a:rPr lang="en-US" sz="1000" dirty="0">
                <a:solidFill>
                  <a:schemeClr val="tx1"/>
                </a:solidFill>
              </a:rPr>
              <a:t>contents</a:t>
            </a:r>
          </a:p>
        </p:txBody>
      </p:sp>
      <p:sp>
        <p:nvSpPr>
          <p:cNvPr id="77" name="Rechteck 76"/>
          <p:cNvSpPr/>
          <p:nvPr/>
        </p:nvSpPr>
        <p:spPr>
          <a:xfrm>
            <a:off x="540610" y="3428460"/>
            <a:ext cx="64739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8" name="Rechteck 77"/>
          <p:cNvSpPr/>
          <p:nvPr/>
        </p:nvSpPr>
        <p:spPr>
          <a:xfrm>
            <a:off x="540610" y="3069000"/>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nSpc>
                <a:spcPct val="90000"/>
              </a:lnSpc>
            </a:pPr>
            <a:r>
              <a:rPr lang="en-US" sz="1050" b="1" dirty="0">
                <a:solidFill>
                  <a:schemeClr val="tx1"/>
                </a:solidFill>
              </a:rPr>
              <a:t>table fit</a:t>
            </a:r>
          </a:p>
          <a:p>
            <a:pPr>
              <a:lnSpc>
                <a:spcPct val="90000"/>
              </a:lnSpc>
            </a:pPr>
            <a:r>
              <a:rPr lang="en-US" sz="1050" b="1" dirty="0">
                <a:solidFill>
                  <a:schemeClr val="tx1"/>
                </a:solidFill>
              </a:rPr>
              <a:t>(…, min table width)</a:t>
            </a:r>
          </a:p>
        </p:txBody>
      </p:sp>
      <p:sp>
        <p:nvSpPr>
          <p:cNvPr id="89" name="Rechteck 88"/>
          <p:cNvSpPr/>
          <p:nvPr/>
        </p:nvSpPr>
        <p:spPr>
          <a:xfrm>
            <a:off x="541220" y="3428730"/>
            <a:ext cx="646780" cy="72270"/>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92" name="Rechteck 91"/>
          <p:cNvSpPr/>
          <p:nvPr/>
        </p:nvSpPr>
        <p:spPr>
          <a:xfrm>
            <a:off x="541220" y="3717000"/>
            <a:ext cx="646780" cy="504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3" name="Gerade Verbindung 374"/>
          <p:cNvCxnSpPr/>
          <p:nvPr/>
        </p:nvCxnSpPr>
        <p:spPr>
          <a:xfrm>
            <a:off x="540610" y="3500470"/>
            <a:ext cx="648000" cy="530"/>
          </a:xfrm>
          <a:prstGeom prst="line">
            <a:avLst/>
          </a:prstGeom>
        </p:spPr>
        <p:style>
          <a:lnRef idx="1">
            <a:schemeClr val="accent1"/>
          </a:lnRef>
          <a:fillRef idx="0">
            <a:schemeClr val="accent1"/>
          </a:fillRef>
          <a:effectRef idx="0">
            <a:schemeClr val="accent1"/>
          </a:effectRef>
          <a:fontRef idx="minor">
            <a:schemeClr val="tx1"/>
          </a:fontRef>
        </p:style>
      </p:cxnSp>
      <p:sp>
        <p:nvSpPr>
          <p:cNvPr id="94" name="Rechteck 93"/>
          <p:cNvSpPr/>
          <p:nvPr/>
        </p:nvSpPr>
        <p:spPr>
          <a:xfrm>
            <a:off x="541220" y="4221000"/>
            <a:ext cx="648000" cy="36000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5" name="Rechteck 94"/>
          <p:cNvSpPr/>
          <p:nvPr/>
        </p:nvSpPr>
        <p:spPr>
          <a:xfrm>
            <a:off x="540611" y="4580730"/>
            <a:ext cx="647390" cy="28827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3" name="Rechteck 102"/>
          <p:cNvSpPr/>
          <p:nvPr/>
        </p:nvSpPr>
        <p:spPr>
          <a:xfrm>
            <a:off x="1044610" y="4581000"/>
            <a:ext cx="143390" cy="14400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7" name="Rechteck 106"/>
          <p:cNvSpPr/>
          <p:nvPr/>
        </p:nvSpPr>
        <p:spPr>
          <a:xfrm>
            <a:off x="540610" y="4941000"/>
            <a:ext cx="1439390" cy="7194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Table width aligned</a:t>
            </a:r>
          </a:p>
          <a:p>
            <a:r>
              <a:rPr lang="en-US" sz="1000" dirty="0">
                <a:solidFill>
                  <a:schemeClr val="tx1"/>
                </a:solidFill>
              </a:rPr>
              <a:t>to shortest row</a:t>
            </a:r>
          </a:p>
        </p:txBody>
      </p:sp>
    </p:spTree>
    <p:extLst>
      <p:ext uri="{BB962C8B-B14F-4D97-AF65-F5344CB8AC3E}">
        <p14:creationId xmlns:p14="http://schemas.microsoft.com/office/powerpoint/2010/main" val="28556526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Table Arrange – Output Models</a:t>
            </a:r>
          </a:p>
        </p:txBody>
      </p:sp>
      <p:sp>
        <p:nvSpPr>
          <p:cNvPr id="4" name="Textplatzhalter 3"/>
          <p:cNvSpPr>
            <a:spLocks noGrp="1"/>
          </p:cNvSpPr>
          <p:nvPr>
            <p:ph type="body" sz="quarter" idx="16"/>
          </p:nvPr>
        </p:nvSpPr>
        <p:spPr/>
        <p:txBody>
          <a:bodyPr/>
          <a:lstStyle/>
          <a:p>
            <a:endParaRPr lang="en-US"/>
          </a:p>
        </p:txBody>
      </p:sp>
      <p:sp>
        <p:nvSpPr>
          <p:cNvPr id="297" name="Rechteck 296"/>
          <p:cNvSpPr/>
          <p:nvPr/>
        </p:nvSpPr>
        <p:spPr>
          <a:xfrm>
            <a:off x="179390" y="130476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Destination Table (Parameter 1)</a:t>
            </a:r>
          </a:p>
        </p:txBody>
      </p:sp>
      <p:sp>
        <p:nvSpPr>
          <p:cNvPr id="372" name="Rechteck 371"/>
          <p:cNvSpPr/>
          <p:nvPr/>
        </p:nvSpPr>
        <p:spPr>
          <a:xfrm>
            <a:off x="179390" y="1484730"/>
            <a:ext cx="1224170" cy="936158"/>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179390" y="1556740"/>
            <a:ext cx="1224170" cy="864148"/>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75" name="Gerade Verbindung 374"/>
          <p:cNvCxnSpPr/>
          <p:nvPr/>
        </p:nvCxnSpPr>
        <p:spPr>
          <a:xfrm>
            <a:off x="179390" y="1556740"/>
            <a:ext cx="1224170" cy="0"/>
          </a:xfrm>
          <a:prstGeom prst="line">
            <a:avLst/>
          </a:prstGeom>
        </p:spPr>
        <p:style>
          <a:lnRef idx="1">
            <a:schemeClr val="accent1"/>
          </a:lnRef>
          <a:fillRef idx="0">
            <a:schemeClr val="accent1"/>
          </a:fillRef>
          <a:effectRef idx="0">
            <a:schemeClr val="accent1"/>
          </a:effectRef>
          <a:fontRef idx="minor">
            <a:schemeClr val="tx1"/>
          </a:fontRef>
        </p:style>
      </p:cxnSp>
      <p:sp>
        <p:nvSpPr>
          <p:cNvPr id="45" name="Rechteck 44"/>
          <p:cNvSpPr/>
          <p:nvPr/>
        </p:nvSpPr>
        <p:spPr>
          <a:xfrm>
            <a:off x="179490" y="252895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Tables to add (Para. 2,3,4…)</a:t>
            </a:r>
          </a:p>
        </p:txBody>
      </p:sp>
      <p:sp>
        <p:nvSpPr>
          <p:cNvPr id="46" name="Rechteck 45"/>
          <p:cNvSpPr/>
          <p:nvPr/>
        </p:nvSpPr>
        <p:spPr>
          <a:xfrm>
            <a:off x="179490" y="2708918"/>
            <a:ext cx="648090" cy="75608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 name="Rechteck 46"/>
          <p:cNvSpPr/>
          <p:nvPr/>
        </p:nvSpPr>
        <p:spPr>
          <a:xfrm>
            <a:off x="179490" y="2780928"/>
            <a:ext cx="648090" cy="684076"/>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48" name="Gerade Verbindung 47"/>
          <p:cNvCxnSpPr/>
          <p:nvPr/>
        </p:nvCxnSpPr>
        <p:spPr>
          <a:xfrm>
            <a:off x="179490" y="2780928"/>
            <a:ext cx="648090" cy="0"/>
          </a:xfrm>
          <a:prstGeom prst="line">
            <a:avLst/>
          </a:prstGeom>
        </p:spPr>
        <p:style>
          <a:lnRef idx="1">
            <a:schemeClr val="accent1"/>
          </a:lnRef>
          <a:fillRef idx="0">
            <a:schemeClr val="accent1"/>
          </a:fillRef>
          <a:effectRef idx="0">
            <a:schemeClr val="accent1"/>
          </a:effectRef>
          <a:fontRef idx="minor">
            <a:schemeClr val="tx1"/>
          </a:fontRef>
        </p:style>
      </p:cxnSp>
      <p:sp>
        <p:nvSpPr>
          <p:cNvPr id="53" name="Rechteck 52"/>
          <p:cNvSpPr/>
          <p:nvPr/>
        </p:nvSpPr>
        <p:spPr>
          <a:xfrm>
            <a:off x="971601" y="2708918"/>
            <a:ext cx="684076" cy="108012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 name="Rechteck 53"/>
          <p:cNvSpPr/>
          <p:nvPr/>
        </p:nvSpPr>
        <p:spPr>
          <a:xfrm>
            <a:off x="971600" y="2780928"/>
            <a:ext cx="684076" cy="1008112"/>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5" name="Gerade Verbindung 54"/>
          <p:cNvCxnSpPr>
            <a:cxnSpLocks/>
          </p:cNvCxnSpPr>
          <p:nvPr/>
        </p:nvCxnSpPr>
        <p:spPr>
          <a:xfrm>
            <a:off x="971600" y="2780928"/>
            <a:ext cx="684076" cy="0"/>
          </a:xfrm>
          <a:prstGeom prst="line">
            <a:avLst/>
          </a:prstGeom>
        </p:spPr>
        <p:style>
          <a:lnRef idx="1">
            <a:schemeClr val="accent1"/>
          </a:lnRef>
          <a:fillRef idx="0">
            <a:schemeClr val="accent1"/>
          </a:fillRef>
          <a:effectRef idx="0">
            <a:schemeClr val="accent1"/>
          </a:effectRef>
          <a:fontRef idx="minor">
            <a:schemeClr val="tx1"/>
          </a:fontRef>
        </p:style>
      </p:cxnSp>
      <p:sp>
        <p:nvSpPr>
          <p:cNvPr id="57" name="Pfeil nach rechts 56"/>
          <p:cNvSpPr/>
          <p:nvPr/>
        </p:nvSpPr>
        <p:spPr>
          <a:xfrm>
            <a:off x="3347858" y="1916832"/>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65" name="Rechteck 64"/>
          <p:cNvSpPr/>
          <p:nvPr/>
        </p:nvSpPr>
        <p:spPr>
          <a:xfrm>
            <a:off x="3851928" y="1484730"/>
            <a:ext cx="3384368" cy="108017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67" name="Gerade Verbindung 66"/>
          <p:cNvCxnSpPr/>
          <p:nvPr/>
        </p:nvCxnSpPr>
        <p:spPr>
          <a:xfrm>
            <a:off x="3851928" y="1556740"/>
            <a:ext cx="2952410" cy="0"/>
          </a:xfrm>
          <a:prstGeom prst="line">
            <a:avLst/>
          </a:prstGeom>
        </p:spPr>
        <p:style>
          <a:lnRef idx="1">
            <a:schemeClr val="accent1"/>
          </a:lnRef>
          <a:fillRef idx="0">
            <a:schemeClr val="accent1"/>
          </a:fillRef>
          <a:effectRef idx="0">
            <a:schemeClr val="accent1"/>
          </a:effectRef>
          <a:fontRef idx="minor">
            <a:schemeClr val="tx1"/>
          </a:fontRef>
        </p:style>
      </p:cxnSp>
      <p:sp>
        <p:nvSpPr>
          <p:cNvPr id="80" name="Rechteck 79"/>
          <p:cNvSpPr/>
          <p:nvPr/>
        </p:nvSpPr>
        <p:spPr>
          <a:xfrm>
            <a:off x="3311868" y="130476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table arrange() </a:t>
            </a:r>
            <a:r>
              <a:rPr lang="en-US" sz="1000" dirty="0">
                <a:solidFill>
                  <a:schemeClr val="tx1"/>
                </a:solidFill>
              </a:rPr>
              <a:t>– Destination table after function call</a:t>
            </a:r>
          </a:p>
        </p:txBody>
      </p:sp>
      <p:sp>
        <p:nvSpPr>
          <p:cNvPr id="25" name="Rechteck 24">
            <a:extLst>
              <a:ext uri="{FF2B5EF4-FFF2-40B4-BE49-F238E27FC236}">
                <a16:creationId xmlns:a16="http://schemas.microsoft.com/office/drawing/2014/main" id="{8F60F0C3-0398-4A00-AA7D-B0BEA5603888}"/>
              </a:ext>
            </a:extLst>
          </p:cNvPr>
          <p:cNvSpPr/>
          <p:nvPr/>
        </p:nvSpPr>
        <p:spPr>
          <a:xfrm>
            <a:off x="1799692" y="2708918"/>
            <a:ext cx="828092" cy="57606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 name="Rechteck 25">
            <a:extLst>
              <a:ext uri="{FF2B5EF4-FFF2-40B4-BE49-F238E27FC236}">
                <a16:creationId xmlns:a16="http://schemas.microsoft.com/office/drawing/2014/main" id="{99485AFC-63CD-4636-8C1F-E686301DA420}"/>
              </a:ext>
            </a:extLst>
          </p:cNvPr>
          <p:cNvSpPr/>
          <p:nvPr/>
        </p:nvSpPr>
        <p:spPr>
          <a:xfrm>
            <a:off x="1799692" y="2780928"/>
            <a:ext cx="828092" cy="504056"/>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7" name="Gerade Verbindung 47">
            <a:extLst>
              <a:ext uri="{FF2B5EF4-FFF2-40B4-BE49-F238E27FC236}">
                <a16:creationId xmlns:a16="http://schemas.microsoft.com/office/drawing/2014/main" id="{0AA4FBE2-D32E-4B0C-9614-E6D012140AB1}"/>
              </a:ext>
            </a:extLst>
          </p:cNvPr>
          <p:cNvCxnSpPr>
            <a:cxnSpLocks/>
          </p:cNvCxnSpPr>
          <p:nvPr/>
        </p:nvCxnSpPr>
        <p:spPr>
          <a:xfrm>
            <a:off x="1799692" y="2780928"/>
            <a:ext cx="828092"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hteck 29">
            <a:extLst>
              <a:ext uri="{FF2B5EF4-FFF2-40B4-BE49-F238E27FC236}">
                <a16:creationId xmlns:a16="http://schemas.microsoft.com/office/drawing/2014/main" id="{B47FC231-B574-4E40-A64D-670F1DB7022E}"/>
              </a:ext>
            </a:extLst>
          </p:cNvPr>
          <p:cNvSpPr/>
          <p:nvPr/>
        </p:nvSpPr>
        <p:spPr>
          <a:xfrm>
            <a:off x="3851920" y="1556792"/>
            <a:ext cx="1224170" cy="864148"/>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 name="Rechteck 31">
            <a:extLst>
              <a:ext uri="{FF2B5EF4-FFF2-40B4-BE49-F238E27FC236}">
                <a16:creationId xmlns:a16="http://schemas.microsoft.com/office/drawing/2014/main" id="{B2208284-30A5-4B01-95EC-ABE8DBE065BA}"/>
              </a:ext>
            </a:extLst>
          </p:cNvPr>
          <p:cNvSpPr/>
          <p:nvPr/>
        </p:nvSpPr>
        <p:spPr>
          <a:xfrm>
            <a:off x="5076056" y="1556792"/>
            <a:ext cx="648090" cy="684076"/>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4" name="Rechteck 33">
            <a:extLst>
              <a:ext uri="{FF2B5EF4-FFF2-40B4-BE49-F238E27FC236}">
                <a16:creationId xmlns:a16="http://schemas.microsoft.com/office/drawing/2014/main" id="{5C22EC79-5230-47F0-97E2-342B6513EB63}"/>
              </a:ext>
            </a:extLst>
          </p:cNvPr>
          <p:cNvSpPr/>
          <p:nvPr/>
        </p:nvSpPr>
        <p:spPr>
          <a:xfrm>
            <a:off x="6408204" y="1556792"/>
            <a:ext cx="828092" cy="504056"/>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5" name="Rechteck 34">
            <a:extLst>
              <a:ext uri="{FF2B5EF4-FFF2-40B4-BE49-F238E27FC236}">
                <a16:creationId xmlns:a16="http://schemas.microsoft.com/office/drawing/2014/main" id="{3A1F385F-B929-4684-89ED-15D4CB20F931}"/>
              </a:ext>
            </a:extLst>
          </p:cNvPr>
          <p:cNvSpPr/>
          <p:nvPr/>
        </p:nvSpPr>
        <p:spPr>
          <a:xfrm>
            <a:off x="5724128" y="1556792"/>
            <a:ext cx="684076" cy="1008112"/>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6" name="Pfeil nach rechts 56">
            <a:extLst>
              <a:ext uri="{FF2B5EF4-FFF2-40B4-BE49-F238E27FC236}">
                <a16:creationId xmlns:a16="http://schemas.microsoft.com/office/drawing/2014/main" id="{4427484B-6C04-4FB9-907B-73939E4A0C83}"/>
              </a:ext>
            </a:extLst>
          </p:cNvPr>
          <p:cNvSpPr/>
          <p:nvPr/>
        </p:nvSpPr>
        <p:spPr>
          <a:xfrm>
            <a:off x="3311846" y="3285038"/>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37" name="Rechteck 36">
            <a:extLst>
              <a:ext uri="{FF2B5EF4-FFF2-40B4-BE49-F238E27FC236}">
                <a16:creationId xmlns:a16="http://schemas.microsoft.com/office/drawing/2014/main" id="{6817A87C-617E-4B68-920B-75888B63A8E0}"/>
              </a:ext>
            </a:extLst>
          </p:cNvPr>
          <p:cNvSpPr/>
          <p:nvPr/>
        </p:nvSpPr>
        <p:spPr>
          <a:xfrm>
            <a:off x="3815916" y="2852936"/>
            <a:ext cx="3708412" cy="108017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8" name="Gerade Verbindung 66">
            <a:extLst>
              <a:ext uri="{FF2B5EF4-FFF2-40B4-BE49-F238E27FC236}">
                <a16:creationId xmlns:a16="http://schemas.microsoft.com/office/drawing/2014/main" id="{E8886372-BBCC-4898-93DC-A86BB7EE13BE}"/>
              </a:ext>
            </a:extLst>
          </p:cNvPr>
          <p:cNvCxnSpPr/>
          <p:nvPr/>
        </p:nvCxnSpPr>
        <p:spPr>
          <a:xfrm>
            <a:off x="3815916" y="2924946"/>
            <a:ext cx="295241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Rechteck 38">
            <a:extLst>
              <a:ext uri="{FF2B5EF4-FFF2-40B4-BE49-F238E27FC236}">
                <a16:creationId xmlns:a16="http://schemas.microsoft.com/office/drawing/2014/main" id="{308DBA93-7620-467E-9038-343D2A14A107}"/>
              </a:ext>
            </a:extLst>
          </p:cNvPr>
          <p:cNvSpPr/>
          <p:nvPr/>
        </p:nvSpPr>
        <p:spPr>
          <a:xfrm>
            <a:off x="3275856" y="267297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table arrange with spaces()</a:t>
            </a:r>
            <a:r>
              <a:rPr lang="en-US" sz="1000" dirty="0">
                <a:solidFill>
                  <a:schemeClr val="tx1"/>
                </a:solidFill>
              </a:rPr>
              <a:t> – Destination table after function call</a:t>
            </a:r>
          </a:p>
        </p:txBody>
      </p:sp>
      <p:sp>
        <p:nvSpPr>
          <p:cNvPr id="40" name="Rechteck 39">
            <a:extLst>
              <a:ext uri="{FF2B5EF4-FFF2-40B4-BE49-F238E27FC236}">
                <a16:creationId xmlns:a16="http://schemas.microsoft.com/office/drawing/2014/main" id="{1D367359-16CE-4544-9FDF-E53EA13DCBC4}"/>
              </a:ext>
            </a:extLst>
          </p:cNvPr>
          <p:cNvSpPr/>
          <p:nvPr/>
        </p:nvSpPr>
        <p:spPr>
          <a:xfrm>
            <a:off x="3815908" y="2924998"/>
            <a:ext cx="1224170" cy="864148"/>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 name="Rechteck 40">
            <a:extLst>
              <a:ext uri="{FF2B5EF4-FFF2-40B4-BE49-F238E27FC236}">
                <a16:creationId xmlns:a16="http://schemas.microsoft.com/office/drawing/2014/main" id="{1DBE188B-31F8-4B4A-880F-D650472CBD70}"/>
              </a:ext>
            </a:extLst>
          </p:cNvPr>
          <p:cNvSpPr/>
          <p:nvPr/>
        </p:nvSpPr>
        <p:spPr>
          <a:xfrm>
            <a:off x="5148064" y="2924944"/>
            <a:ext cx="648090" cy="684076"/>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 name="Rechteck 41">
            <a:extLst>
              <a:ext uri="{FF2B5EF4-FFF2-40B4-BE49-F238E27FC236}">
                <a16:creationId xmlns:a16="http://schemas.microsoft.com/office/drawing/2014/main" id="{5FED6553-3EFC-48C9-838C-8A46AE429E03}"/>
              </a:ext>
            </a:extLst>
          </p:cNvPr>
          <p:cNvSpPr/>
          <p:nvPr/>
        </p:nvSpPr>
        <p:spPr>
          <a:xfrm>
            <a:off x="6696236" y="2924944"/>
            <a:ext cx="828092" cy="504056"/>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3" name="Rechteck 42">
            <a:extLst>
              <a:ext uri="{FF2B5EF4-FFF2-40B4-BE49-F238E27FC236}">
                <a16:creationId xmlns:a16="http://schemas.microsoft.com/office/drawing/2014/main" id="{3A4E11D4-80DB-407E-938C-B5186A11447D}"/>
              </a:ext>
            </a:extLst>
          </p:cNvPr>
          <p:cNvSpPr/>
          <p:nvPr/>
        </p:nvSpPr>
        <p:spPr>
          <a:xfrm>
            <a:off x="5904148" y="2924944"/>
            <a:ext cx="684076" cy="1008112"/>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Tree>
    <p:extLst>
      <p:ext uri="{BB962C8B-B14F-4D97-AF65-F5344CB8AC3E}">
        <p14:creationId xmlns:p14="http://schemas.microsoft.com/office/powerpoint/2010/main" val="16385310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Rechteck 149">
            <a:extLst>
              <a:ext uri="{FF2B5EF4-FFF2-40B4-BE49-F238E27FC236}">
                <a16:creationId xmlns:a16="http://schemas.microsoft.com/office/drawing/2014/main" id="{E5389336-D5CE-4447-8A96-33880D868BDE}"/>
              </a:ext>
            </a:extLst>
          </p:cNvPr>
          <p:cNvSpPr/>
          <p:nvPr/>
        </p:nvSpPr>
        <p:spPr>
          <a:xfrm>
            <a:off x="7992380" y="1916832"/>
            <a:ext cx="180020" cy="72008"/>
          </a:xfrm>
          <a:prstGeom prst="rect">
            <a:avLst/>
          </a:prstGeom>
          <a:solidFill>
            <a:srgbClr val="FFFF99"/>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49" name="Rechteck 148">
            <a:extLst>
              <a:ext uri="{FF2B5EF4-FFF2-40B4-BE49-F238E27FC236}">
                <a16:creationId xmlns:a16="http://schemas.microsoft.com/office/drawing/2014/main" id="{226AD378-247D-4623-937E-A5B50906B7BE}"/>
              </a:ext>
            </a:extLst>
          </p:cNvPr>
          <p:cNvSpPr/>
          <p:nvPr/>
        </p:nvSpPr>
        <p:spPr>
          <a:xfrm>
            <a:off x="7992380" y="2132856"/>
            <a:ext cx="180020" cy="72008"/>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48" name="Rechteck 147">
            <a:extLst>
              <a:ext uri="{FF2B5EF4-FFF2-40B4-BE49-F238E27FC236}">
                <a16:creationId xmlns:a16="http://schemas.microsoft.com/office/drawing/2014/main" id="{E395AE03-8F8A-4E8B-ABAF-C44855D6A577}"/>
              </a:ext>
            </a:extLst>
          </p:cNvPr>
          <p:cNvSpPr/>
          <p:nvPr/>
        </p:nvSpPr>
        <p:spPr>
          <a:xfrm>
            <a:off x="7992380" y="2060848"/>
            <a:ext cx="180020" cy="72008"/>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47" name="Rechteck 146">
            <a:extLst>
              <a:ext uri="{FF2B5EF4-FFF2-40B4-BE49-F238E27FC236}">
                <a16:creationId xmlns:a16="http://schemas.microsoft.com/office/drawing/2014/main" id="{E2BDEA56-5047-4198-B8F3-1E64821F34E6}"/>
              </a:ext>
            </a:extLst>
          </p:cNvPr>
          <p:cNvSpPr/>
          <p:nvPr/>
        </p:nvSpPr>
        <p:spPr>
          <a:xfrm>
            <a:off x="7992380" y="1844824"/>
            <a:ext cx="180020" cy="72008"/>
          </a:xfrm>
          <a:prstGeom prst="rect">
            <a:avLst/>
          </a:prstGeom>
          <a:solidFill>
            <a:srgbClr val="FFFF99"/>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2" name="Titel 1"/>
          <p:cNvSpPr>
            <a:spLocks noGrp="1"/>
          </p:cNvSpPr>
          <p:nvPr>
            <p:ph type="title"/>
          </p:nvPr>
        </p:nvSpPr>
        <p:spPr/>
        <p:txBody>
          <a:bodyPr/>
          <a:lstStyle/>
          <a:p>
            <a:r>
              <a:rPr lang="en-US" dirty="0"/>
              <a:t>table explore, table filter, table extract</a:t>
            </a:r>
          </a:p>
        </p:txBody>
      </p:sp>
      <p:sp>
        <p:nvSpPr>
          <p:cNvPr id="4" name="Textplatzhalter 3"/>
          <p:cNvSpPr>
            <a:spLocks noGrp="1"/>
          </p:cNvSpPr>
          <p:nvPr>
            <p:ph type="body" sz="quarter" idx="16"/>
          </p:nvPr>
        </p:nvSpPr>
        <p:spPr/>
        <p:txBody>
          <a:bodyPr/>
          <a:lstStyle/>
          <a:p>
            <a:endParaRPr lang="en-US"/>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Source Table</a:t>
            </a:r>
          </a:p>
        </p:txBody>
      </p:sp>
      <p:sp>
        <p:nvSpPr>
          <p:cNvPr id="372" name="Rechteck 371"/>
          <p:cNvSpPr/>
          <p:nvPr/>
        </p:nvSpPr>
        <p:spPr>
          <a:xfrm>
            <a:off x="179390" y="1484730"/>
            <a:ext cx="208800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251520" y="1916832"/>
            <a:ext cx="684076" cy="54006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1</a:t>
            </a:r>
          </a:p>
        </p:txBody>
      </p:sp>
      <p:sp>
        <p:nvSpPr>
          <p:cNvPr id="389" name="Rechteck 388"/>
          <p:cNvSpPr/>
          <p:nvPr/>
        </p:nvSpPr>
        <p:spPr>
          <a:xfrm>
            <a:off x="17939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coordinates [ ] = table explore ( source table )</a:t>
            </a:r>
          </a:p>
        </p:txBody>
      </p:sp>
      <p:sp>
        <p:nvSpPr>
          <p:cNvPr id="47" name="Rechteck 46"/>
          <p:cNvSpPr/>
          <p:nvPr/>
        </p:nvSpPr>
        <p:spPr>
          <a:xfrm>
            <a:off x="1043608" y="2096852"/>
            <a:ext cx="648090" cy="7921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3</a:t>
            </a:r>
          </a:p>
        </p:txBody>
      </p:sp>
      <p:sp>
        <p:nvSpPr>
          <p:cNvPr id="54" name="Rechteck 53"/>
          <p:cNvSpPr/>
          <p:nvPr/>
        </p:nvSpPr>
        <p:spPr>
          <a:xfrm>
            <a:off x="1691680" y="1952836"/>
            <a:ext cx="360040" cy="432048"/>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a:p>
            <a:pPr algn="ctr"/>
            <a:r>
              <a:rPr lang="en-US" sz="700" dirty="0">
                <a:solidFill>
                  <a:schemeClr val="tx1"/>
                </a:solidFill>
              </a:rPr>
              <a:t>Sub</a:t>
            </a:r>
          </a:p>
          <a:p>
            <a:pPr algn="ctr"/>
            <a:r>
              <a:rPr lang="en-US" sz="700" dirty="0">
                <a:solidFill>
                  <a:schemeClr val="tx1"/>
                </a:solidFill>
              </a:rPr>
              <a:t>Table</a:t>
            </a:r>
          </a:p>
          <a:p>
            <a:pPr algn="ctr"/>
            <a:r>
              <a:rPr lang="en-US" sz="700" dirty="0">
                <a:solidFill>
                  <a:schemeClr val="tx1"/>
                </a:solidFill>
              </a:rPr>
              <a:t>2</a:t>
            </a:r>
          </a:p>
        </p:txBody>
      </p:sp>
      <p:sp>
        <p:nvSpPr>
          <p:cNvPr id="46" name="Rechteck 45"/>
          <p:cNvSpPr/>
          <p:nvPr/>
        </p:nvSpPr>
        <p:spPr>
          <a:xfrm>
            <a:off x="1043608" y="2168860"/>
            <a:ext cx="648090" cy="72010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 name="Rechteck 52"/>
          <p:cNvSpPr/>
          <p:nvPr/>
        </p:nvSpPr>
        <p:spPr>
          <a:xfrm>
            <a:off x="1691680" y="2024844"/>
            <a:ext cx="360040" cy="360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 name="Rechteck 27">
            <a:extLst>
              <a:ext uri="{FF2B5EF4-FFF2-40B4-BE49-F238E27FC236}">
                <a16:creationId xmlns:a16="http://schemas.microsoft.com/office/drawing/2014/main" id="{0BD2DAAF-816E-4AB1-865B-EA0246A8210C}"/>
              </a:ext>
            </a:extLst>
          </p:cNvPr>
          <p:cNvSpPr/>
          <p:nvPr/>
        </p:nvSpPr>
        <p:spPr>
          <a:xfrm>
            <a:off x="251520" y="1988840"/>
            <a:ext cx="684094" cy="46807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 name="Rechteck 30">
            <a:extLst>
              <a:ext uri="{FF2B5EF4-FFF2-40B4-BE49-F238E27FC236}">
                <a16:creationId xmlns:a16="http://schemas.microsoft.com/office/drawing/2014/main" id="{DBAEA524-C637-4882-B225-FF65B8598B17}"/>
              </a:ext>
            </a:extLst>
          </p:cNvPr>
          <p:cNvSpPr/>
          <p:nvPr/>
        </p:nvSpPr>
        <p:spPr>
          <a:xfrm>
            <a:off x="251520" y="2672916"/>
            <a:ext cx="684076" cy="36004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4</a:t>
            </a:r>
          </a:p>
        </p:txBody>
      </p:sp>
      <p:sp>
        <p:nvSpPr>
          <p:cNvPr id="32" name="Rechteck 31">
            <a:extLst>
              <a:ext uri="{FF2B5EF4-FFF2-40B4-BE49-F238E27FC236}">
                <a16:creationId xmlns:a16="http://schemas.microsoft.com/office/drawing/2014/main" id="{22A8BB9A-DB8D-4338-9D92-1D6ECFAB1EC9}"/>
              </a:ext>
            </a:extLst>
          </p:cNvPr>
          <p:cNvSpPr/>
          <p:nvPr/>
        </p:nvSpPr>
        <p:spPr>
          <a:xfrm>
            <a:off x="251520" y="2744924"/>
            <a:ext cx="684094" cy="2880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 name="Rechteck 32">
            <a:extLst>
              <a:ext uri="{FF2B5EF4-FFF2-40B4-BE49-F238E27FC236}">
                <a16:creationId xmlns:a16="http://schemas.microsoft.com/office/drawing/2014/main" id="{A0F0ED33-19A6-4DE8-ABE6-6B34925F4060}"/>
              </a:ext>
            </a:extLst>
          </p:cNvPr>
          <p:cNvSpPr/>
          <p:nvPr/>
        </p:nvSpPr>
        <p:spPr>
          <a:xfrm>
            <a:off x="899592" y="1700808"/>
            <a:ext cx="82809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start, y start)</a:t>
            </a:r>
          </a:p>
        </p:txBody>
      </p:sp>
      <p:cxnSp>
        <p:nvCxnSpPr>
          <p:cNvPr id="8" name="Gerade Verbindung mit Pfeil 7">
            <a:extLst>
              <a:ext uri="{FF2B5EF4-FFF2-40B4-BE49-F238E27FC236}">
                <a16:creationId xmlns:a16="http://schemas.microsoft.com/office/drawing/2014/main" id="{13B8E7DE-0AE3-42CB-9545-21E694A940E4}"/>
              </a:ext>
            </a:extLst>
          </p:cNvPr>
          <p:cNvCxnSpPr/>
          <p:nvPr/>
        </p:nvCxnSpPr>
        <p:spPr>
          <a:xfrm flipH="1">
            <a:off x="1043608" y="1844824"/>
            <a:ext cx="108012" cy="252028"/>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74214545-006F-46F5-8506-016148BDF889}"/>
              </a:ext>
            </a:extLst>
          </p:cNvPr>
          <p:cNvCxnSpPr>
            <a:cxnSpLocks/>
          </p:cNvCxnSpPr>
          <p:nvPr/>
        </p:nvCxnSpPr>
        <p:spPr>
          <a:xfrm flipH="1" flipV="1">
            <a:off x="1691680" y="2888940"/>
            <a:ext cx="72008" cy="72008"/>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Rechteck 37">
            <a:extLst>
              <a:ext uri="{FF2B5EF4-FFF2-40B4-BE49-F238E27FC236}">
                <a16:creationId xmlns:a16="http://schemas.microsoft.com/office/drawing/2014/main" id="{1F725A1B-DA59-4A9C-BCBF-4B2D95AA10F9}"/>
              </a:ext>
            </a:extLst>
          </p:cNvPr>
          <p:cNvSpPr/>
          <p:nvPr/>
        </p:nvSpPr>
        <p:spPr>
          <a:xfrm>
            <a:off x="1439652" y="2924944"/>
            <a:ext cx="64807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end, y end)</a:t>
            </a:r>
          </a:p>
        </p:txBody>
      </p:sp>
      <p:sp>
        <p:nvSpPr>
          <p:cNvPr id="40" name="Rechteck 39">
            <a:extLst>
              <a:ext uri="{FF2B5EF4-FFF2-40B4-BE49-F238E27FC236}">
                <a16:creationId xmlns:a16="http://schemas.microsoft.com/office/drawing/2014/main" id="{BCDAA85C-6E37-436F-9058-A8628FCA69BD}"/>
              </a:ext>
            </a:extLst>
          </p:cNvPr>
          <p:cNvSpPr/>
          <p:nvPr/>
        </p:nvSpPr>
        <p:spPr>
          <a:xfrm>
            <a:off x="2411760" y="1556792"/>
            <a:ext cx="3780420" cy="108012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b="1" dirty="0">
                <a:solidFill>
                  <a:schemeClr val="tx1"/>
                </a:solidFill>
              </a:rPr>
              <a:t>coordinates [ ]:</a:t>
            </a:r>
          </a:p>
          <a:p>
            <a:r>
              <a:rPr lang="en-US" sz="800" dirty="0">
                <a:solidFill>
                  <a:schemeClr val="tx1"/>
                </a:solidFill>
              </a:rPr>
              <a:t>{</a:t>
            </a:r>
          </a:p>
          <a:p>
            <a:r>
              <a:rPr lang="en-US" sz="800" dirty="0">
                <a:solidFill>
                  <a:schemeClr val="tx1"/>
                </a:solidFill>
              </a:rPr>
              <a:t>   { x start sub table 1, y start sub table 1, x end sub table 1, x end sub table 1},</a:t>
            </a:r>
          </a:p>
          <a:p>
            <a:r>
              <a:rPr lang="en-US" sz="800" dirty="0">
                <a:solidFill>
                  <a:schemeClr val="tx1"/>
                </a:solidFill>
              </a:rPr>
              <a:t>   { x start sub table 2, y start sub table 2, x end sub table 2, x end sub table 2},</a:t>
            </a:r>
          </a:p>
          <a:p>
            <a:r>
              <a:rPr lang="en-US" sz="800" dirty="0">
                <a:solidFill>
                  <a:schemeClr val="tx1"/>
                </a:solidFill>
              </a:rPr>
              <a:t>   { x start sub table 3, y start sub table 3, x end sub table 3, x end sub table 3},</a:t>
            </a:r>
          </a:p>
          <a:p>
            <a:r>
              <a:rPr lang="en-US" sz="800" dirty="0">
                <a:solidFill>
                  <a:schemeClr val="tx1"/>
                </a:solidFill>
              </a:rPr>
              <a:t>   { x start sub table 4, y start sub table 4, x end sub table 4, x end sub table 4}</a:t>
            </a:r>
          </a:p>
          <a:p>
            <a:r>
              <a:rPr lang="en-US" sz="800" dirty="0">
                <a:solidFill>
                  <a:schemeClr val="tx1"/>
                </a:solidFill>
              </a:rPr>
              <a:t>}</a:t>
            </a:r>
          </a:p>
          <a:p>
            <a:endParaRPr lang="en-US" sz="800" dirty="0">
              <a:solidFill>
                <a:schemeClr val="tx1"/>
              </a:solidFill>
            </a:endParaRPr>
          </a:p>
          <a:p>
            <a:endParaRPr lang="en-US" sz="1100" dirty="0">
              <a:solidFill>
                <a:schemeClr val="tx1"/>
              </a:solidFill>
            </a:endParaRPr>
          </a:p>
        </p:txBody>
      </p:sp>
      <p:sp>
        <p:nvSpPr>
          <p:cNvPr id="41" name="Rechteck 40">
            <a:extLst>
              <a:ext uri="{FF2B5EF4-FFF2-40B4-BE49-F238E27FC236}">
                <a16:creationId xmlns:a16="http://schemas.microsoft.com/office/drawing/2014/main" id="{7AC4DBC5-DB0E-4267-A653-EC56701267C7}"/>
              </a:ext>
            </a:extLst>
          </p:cNvPr>
          <p:cNvSpPr/>
          <p:nvPr/>
        </p:nvSpPr>
        <p:spPr>
          <a:xfrm>
            <a:off x="2411760" y="281693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coordinates 2 [ ] = table filter ( source table, coordinates[ ], ... )</a:t>
            </a:r>
          </a:p>
        </p:txBody>
      </p:sp>
      <p:sp>
        <p:nvSpPr>
          <p:cNvPr id="11" name="Pfeil: nach unten 10">
            <a:extLst>
              <a:ext uri="{FF2B5EF4-FFF2-40B4-BE49-F238E27FC236}">
                <a16:creationId xmlns:a16="http://schemas.microsoft.com/office/drawing/2014/main" id="{4ADDDF63-2FC2-4FA7-9F8C-CEF046A4FB90}"/>
              </a:ext>
            </a:extLst>
          </p:cNvPr>
          <p:cNvSpPr/>
          <p:nvPr/>
        </p:nvSpPr>
        <p:spPr>
          <a:xfrm>
            <a:off x="3779912" y="2492896"/>
            <a:ext cx="612068" cy="324036"/>
          </a:xfrm>
          <a:prstGeom prst="down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3" name="Pfeil: nach unten 42">
            <a:extLst>
              <a:ext uri="{FF2B5EF4-FFF2-40B4-BE49-F238E27FC236}">
                <a16:creationId xmlns:a16="http://schemas.microsoft.com/office/drawing/2014/main" id="{C54C5FF5-07F5-4DA9-B84B-8A614344F168}"/>
              </a:ext>
            </a:extLst>
          </p:cNvPr>
          <p:cNvSpPr/>
          <p:nvPr/>
        </p:nvSpPr>
        <p:spPr>
          <a:xfrm>
            <a:off x="3779912" y="2996952"/>
            <a:ext cx="612068" cy="324036"/>
          </a:xfrm>
          <a:prstGeom prst="down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4" name="Rechteck 43">
            <a:extLst>
              <a:ext uri="{FF2B5EF4-FFF2-40B4-BE49-F238E27FC236}">
                <a16:creationId xmlns:a16="http://schemas.microsoft.com/office/drawing/2014/main" id="{28043B3C-BBA4-44D4-B8BF-21C4E4F64BB8}"/>
              </a:ext>
            </a:extLst>
          </p:cNvPr>
          <p:cNvSpPr/>
          <p:nvPr/>
        </p:nvSpPr>
        <p:spPr>
          <a:xfrm>
            <a:off x="2015716" y="335698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a:solidFill>
                  <a:schemeClr val="tx1"/>
                </a:solidFill>
              </a:rPr>
              <a:t>table extract ( destination table, source table, coordinates 2 [ ], 0 ... )</a:t>
            </a:r>
          </a:p>
        </p:txBody>
      </p:sp>
      <p:sp>
        <p:nvSpPr>
          <p:cNvPr id="49" name="Rechteck 48">
            <a:extLst>
              <a:ext uri="{FF2B5EF4-FFF2-40B4-BE49-F238E27FC236}">
                <a16:creationId xmlns:a16="http://schemas.microsoft.com/office/drawing/2014/main" id="{37CBD2DB-549D-4559-9C65-260FC4659374}"/>
              </a:ext>
            </a:extLst>
          </p:cNvPr>
          <p:cNvSpPr/>
          <p:nvPr/>
        </p:nvSpPr>
        <p:spPr>
          <a:xfrm>
            <a:off x="2447764" y="3573016"/>
            <a:ext cx="684076" cy="54006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1</a:t>
            </a:r>
          </a:p>
        </p:txBody>
      </p:sp>
      <p:sp>
        <p:nvSpPr>
          <p:cNvPr id="50" name="Rechteck 49">
            <a:extLst>
              <a:ext uri="{FF2B5EF4-FFF2-40B4-BE49-F238E27FC236}">
                <a16:creationId xmlns:a16="http://schemas.microsoft.com/office/drawing/2014/main" id="{04663458-6A23-468F-A4A4-514C7974A423}"/>
              </a:ext>
            </a:extLst>
          </p:cNvPr>
          <p:cNvSpPr/>
          <p:nvPr/>
        </p:nvSpPr>
        <p:spPr>
          <a:xfrm>
            <a:off x="2447764" y="3645024"/>
            <a:ext cx="684094" cy="46807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1" name="Rechteck 50">
            <a:extLst>
              <a:ext uri="{FF2B5EF4-FFF2-40B4-BE49-F238E27FC236}">
                <a16:creationId xmlns:a16="http://schemas.microsoft.com/office/drawing/2014/main" id="{CFCE7D68-BBAC-4274-A502-FAF2D258164F}"/>
              </a:ext>
            </a:extLst>
          </p:cNvPr>
          <p:cNvSpPr/>
          <p:nvPr/>
        </p:nvSpPr>
        <p:spPr>
          <a:xfrm>
            <a:off x="3203848" y="3573016"/>
            <a:ext cx="360040" cy="432048"/>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a:p>
            <a:pPr algn="ctr"/>
            <a:r>
              <a:rPr lang="en-US" sz="700" dirty="0">
                <a:solidFill>
                  <a:schemeClr val="tx1"/>
                </a:solidFill>
              </a:rPr>
              <a:t>Sub</a:t>
            </a:r>
          </a:p>
          <a:p>
            <a:pPr algn="ctr"/>
            <a:r>
              <a:rPr lang="en-US" sz="700" dirty="0">
                <a:solidFill>
                  <a:schemeClr val="tx1"/>
                </a:solidFill>
              </a:rPr>
              <a:t>Table</a:t>
            </a:r>
          </a:p>
          <a:p>
            <a:pPr algn="ctr"/>
            <a:r>
              <a:rPr lang="en-US" sz="700" dirty="0">
                <a:solidFill>
                  <a:schemeClr val="tx1"/>
                </a:solidFill>
              </a:rPr>
              <a:t>2</a:t>
            </a:r>
          </a:p>
        </p:txBody>
      </p:sp>
      <p:sp>
        <p:nvSpPr>
          <p:cNvPr id="52" name="Rechteck 51">
            <a:extLst>
              <a:ext uri="{FF2B5EF4-FFF2-40B4-BE49-F238E27FC236}">
                <a16:creationId xmlns:a16="http://schemas.microsoft.com/office/drawing/2014/main" id="{25B72AD5-D281-4076-8768-0FD49DD8D0B0}"/>
              </a:ext>
            </a:extLst>
          </p:cNvPr>
          <p:cNvSpPr/>
          <p:nvPr/>
        </p:nvSpPr>
        <p:spPr>
          <a:xfrm>
            <a:off x="3203848" y="3645024"/>
            <a:ext cx="360040" cy="360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6" name="Rechteck 55">
            <a:extLst>
              <a:ext uri="{FF2B5EF4-FFF2-40B4-BE49-F238E27FC236}">
                <a16:creationId xmlns:a16="http://schemas.microsoft.com/office/drawing/2014/main" id="{3DFC4F7C-18FC-48D4-9D09-FC059FF5C397}"/>
              </a:ext>
            </a:extLst>
          </p:cNvPr>
          <p:cNvSpPr/>
          <p:nvPr/>
        </p:nvSpPr>
        <p:spPr>
          <a:xfrm>
            <a:off x="3635896" y="3573016"/>
            <a:ext cx="648090" cy="7921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3</a:t>
            </a:r>
          </a:p>
        </p:txBody>
      </p:sp>
      <p:sp>
        <p:nvSpPr>
          <p:cNvPr id="58" name="Rechteck 57">
            <a:extLst>
              <a:ext uri="{FF2B5EF4-FFF2-40B4-BE49-F238E27FC236}">
                <a16:creationId xmlns:a16="http://schemas.microsoft.com/office/drawing/2014/main" id="{92BAA696-BACB-4AB2-B70A-47DF064D5FDA}"/>
              </a:ext>
            </a:extLst>
          </p:cNvPr>
          <p:cNvSpPr/>
          <p:nvPr/>
        </p:nvSpPr>
        <p:spPr>
          <a:xfrm>
            <a:off x="3635896" y="3645024"/>
            <a:ext cx="648090" cy="72010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9" name="Rechteck 58">
            <a:extLst>
              <a:ext uri="{FF2B5EF4-FFF2-40B4-BE49-F238E27FC236}">
                <a16:creationId xmlns:a16="http://schemas.microsoft.com/office/drawing/2014/main" id="{06B7991E-56EA-411A-8C1A-69F236105E84}"/>
              </a:ext>
            </a:extLst>
          </p:cNvPr>
          <p:cNvSpPr/>
          <p:nvPr/>
        </p:nvSpPr>
        <p:spPr>
          <a:xfrm>
            <a:off x="4355976" y="3573016"/>
            <a:ext cx="684076" cy="36004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4</a:t>
            </a:r>
          </a:p>
        </p:txBody>
      </p:sp>
      <p:sp>
        <p:nvSpPr>
          <p:cNvPr id="60" name="Rechteck 59">
            <a:extLst>
              <a:ext uri="{FF2B5EF4-FFF2-40B4-BE49-F238E27FC236}">
                <a16:creationId xmlns:a16="http://schemas.microsoft.com/office/drawing/2014/main" id="{EE2477B3-F108-4712-A8C9-2198677F6CEF}"/>
              </a:ext>
            </a:extLst>
          </p:cNvPr>
          <p:cNvSpPr/>
          <p:nvPr/>
        </p:nvSpPr>
        <p:spPr>
          <a:xfrm>
            <a:off x="4355976" y="3645024"/>
            <a:ext cx="684094" cy="2880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1" name="Rechteck 60">
            <a:extLst>
              <a:ext uri="{FF2B5EF4-FFF2-40B4-BE49-F238E27FC236}">
                <a16:creationId xmlns:a16="http://schemas.microsoft.com/office/drawing/2014/main" id="{8DACC0A6-5BC6-414B-95F9-B869FFD4343F}"/>
              </a:ext>
            </a:extLst>
          </p:cNvPr>
          <p:cNvSpPr/>
          <p:nvPr/>
        </p:nvSpPr>
        <p:spPr>
          <a:xfrm>
            <a:off x="6624228" y="116074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and end start recognition</a:t>
            </a:r>
          </a:p>
        </p:txBody>
      </p:sp>
      <p:sp>
        <p:nvSpPr>
          <p:cNvPr id="62" name="Rechteck 61">
            <a:extLst>
              <a:ext uri="{FF2B5EF4-FFF2-40B4-BE49-F238E27FC236}">
                <a16:creationId xmlns:a16="http://schemas.microsoft.com/office/drawing/2014/main" id="{927F37B4-D1D7-4E18-86D8-79C7A2C14CFD}"/>
              </a:ext>
            </a:extLst>
          </p:cNvPr>
          <p:cNvSpPr/>
          <p:nvPr/>
        </p:nvSpPr>
        <p:spPr>
          <a:xfrm>
            <a:off x="6660232" y="1484784"/>
            <a:ext cx="2052350" cy="10801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4" name="Rechteck 63">
            <a:extLst>
              <a:ext uri="{FF2B5EF4-FFF2-40B4-BE49-F238E27FC236}">
                <a16:creationId xmlns:a16="http://schemas.microsoft.com/office/drawing/2014/main" id="{F7E4A186-2A8C-404A-850C-1962C009927D}"/>
              </a:ext>
            </a:extLst>
          </p:cNvPr>
          <p:cNvSpPr/>
          <p:nvPr/>
        </p:nvSpPr>
        <p:spPr>
          <a:xfrm>
            <a:off x="7056276" y="1844824"/>
            <a:ext cx="18002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8" name="Rechteck 67">
            <a:extLst>
              <a:ext uri="{FF2B5EF4-FFF2-40B4-BE49-F238E27FC236}">
                <a16:creationId xmlns:a16="http://schemas.microsoft.com/office/drawing/2014/main" id="{047D40D0-11CA-48D0-BE71-E841F75FAAA5}"/>
              </a:ext>
            </a:extLst>
          </p:cNvPr>
          <p:cNvSpPr/>
          <p:nvPr/>
        </p:nvSpPr>
        <p:spPr>
          <a:xfrm>
            <a:off x="6876256" y="1772816"/>
            <a:ext cx="54006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79" name="Rechteck 78">
            <a:extLst>
              <a:ext uri="{FF2B5EF4-FFF2-40B4-BE49-F238E27FC236}">
                <a16:creationId xmlns:a16="http://schemas.microsoft.com/office/drawing/2014/main" id="{D1FDA536-B29A-4677-BEC0-467AE9F7E51D}"/>
              </a:ext>
            </a:extLst>
          </p:cNvPr>
          <p:cNvSpPr/>
          <p:nvPr/>
        </p:nvSpPr>
        <p:spPr>
          <a:xfrm>
            <a:off x="6876256" y="1916832"/>
            <a:ext cx="54006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81" name="Rechteck 80">
            <a:extLst>
              <a:ext uri="{FF2B5EF4-FFF2-40B4-BE49-F238E27FC236}">
                <a16:creationId xmlns:a16="http://schemas.microsoft.com/office/drawing/2014/main" id="{7BE6E7A6-65CA-4ED4-A052-D4A15F557C2F}"/>
              </a:ext>
            </a:extLst>
          </p:cNvPr>
          <p:cNvSpPr/>
          <p:nvPr/>
        </p:nvSpPr>
        <p:spPr>
          <a:xfrm>
            <a:off x="6876256" y="1988840"/>
            <a:ext cx="36004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82" name="Rechteck 81">
            <a:extLst>
              <a:ext uri="{FF2B5EF4-FFF2-40B4-BE49-F238E27FC236}">
                <a16:creationId xmlns:a16="http://schemas.microsoft.com/office/drawing/2014/main" id="{FC8FE23B-2F3A-44E3-8A6F-902863BA31F4}"/>
              </a:ext>
            </a:extLst>
          </p:cNvPr>
          <p:cNvSpPr/>
          <p:nvPr/>
        </p:nvSpPr>
        <p:spPr>
          <a:xfrm>
            <a:off x="7056276" y="2060848"/>
            <a:ext cx="36004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83" name="Rechteck 82">
            <a:extLst>
              <a:ext uri="{FF2B5EF4-FFF2-40B4-BE49-F238E27FC236}">
                <a16:creationId xmlns:a16="http://schemas.microsoft.com/office/drawing/2014/main" id="{559935B9-7C4F-4152-84C8-A13BD8D76100}"/>
              </a:ext>
            </a:extLst>
          </p:cNvPr>
          <p:cNvSpPr/>
          <p:nvPr/>
        </p:nvSpPr>
        <p:spPr>
          <a:xfrm>
            <a:off x="6876256" y="2132856"/>
            <a:ext cx="54006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84" name="Rechteck 83">
            <a:extLst>
              <a:ext uri="{FF2B5EF4-FFF2-40B4-BE49-F238E27FC236}">
                <a16:creationId xmlns:a16="http://schemas.microsoft.com/office/drawing/2014/main" id="{62B28F2F-B190-40B3-8C56-F45F6E701201}"/>
              </a:ext>
            </a:extLst>
          </p:cNvPr>
          <p:cNvSpPr/>
          <p:nvPr/>
        </p:nvSpPr>
        <p:spPr>
          <a:xfrm>
            <a:off x="7236296" y="2204864"/>
            <a:ext cx="18002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85" name="Rechteck 84">
            <a:extLst>
              <a:ext uri="{FF2B5EF4-FFF2-40B4-BE49-F238E27FC236}">
                <a16:creationId xmlns:a16="http://schemas.microsoft.com/office/drawing/2014/main" id="{29741F05-001A-41CB-8333-0E07C6637558}"/>
              </a:ext>
            </a:extLst>
          </p:cNvPr>
          <p:cNvSpPr/>
          <p:nvPr/>
        </p:nvSpPr>
        <p:spPr>
          <a:xfrm>
            <a:off x="6876256" y="2204864"/>
            <a:ext cx="18002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75" name="Gerade Verbindung 374">
            <a:extLst>
              <a:ext uri="{FF2B5EF4-FFF2-40B4-BE49-F238E27FC236}">
                <a16:creationId xmlns:a16="http://schemas.microsoft.com/office/drawing/2014/main" id="{2FEA76B2-A26D-4359-BFEA-0AC25D76EF2D}"/>
              </a:ext>
            </a:extLst>
          </p:cNvPr>
          <p:cNvCxnSpPr>
            <a:cxnSpLocks/>
          </p:cNvCxnSpPr>
          <p:nvPr/>
        </p:nvCxnSpPr>
        <p:spPr>
          <a:xfrm>
            <a:off x="6876256" y="1844824"/>
            <a:ext cx="5401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Rechteck 89">
            <a:extLst>
              <a:ext uri="{FF2B5EF4-FFF2-40B4-BE49-F238E27FC236}">
                <a16:creationId xmlns:a16="http://schemas.microsoft.com/office/drawing/2014/main" id="{A9F0A2E0-3622-479D-B20F-04C04C543DC2}"/>
              </a:ext>
            </a:extLst>
          </p:cNvPr>
          <p:cNvSpPr/>
          <p:nvPr/>
        </p:nvSpPr>
        <p:spPr>
          <a:xfrm>
            <a:off x="7632340" y="1772816"/>
            <a:ext cx="360040" cy="72008"/>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1" name="Rechteck 90">
            <a:extLst>
              <a:ext uri="{FF2B5EF4-FFF2-40B4-BE49-F238E27FC236}">
                <a16:creationId xmlns:a16="http://schemas.microsoft.com/office/drawing/2014/main" id="{7BC610EA-DFD0-435F-91F2-919790C903DE}"/>
              </a:ext>
            </a:extLst>
          </p:cNvPr>
          <p:cNvSpPr/>
          <p:nvPr/>
        </p:nvSpPr>
        <p:spPr>
          <a:xfrm>
            <a:off x="7812360" y="1844824"/>
            <a:ext cx="178855" cy="72008"/>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3" name="Rechteck 92">
            <a:extLst>
              <a:ext uri="{FF2B5EF4-FFF2-40B4-BE49-F238E27FC236}">
                <a16:creationId xmlns:a16="http://schemas.microsoft.com/office/drawing/2014/main" id="{D1437308-EC4A-4178-80B7-8ADCE75415BA}"/>
              </a:ext>
            </a:extLst>
          </p:cNvPr>
          <p:cNvSpPr/>
          <p:nvPr/>
        </p:nvSpPr>
        <p:spPr>
          <a:xfrm>
            <a:off x="7632340" y="1916832"/>
            <a:ext cx="360040" cy="72008"/>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4" name="Rechteck 93">
            <a:extLst>
              <a:ext uri="{FF2B5EF4-FFF2-40B4-BE49-F238E27FC236}">
                <a16:creationId xmlns:a16="http://schemas.microsoft.com/office/drawing/2014/main" id="{19EEACDC-8DEB-4C50-97E6-9B90964D7D7A}"/>
              </a:ext>
            </a:extLst>
          </p:cNvPr>
          <p:cNvSpPr/>
          <p:nvPr/>
        </p:nvSpPr>
        <p:spPr>
          <a:xfrm>
            <a:off x="7632340" y="1988840"/>
            <a:ext cx="357709" cy="72008"/>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5" name="Rechteck 94">
            <a:extLst>
              <a:ext uri="{FF2B5EF4-FFF2-40B4-BE49-F238E27FC236}">
                <a16:creationId xmlns:a16="http://schemas.microsoft.com/office/drawing/2014/main" id="{8EDEB7A5-4A5E-4D51-A1FB-622E3EE58CF7}"/>
              </a:ext>
            </a:extLst>
          </p:cNvPr>
          <p:cNvSpPr/>
          <p:nvPr/>
        </p:nvSpPr>
        <p:spPr>
          <a:xfrm>
            <a:off x="7812361" y="2060848"/>
            <a:ext cx="180020" cy="72008"/>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6" name="Rechteck 95">
            <a:extLst>
              <a:ext uri="{FF2B5EF4-FFF2-40B4-BE49-F238E27FC236}">
                <a16:creationId xmlns:a16="http://schemas.microsoft.com/office/drawing/2014/main" id="{E45CFB92-5913-42A8-8E44-CBE0D5FFEF4E}"/>
              </a:ext>
            </a:extLst>
          </p:cNvPr>
          <p:cNvSpPr/>
          <p:nvPr/>
        </p:nvSpPr>
        <p:spPr>
          <a:xfrm>
            <a:off x="7632340" y="2132856"/>
            <a:ext cx="360040" cy="72008"/>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7" name="Rechteck 96">
            <a:extLst>
              <a:ext uri="{FF2B5EF4-FFF2-40B4-BE49-F238E27FC236}">
                <a16:creationId xmlns:a16="http://schemas.microsoft.com/office/drawing/2014/main" id="{785F4F80-5430-4087-A127-4EC7EE647A5C}"/>
              </a:ext>
            </a:extLst>
          </p:cNvPr>
          <p:cNvSpPr/>
          <p:nvPr/>
        </p:nvSpPr>
        <p:spPr>
          <a:xfrm>
            <a:off x="7992380" y="2204864"/>
            <a:ext cx="180020" cy="72008"/>
          </a:xfrm>
          <a:prstGeom prst="rect">
            <a:avLst/>
          </a:prstGeom>
          <a:solidFill>
            <a:schemeClr val="accent4">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8" name="Rechteck 97">
            <a:extLst>
              <a:ext uri="{FF2B5EF4-FFF2-40B4-BE49-F238E27FC236}">
                <a16:creationId xmlns:a16="http://schemas.microsoft.com/office/drawing/2014/main" id="{6E079A9F-4967-4799-BD6F-0E77FB08121A}"/>
              </a:ext>
            </a:extLst>
          </p:cNvPr>
          <p:cNvSpPr/>
          <p:nvPr/>
        </p:nvSpPr>
        <p:spPr>
          <a:xfrm>
            <a:off x="7632340" y="2204864"/>
            <a:ext cx="180020" cy="72008"/>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99" name="Rechteck 98">
            <a:extLst>
              <a:ext uri="{FF2B5EF4-FFF2-40B4-BE49-F238E27FC236}">
                <a16:creationId xmlns:a16="http://schemas.microsoft.com/office/drawing/2014/main" id="{52360D61-8435-4CFD-A321-9B6D94B3905D}"/>
              </a:ext>
            </a:extLst>
          </p:cNvPr>
          <p:cNvSpPr/>
          <p:nvPr/>
        </p:nvSpPr>
        <p:spPr>
          <a:xfrm>
            <a:off x="7632340" y="1772816"/>
            <a:ext cx="360040" cy="50405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1" name="Rechteck 100">
            <a:extLst>
              <a:ext uri="{FF2B5EF4-FFF2-40B4-BE49-F238E27FC236}">
                <a16:creationId xmlns:a16="http://schemas.microsoft.com/office/drawing/2014/main" id="{3DF3B9A5-48A2-46E6-97AF-D2831FD4F511}"/>
              </a:ext>
            </a:extLst>
          </p:cNvPr>
          <p:cNvSpPr/>
          <p:nvPr/>
        </p:nvSpPr>
        <p:spPr>
          <a:xfrm>
            <a:off x="7812360" y="2348880"/>
            <a:ext cx="180020" cy="72008"/>
          </a:xfrm>
          <a:prstGeom prst="rect">
            <a:avLst/>
          </a:prstGeom>
          <a:solidFill>
            <a:srgbClr val="E8D1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05" name="Rechteck 104">
            <a:extLst>
              <a:ext uri="{FF2B5EF4-FFF2-40B4-BE49-F238E27FC236}">
                <a16:creationId xmlns:a16="http://schemas.microsoft.com/office/drawing/2014/main" id="{9692ED81-F5A8-4C57-A2C5-2BCC4883995A}"/>
              </a:ext>
            </a:extLst>
          </p:cNvPr>
          <p:cNvSpPr/>
          <p:nvPr/>
        </p:nvSpPr>
        <p:spPr>
          <a:xfrm>
            <a:off x="6660232" y="3140972"/>
            <a:ext cx="2052350" cy="10801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7" name="Rechteck 106">
            <a:extLst>
              <a:ext uri="{FF2B5EF4-FFF2-40B4-BE49-F238E27FC236}">
                <a16:creationId xmlns:a16="http://schemas.microsoft.com/office/drawing/2014/main" id="{06EEC43E-DCEF-4AB6-8CE2-B9CF9C0F73D0}"/>
              </a:ext>
            </a:extLst>
          </p:cNvPr>
          <p:cNvSpPr/>
          <p:nvPr/>
        </p:nvSpPr>
        <p:spPr>
          <a:xfrm>
            <a:off x="7056276" y="3501010"/>
            <a:ext cx="180020" cy="72008"/>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08" name="Rechteck 107">
            <a:extLst>
              <a:ext uri="{FF2B5EF4-FFF2-40B4-BE49-F238E27FC236}">
                <a16:creationId xmlns:a16="http://schemas.microsoft.com/office/drawing/2014/main" id="{A45F3690-5469-4368-907B-83D10438A95C}"/>
              </a:ext>
            </a:extLst>
          </p:cNvPr>
          <p:cNvSpPr/>
          <p:nvPr/>
        </p:nvSpPr>
        <p:spPr>
          <a:xfrm>
            <a:off x="6876256" y="3429002"/>
            <a:ext cx="540060" cy="72008"/>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09" name="Rechteck 108">
            <a:extLst>
              <a:ext uri="{FF2B5EF4-FFF2-40B4-BE49-F238E27FC236}">
                <a16:creationId xmlns:a16="http://schemas.microsoft.com/office/drawing/2014/main" id="{64C26B1E-6B09-4C18-B767-E1923523578B}"/>
              </a:ext>
            </a:extLst>
          </p:cNvPr>
          <p:cNvSpPr/>
          <p:nvPr/>
        </p:nvSpPr>
        <p:spPr>
          <a:xfrm>
            <a:off x="6876256" y="3573018"/>
            <a:ext cx="540060" cy="72008"/>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10" name="Rechteck 109">
            <a:extLst>
              <a:ext uri="{FF2B5EF4-FFF2-40B4-BE49-F238E27FC236}">
                <a16:creationId xmlns:a16="http://schemas.microsoft.com/office/drawing/2014/main" id="{4080AEB6-0DD8-41C7-B7CD-69C6EEEFD5F4}"/>
              </a:ext>
            </a:extLst>
          </p:cNvPr>
          <p:cNvSpPr/>
          <p:nvPr/>
        </p:nvSpPr>
        <p:spPr>
          <a:xfrm>
            <a:off x="6876256" y="3645026"/>
            <a:ext cx="360040" cy="72008"/>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11" name="Rechteck 110">
            <a:extLst>
              <a:ext uri="{FF2B5EF4-FFF2-40B4-BE49-F238E27FC236}">
                <a16:creationId xmlns:a16="http://schemas.microsoft.com/office/drawing/2014/main" id="{FE86EC29-C7D9-459F-AAF4-23746E5A42E7}"/>
              </a:ext>
            </a:extLst>
          </p:cNvPr>
          <p:cNvSpPr/>
          <p:nvPr/>
        </p:nvSpPr>
        <p:spPr>
          <a:xfrm>
            <a:off x="7056276" y="3717034"/>
            <a:ext cx="360040" cy="72008"/>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12" name="Rechteck 111">
            <a:extLst>
              <a:ext uri="{FF2B5EF4-FFF2-40B4-BE49-F238E27FC236}">
                <a16:creationId xmlns:a16="http://schemas.microsoft.com/office/drawing/2014/main" id="{19477CF2-2127-4F70-9AAB-D187A12D7B85}"/>
              </a:ext>
            </a:extLst>
          </p:cNvPr>
          <p:cNvSpPr/>
          <p:nvPr/>
        </p:nvSpPr>
        <p:spPr>
          <a:xfrm>
            <a:off x="6876256" y="3789042"/>
            <a:ext cx="540060" cy="72008"/>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13" name="Rechteck 112">
            <a:extLst>
              <a:ext uri="{FF2B5EF4-FFF2-40B4-BE49-F238E27FC236}">
                <a16:creationId xmlns:a16="http://schemas.microsoft.com/office/drawing/2014/main" id="{FF8FF346-7E20-4171-82D1-43EDFD0A3CF4}"/>
              </a:ext>
            </a:extLst>
          </p:cNvPr>
          <p:cNvSpPr/>
          <p:nvPr/>
        </p:nvSpPr>
        <p:spPr>
          <a:xfrm>
            <a:off x="7236296" y="3861050"/>
            <a:ext cx="180020" cy="72008"/>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14" name="Rechteck 113">
            <a:extLst>
              <a:ext uri="{FF2B5EF4-FFF2-40B4-BE49-F238E27FC236}">
                <a16:creationId xmlns:a16="http://schemas.microsoft.com/office/drawing/2014/main" id="{C28523F3-D3FC-4CFC-A556-A6364768FCDE}"/>
              </a:ext>
            </a:extLst>
          </p:cNvPr>
          <p:cNvSpPr/>
          <p:nvPr/>
        </p:nvSpPr>
        <p:spPr>
          <a:xfrm>
            <a:off x="6876256" y="3861050"/>
            <a:ext cx="180020" cy="72008"/>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17" name="Rechteck 116">
            <a:extLst>
              <a:ext uri="{FF2B5EF4-FFF2-40B4-BE49-F238E27FC236}">
                <a16:creationId xmlns:a16="http://schemas.microsoft.com/office/drawing/2014/main" id="{2BB22FE3-0009-41E9-A1FD-2CDE76672DC7}"/>
              </a:ext>
            </a:extLst>
          </p:cNvPr>
          <p:cNvSpPr/>
          <p:nvPr/>
        </p:nvSpPr>
        <p:spPr>
          <a:xfrm>
            <a:off x="7632340" y="3429002"/>
            <a:ext cx="18002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18" name="Rechteck 117">
            <a:extLst>
              <a:ext uri="{FF2B5EF4-FFF2-40B4-BE49-F238E27FC236}">
                <a16:creationId xmlns:a16="http://schemas.microsoft.com/office/drawing/2014/main" id="{EF5D5A8B-4A55-4EC4-8E46-A8A51C973030}"/>
              </a:ext>
            </a:extLst>
          </p:cNvPr>
          <p:cNvSpPr/>
          <p:nvPr/>
        </p:nvSpPr>
        <p:spPr>
          <a:xfrm>
            <a:off x="7812360" y="3501010"/>
            <a:ext cx="36004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19" name="Rechteck 118">
            <a:extLst>
              <a:ext uri="{FF2B5EF4-FFF2-40B4-BE49-F238E27FC236}">
                <a16:creationId xmlns:a16="http://schemas.microsoft.com/office/drawing/2014/main" id="{8F035962-84A7-4BE7-8C62-CBB6103C26A8}"/>
              </a:ext>
            </a:extLst>
          </p:cNvPr>
          <p:cNvSpPr/>
          <p:nvPr/>
        </p:nvSpPr>
        <p:spPr>
          <a:xfrm>
            <a:off x="7812360" y="3429002"/>
            <a:ext cx="18002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20" name="Rechteck 119">
            <a:extLst>
              <a:ext uri="{FF2B5EF4-FFF2-40B4-BE49-F238E27FC236}">
                <a16:creationId xmlns:a16="http://schemas.microsoft.com/office/drawing/2014/main" id="{277A8E9C-3441-495F-8454-618A3A861C4B}"/>
              </a:ext>
            </a:extLst>
          </p:cNvPr>
          <p:cNvSpPr/>
          <p:nvPr/>
        </p:nvSpPr>
        <p:spPr>
          <a:xfrm>
            <a:off x="7632340" y="3573018"/>
            <a:ext cx="54006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21" name="Rechteck 120">
            <a:extLst>
              <a:ext uri="{FF2B5EF4-FFF2-40B4-BE49-F238E27FC236}">
                <a16:creationId xmlns:a16="http://schemas.microsoft.com/office/drawing/2014/main" id="{5E8894FD-8ADD-41F8-828A-8D1CB1CD14DC}"/>
              </a:ext>
            </a:extLst>
          </p:cNvPr>
          <p:cNvSpPr/>
          <p:nvPr/>
        </p:nvSpPr>
        <p:spPr>
          <a:xfrm>
            <a:off x="7632340" y="3645026"/>
            <a:ext cx="36004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22" name="Rechteck 121">
            <a:extLst>
              <a:ext uri="{FF2B5EF4-FFF2-40B4-BE49-F238E27FC236}">
                <a16:creationId xmlns:a16="http://schemas.microsoft.com/office/drawing/2014/main" id="{545D302D-BB53-4B6F-BD73-54FC9A7A517C}"/>
              </a:ext>
            </a:extLst>
          </p:cNvPr>
          <p:cNvSpPr/>
          <p:nvPr/>
        </p:nvSpPr>
        <p:spPr>
          <a:xfrm>
            <a:off x="7812360" y="3717034"/>
            <a:ext cx="36004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23" name="Rechteck 122">
            <a:extLst>
              <a:ext uri="{FF2B5EF4-FFF2-40B4-BE49-F238E27FC236}">
                <a16:creationId xmlns:a16="http://schemas.microsoft.com/office/drawing/2014/main" id="{98F12DE2-736D-4D1B-AC66-CEE0C8E051D2}"/>
              </a:ext>
            </a:extLst>
          </p:cNvPr>
          <p:cNvSpPr/>
          <p:nvPr/>
        </p:nvSpPr>
        <p:spPr>
          <a:xfrm>
            <a:off x="7632340" y="3789042"/>
            <a:ext cx="54006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24" name="Rechteck 123">
            <a:extLst>
              <a:ext uri="{FF2B5EF4-FFF2-40B4-BE49-F238E27FC236}">
                <a16:creationId xmlns:a16="http://schemas.microsoft.com/office/drawing/2014/main" id="{9541A51E-F0FB-4907-BC79-92E9E97B402D}"/>
              </a:ext>
            </a:extLst>
          </p:cNvPr>
          <p:cNvSpPr/>
          <p:nvPr/>
        </p:nvSpPr>
        <p:spPr>
          <a:xfrm>
            <a:off x="7992380" y="3861050"/>
            <a:ext cx="18002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25" name="Rechteck 124">
            <a:extLst>
              <a:ext uri="{FF2B5EF4-FFF2-40B4-BE49-F238E27FC236}">
                <a16:creationId xmlns:a16="http://schemas.microsoft.com/office/drawing/2014/main" id="{6C5F2FEA-A2B7-4205-9A1D-2CAFC63DC15D}"/>
              </a:ext>
            </a:extLst>
          </p:cNvPr>
          <p:cNvSpPr/>
          <p:nvPr/>
        </p:nvSpPr>
        <p:spPr>
          <a:xfrm>
            <a:off x="7632340" y="3861050"/>
            <a:ext cx="18002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26" name="Rechteck 125">
            <a:extLst>
              <a:ext uri="{FF2B5EF4-FFF2-40B4-BE49-F238E27FC236}">
                <a16:creationId xmlns:a16="http://schemas.microsoft.com/office/drawing/2014/main" id="{7E6BC365-543C-4D31-BFA5-1F5D3F063F87}"/>
              </a:ext>
            </a:extLst>
          </p:cNvPr>
          <p:cNvSpPr/>
          <p:nvPr/>
        </p:nvSpPr>
        <p:spPr>
          <a:xfrm>
            <a:off x="7632340" y="3429002"/>
            <a:ext cx="540060" cy="64807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7" name="Rechteck 126">
            <a:extLst>
              <a:ext uri="{FF2B5EF4-FFF2-40B4-BE49-F238E27FC236}">
                <a16:creationId xmlns:a16="http://schemas.microsoft.com/office/drawing/2014/main" id="{602173F3-23C7-4053-9988-C13BB5391FBF}"/>
              </a:ext>
            </a:extLst>
          </p:cNvPr>
          <p:cNvSpPr/>
          <p:nvPr/>
        </p:nvSpPr>
        <p:spPr>
          <a:xfrm>
            <a:off x="7812360" y="4005066"/>
            <a:ext cx="180020" cy="72008"/>
          </a:xfrm>
          <a:prstGeom prst="rect">
            <a:avLst/>
          </a:prstGeom>
          <a:solidFill>
            <a:srgbClr val="C1D4EE"/>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100" name="Gerade Verbindung 374">
            <a:extLst>
              <a:ext uri="{FF2B5EF4-FFF2-40B4-BE49-F238E27FC236}">
                <a16:creationId xmlns:a16="http://schemas.microsoft.com/office/drawing/2014/main" id="{F26FFC6B-80B3-4A5D-971B-0511E24BA789}"/>
              </a:ext>
            </a:extLst>
          </p:cNvPr>
          <p:cNvCxnSpPr>
            <a:cxnSpLocks/>
          </p:cNvCxnSpPr>
          <p:nvPr/>
        </p:nvCxnSpPr>
        <p:spPr>
          <a:xfrm>
            <a:off x="7632340" y="1844824"/>
            <a:ext cx="360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Gerade Verbindung 374">
            <a:extLst>
              <a:ext uri="{FF2B5EF4-FFF2-40B4-BE49-F238E27FC236}">
                <a16:creationId xmlns:a16="http://schemas.microsoft.com/office/drawing/2014/main" id="{7F4B663C-198E-4333-9CB2-487758C81E49}"/>
              </a:ext>
            </a:extLst>
          </p:cNvPr>
          <p:cNvCxnSpPr>
            <a:cxnSpLocks/>
          </p:cNvCxnSpPr>
          <p:nvPr/>
        </p:nvCxnSpPr>
        <p:spPr>
          <a:xfrm>
            <a:off x="7992380" y="1916832"/>
            <a:ext cx="1800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Rechteck 129">
            <a:extLst>
              <a:ext uri="{FF2B5EF4-FFF2-40B4-BE49-F238E27FC236}">
                <a16:creationId xmlns:a16="http://schemas.microsoft.com/office/drawing/2014/main" id="{BFFA7774-7FD2-4DCC-8F0A-A230A206A963}"/>
              </a:ext>
            </a:extLst>
          </p:cNvPr>
          <p:cNvSpPr/>
          <p:nvPr/>
        </p:nvSpPr>
        <p:spPr>
          <a:xfrm>
            <a:off x="7992380" y="1844824"/>
            <a:ext cx="180020" cy="14401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31" name="Gerade Verbindung 374">
            <a:extLst>
              <a:ext uri="{FF2B5EF4-FFF2-40B4-BE49-F238E27FC236}">
                <a16:creationId xmlns:a16="http://schemas.microsoft.com/office/drawing/2014/main" id="{89DD4BB0-95B8-4FE8-8BFC-EEB8AEDF79F4}"/>
              </a:ext>
            </a:extLst>
          </p:cNvPr>
          <p:cNvCxnSpPr>
            <a:cxnSpLocks/>
          </p:cNvCxnSpPr>
          <p:nvPr/>
        </p:nvCxnSpPr>
        <p:spPr>
          <a:xfrm>
            <a:off x="7992380" y="2132856"/>
            <a:ext cx="1800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Rechteck 131">
            <a:extLst>
              <a:ext uri="{FF2B5EF4-FFF2-40B4-BE49-F238E27FC236}">
                <a16:creationId xmlns:a16="http://schemas.microsoft.com/office/drawing/2014/main" id="{FEB49574-7BCD-44D6-BEA8-BC2ED882E2CB}"/>
              </a:ext>
            </a:extLst>
          </p:cNvPr>
          <p:cNvSpPr/>
          <p:nvPr/>
        </p:nvSpPr>
        <p:spPr>
          <a:xfrm>
            <a:off x="7992380" y="2060848"/>
            <a:ext cx="180020" cy="21602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4" name="Rechteck 133">
            <a:extLst>
              <a:ext uri="{FF2B5EF4-FFF2-40B4-BE49-F238E27FC236}">
                <a16:creationId xmlns:a16="http://schemas.microsoft.com/office/drawing/2014/main" id="{025DD51C-69E1-49CF-8DF1-C460F4E76682}"/>
              </a:ext>
            </a:extLst>
          </p:cNvPr>
          <p:cNvSpPr/>
          <p:nvPr/>
        </p:nvSpPr>
        <p:spPr>
          <a:xfrm>
            <a:off x="7812360" y="2348880"/>
            <a:ext cx="180020" cy="72008"/>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5" name="Rechteck 134">
            <a:extLst>
              <a:ext uri="{FF2B5EF4-FFF2-40B4-BE49-F238E27FC236}">
                <a16:creationId xmlns:a16="http://schemas.microsoft.com/office/drawing/2014/main" id="{6EB6B212-FCDF-49BB-8E18-B3AF61B3B979}"/>
              </a:ext>
            </a:extLst>
          </p:cNvPr>
          <p:cNvSpPr/>
          <p:nvPr/>
        </p:nvSpPr>
        <p:spPr>
          <a:xfrm>
            <a:off x="6660232" y="1340768"/>
            <a:ext cx="82809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starting row = 1, ending row = 1</a:t>
            </a:r>
          </a:p>
        </p:txBody>
      </p:sp>
      <p:sp>
        <p:nvSpPr>
          <p:cNvPr id="136" name="Rechteck 135">
            <a:extLst>
              <a:ext uri="{FF2B5EF4-FFF2-40B4-BE49-F238E27FC236}">
                <a16:creationId xmlns:a16="http://schemas.microsoft.com/office/drawing/2014/main" id="{65B8B994-F01B-46F5-88D2-A539B47F94F9}"/>
              </a:ext>
            </a:extLst>
          </p:cNvPr>
          <p:cNvSpPr/>
          <p:nvPr/>
        </p:nvSpPr>
        <p:spPr>
          <a:xfrm>
            <a:off x="7056276" y="2348880"/>
            <a:ext cx="360040" cy="144016"/>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37" name="Rechteck 136">
            <a:extLst>
              <a:ext uri="{FF2B5EF4-FFF2-40B4-BE49-F238E27FC236}">
                <a16:creationId xmlns:a16="http://schemas.microsoft.com/office/drawing/2014/main" id="{45B2E3BA-3EF2-4AEE-9252-17898B225969}"/>
              </a:ext>
            </a:extLst>
          </p:cNvPr>
          <p:cNvSpPr/>
          <p:nvPr/>
        </p:nvSpPr>
        <p:spPr>
          <a:xfrm>
            <a:off x="7056276" y="2348880"/>
            <a:ext cx="360040" cy="14401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38" name="Gerade Verbindung 374">
            <a:extLst>
              <a:ext uri="{FF2B5EF4-FFF2-40B4-BE49-F238E27FC236}">
                <a16:creationId xmlns:a16="http://schemas.microsoft.com/office/drawing/2014/main" id="{81E74DA1-6E6D-4C55-B05C-7EA3AF5CEEC4}"/>
              </a:ext>
            </a:extLst>
          </p:cNvPr>
          <p:cNvCxnSpPr>
            <a:cxnSpLocks/>
          </p:cNvCxnSpPr>
          <p:nvPr/>
        </p:nvCxnSpPr>
        <p:spPr>
          <a:xfrm>
            <a:off x="7056276" y="2420888"/>
            <a:ext cx="360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9" name="Rechteck 138">
            <a:extLst>
              <a:ext uri="{FF2B5EF4-FFF2-40B4-BE49-F238E27FC236}">
                <a16:creationId xmlns:a16="http://schemas.microsoft.com/office/drawing/2014/main" id="{AE5A43EE-EBDE-4E0F-B35D-C291D2FEFED3}"/>
              </a:ext>
            </a:extLst>
          </p:cNvPr>
          <p:cNvSpPr/>
          <p:nvPr/>
        </p:nvSpPr>
        <p:spPr>
          <a:xfrm>
            <a:off x="7056276" y="4005066"/>
            <a:ext cx="360040" cy="144016"/>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42" name="Rechteck 141">
            <a:extLst>
              <a:ext uri="{FF2B5EF4-FFF2-40B4-BE49-F238E27FC236}">
                <a16:creationId xmlns:a16="http://schemas.microsoft.com/office/drawing/2014/main" id="{369BD4CF-7AC1-45BE-966B-7FEFA192479F}"/>
              </a:ext>
            </a:extLst>
          </p:cNvPr>
          <p:cNvSpPr/>
          <p:nvPr/>
        </p:nvSpPr>
        <p:spPr>
          <a:xfrm>
            <a:off x="6660232" y="2996952"/>
            <a:ext cx="82809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starting row = 2, ending row = 2</a:t>
            </a:r>
          </a:p>
        </p:txBody>
      </p:sp>
      <p:cxnSp>
        <p:nvCxnSpPr>
          <p:cNvPr id="116" name="Gerade Verbindung 374">
            <a:extLst>
              <a:ext uri="{FF2B5EF4-FFF2-40B4-BE49-F238E27FC236}">
                <a16:creationId xmlns:a16="http://schemas.microsoft.com/office/drawing/2014/main" id="{B714C228-BD38-406F-90EE-4CE0E5BCBC6E}"/>
              </a:ext>
            </a:extLst>
          </p:cNvPr>
          <p:cNvCxnSpPr>
            <a:cxnSpLocks/>
          </p:cNvCxnSpPr>
          <p:nvPr/>
        </p:nvCxnSpPr>
        <p:spPr>
          <a:xfrm>
            <a:off x="6876256" y="3573018"/>
            <a:ext cx="5401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Gerade Verbindung 374">
            <a:extLst>
              <a:ext uri="{FF2B5EF4-FFF2-40B4-BE49-F238E27FC236}">
                <a16:creationId xmlns:a16="http://schemas.microsoft.com/office/drawing/2014/main" id="{FF424D1B-5ABB-4194-9B85-12A9F412908E}"/>
              </a:ext>
            </a:extLst>
          </p:cNvPr>
          <p:cNvCxnSpPr>
            <a:cxnSpLocks/>
          </p:cNvCxnSpPr>
          <p:nvPr/>
        </p:nvCxnSpPr>
        <p:spPr>
          <a:xfrm>
            <a:off x="7632340" y="3573018"/>
            <a:ext cx="5401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4" name="Rechteck 143">
            <a:extLst>
              <a:ext uri="{FF2B5EF4-FFF2-40B4-BE49-F238E27FC236}">
                <a16:creationId xmlns:a16="http://schemas.microsoft.com/office/drawing/2014/main" id="{1759BEFD-8972-49E2-90B8-4B17B4CF3070}"/>
              </a:ext>
            </a:extLst>
          </p:cNvPr>
          <p:cNvSpPr/>
          <p:nvPr/>
        </p:nvSpPr>
        <p:spPr>
          <a:xfrm>
            <a:off x="6876256" y="1556792"/>
            <a:ext cx="1296144" cy="72008"/>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46" name="Rechteck 145">
            <a:extLst>
              <a:ext uri="{FF2B5EF4-FFF2-40B4-BE49-F238E27FC236}">
                <a16:creationId xmlns:a16="http://schemas.microsoft.com/office/drawing/2014/main" id="{6B9E9599-3C08-42F1-ADFE-A9747748695D}"/>
              </a:ext>
            </a:extLst>
          </p:cNvPr>
          <p:cNvSpPr/>
          <p:nvPr/>
        </p:nvSpPr>
        <p:spPr>
          <a:xfrm>
            <a:off x="6876256" y="3212980"/>
            <a:ext cx="1296144" cy="72008"/>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1" name="Rechteck 150">
            <a:extLst>
              <a:ext uri="{FF2B5EF4-FFF2-40B4-BE49-F238E27FC236}">
                <a16:creationId xmlns:a16="http://schemas.microsoft.com/office/drawing/2014/main" id="{4B485337-9336-47DF-AACA-6D442082D200}"/>
              </a:ext>
            </a:extLst>
          </p:cNvPr>
          <p:cNvSpPr/>
          <p:nvPr/>
        </p:nvSpPr>
        <p:spPr>
          <a:xfrm>
            <a:off x="6660232" y="2672916"/>
            <a:ext cx="82809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Total of 7 sub-tables are identified (7 colors).</a:t>
            </a:r>
          </a:p>
          <a:p>
            <a:r>
              <a:rPr lang="en-US" sz="700" dirty="0">
                <a:solidFill>
                  <a:schemeClr val="tx1"/>
                </a:solidFill>
              </a:rPr>
              <a:t>You can still filter the coordinates to remove</a:t>
            </a:r>
          </a:p>
          <a:p>
            <a:r>
              <a:rPr lang="en-US" sz="700" dirty="0">
                <a:solidFill>
                  <a:schemeClr val="tx1"/>
                </a:solidFill>
              </a:rPr>
              <a:t>small items like header rows.</a:t>
            </a:r>
          </a:p>
        </p:txBody>
      </p:sp>
      <p:sp>
        <p:nvSpPr>
          <p:cNvPr id="74" name="Rechteck 73">
            <a:extLst>
              <a:ext uri="{FF2B5EF4-FFF2-40B4-BE49-F238E27FC236}">
                <a16:creationId xmlns:a16="http://schemas.microsoft.com/office/drawing/2014/main" id="{A6DA4003-DA78-4CA3-BF52-8264EC52810F}"/>
              </a:ext>
            </a:extLst>
          </p:cNvPr>
          <p:cNvSpPr/>
          <p:nvPr/>
        </p:nvSpPr>
        <p:spPr>
          <a:xfrm>
            <a:off x="6876256" y="1772816"/>
            <a:ext cx="540060" cy="504056"/>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5" name="Rechteck 114">
            <a:extLst>
              <a:ext uri="{FF2B5EF4-FFF2-40B4-BE49-F238E27FC236}">
                <a16:creationId xmlns:a16="http://schemas.microsoft.com/office/drawing/2014/main" id="{973EE0D9-C835-49E8-B58D-11DA3A2DFA5A}"/>
              </a:ext>
            </a:extLst>
          </p:cNvPr>
          <p:cNvSpPr/>
          <p:nvPr/>
        </p:nvSpPr>
        <p:spPr>
          <a:xfrm>
            <a:off x="6876256" y="3429002"/>
            <a:ext cx="540060" cy="72008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2" name="Rechteck 151">
            <a:extLst>
              <a:ext uri="{FF2B5EF4-FFF2-40B4-BE49-F238E27FC236}">
                <a16:creationId xmlns:a16="http://schemas.microsoft.com/office/drawing/2014/main" id="{11FDFB51-4941-49D9-9F42-D406763BD1C9}"/>
              </a:ext>
            </a:extLst>
          </p:cNvPr>
          <p:cNvSpPr/>
          <p:nvPr/>
        </p:nvSpPr>
        <p:spPr>
          <a:xfrm>
            <a:off x="6660232" y="4329100"/>
            <a:ext cx="82809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Total of 2 sub-tables identified (2 colors)</a:t>
            </a:r>
          </a:p>
          <a:p>
            <a:r>
              <a:rPr lang="en-US" sz="700" dirty="0">
                <a:solidFill>
                  <a:schemeClr val="tx1"/>
                </a:solidFill>
              </a:rPr>
              <a:t>The headline has been ignored (single row only).</a:t>
            </a:r>
          </a:p>
          <a:p>
            <a:r>
              <a:rPr lang="en-US" sz="700" dirty="0">
                <a:solidFill>
                  <a:schemeClr val="tx1"/>
                </a:solidFill>
              </a:rPr>
              <a:t>Note the vacant row included in the table.</a:t>
            </a:r>
          </a:p>
        </p:txBody>
      </p:sp>
    </p:spTree>
    <p:extLst>
      <p:ext uri="{BB962C8B-B14F-4D97-AF65-F5344CB8AC3E}">
        <p14:creationId xmlns:p14="http://schemas.microsoft.com/office/powerpoint/2010/main" val="15263786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chteck 210">
            <a:extLst>
              <a:ext uri="{FF2B5EF4-FFF2-40B4-BE49-F238E27FC236}">
                <a16:creationId xmlns:a16="http://schemas.microsoft.com/office/drawing/2014/main" id="{CFEFD849-710F-45AA-A57F-DD245E5B8D68}"/>
              </a:ext>
            </a:extLst>
          </p:cNvPr>
          <p:cNvSpPr/>
          <p:nvPr/>
        </p:nvSpPr>
        <p:spPr>
          <a:xfrm>
            <a:off x="7200372" y="1556920"/>
            <a:ext cx="792000" cy="648000"/>
          </a:xfrm>
          <a:prstGeom prst="rect">
            <a:avLst/>
          </a:prstGeom>
          <a:solidFill>
            <a:schemeClr val="bg1">
              <a:lumMod val="95000"/>
            </a:schemeClr>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157" name="Rechteck 156">
            <a:extLst>
              <a:ext uri="{FF2B5EF4-FFF2-40B4-BE49-F238E27FC236}">
                <a16:creationId xmlns:a16="http://schemas.microsoft.com/office/drawing/2014/main" id="{8E72E50B-A001-4EBC-99C1-F8292DDF3AD9}"/>
              </a:ext>
            </a:extLst>
          </p:cNvPr>
          <p:cNvSpPr/>
          <p:nvPr/>
        </p:nvSpPr>
        <p:spPr>
          <a:xfrm>
            <a:off x="324130" y="1628870"/>
            <a:ext cx="1440160" cy="13682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2" name="Titel 1"/>
          <p:cNvSpPr>
            <a:spLocks noGrp="1"/>
          </p:cNvSpPr>
          <p:nvPr>
            <p:ph type="title"/>
          </p:nvPr>
        </p:nvSpPr>
        <p:spPr/>
        <p:txBody>
          <a:bodyPr/>
          <a:lstStyle/>
          <a:p>
            <a:r>
              <a:rPr lang="en-US" dirty="0"/>
              <a:t>table filter</a:t>
            </a:r>
          </a:p>
        </p:txBody>
      </p:sp>
      <p:sp>
        <p:nvSpPr>
          <p:cNvPr id="4" name="Textplatzhalter 3"/>
          <p:cNvSpPr>
            <a:spLocks noGrp="1"/>
          </p:cNvSpPr>
          <p:nvPr>
            <p:ph type="body" sz="quarter" idx="16"/>
          </p:nvPr>
        </p:nvSpPr>
        <p:spPr/>
        <p:txBody>
          <a:bodyPr/>
          <a:lstStyle/>
          <a:p>
            <a:endParaRPr lang="en-US" dirty="0"/>
          </a:p>
        </p:txBody>
      </p:sp>
      <p:sp>
        <p:nvSpPr>
          <p:cNvPr id="297" name="Rechteck 296"/>
          <p:cNvSpPr/>
          <p:nvPr/>
        </p:nvSpPr>
        <p:spPr>
          <a:xfrm>
            <a:off x="252000" y="1376784"/>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5</a:t>
            </a:r>
            <a:r>
              <a:rPr lang="en-US" sz="1000" baseline="30000" dirty="0">
                <a:solidFill>
                  <a:schemeClr val="tx1"/>
                </a:solidFill>
              </a:rPr>
              <a:t>th</a:t>
            </a:r>
            <a:r>
              <a:rPr lang="en-US" sz="1000" dirty="0">
                <a:solidFill>
                  <a:schemeClr val="tx1"/>
                </a:solidFill>
              </a:rPr>
              <a:t> Parameter "Inside Area" filter</a:t>
            </a:r>
          </a:p>
        </p:txBody>
      </p:sp>
      <p:sp>
        <p:nvSpPr>
          <p:cNvPr id="372" name="Rechteck 371"/>
          <p:cNvSpPr/>
          <p:nvPr/>
        </p:nvSpPr>
        <p:spPr>
          <a:xfrm>
            <a:off x="252000" y="1520804"/>
            <a:ext cx="208800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324130" y="1952906"/>
            <a:ext cx="684076" cy="54006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1</a:t>
            </a:r>
          </a:p>
        </p:txBody>
      </p:sp>
      <p:sp>
        <p:nvSpPr>
          <p:cNvPr id="389" name="Rechteck 388"/>
          <p:cNvSpPr/>
          <p:nvPr/>
        </p:nvSpPr>
        <p:spPr>
          <a:xfrm>
            <a:off x="25164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coordinates [ ] = table filter ( source table, coordinates[ ], ... )</a:t>
            </a:r>
          </a:p>
        </p:txBody>
      </p:sp>
      <p:sp>
        <p:nvSpPr>
          <p:cNvPr id="47" name="Rechteck 46"/>
          <p:cNvSpPr/>
          <p:nvPr/>
        </p:nvSpPr>
        <p:spPr>
          <a:xfrm>
            <a:off x="1116218" y="2132926"/>
            <a:ext cx="648090" cy="7921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3</a:t>
            </a:r>
          </a:p>
        </p:txBody>
      </p:sp>
      <p:sp>
        <p:nvSpPr>
          <p:cNvPr id="54" name="Rechteck 53"/>
          <p:cNvSpPr/>
          <p:nvPr/>
        </p:nvSpPr>
        <p:spPr>
          <a:xfrm>
            <a:off x="1764290" y="1988910"/>
            <a:ext cx="360040" cy="432048"/>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a:p>
            <a:pPr algn="ctr"/>
            <a:r>
              <a:rPr lang="en-US" sz="700" dirty="0">
                <a:solidFill>
                  <a:schemeClr val="tx1"/>
                </a:solidFill>
              </a:rPr>
              <a:t>Sub</a:t>
            </a:r>
          </a:p>
          <a:p>
            <a:pPr algn="ctr"/>
            <a:r>
              <a:rPr lang="en-US" sz="700" dirty="0">
                <a:solidFill>
                  <a:schemeClr val="tx1"/>
                </a:solidFill>
              </a:rPr>
              <a:t>Table</a:t>
            </a:r>
          </a:p>
          <a:p>
            <a:pPr algn="ctr"/>
            <a:r>
              <a:rPr lang="en-US" sz="700" dirty="0">
                <a:solidFill>
                  <a:schemeClr val="tx1"/>
                </a:solidFill>
              </a:rPr>
              <a:t>2</a:t>
            </a:r>
          </a:p>
        </p:txBody>
      </p:sp>
      <p:sp>
        <p:nvSpPr>
          <p:cNvPr id="46" name="Rechteck 45"/>
          <p:cNvSpPr/>
          <p:nvPr/>
        </p:nvSpPr>
        <p:spPr>
          <a:xfrm>
            <a:off x="1116218" y="2204934"/>
            <a:ext cx="648090" cy="72010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 name="Rechteck 52"/>
          <p:cNvSpPr/>
          <p:nvPr/>
        </p:nvSpPr>
        <p:spPr>
          <a:xfrm>
            <a:off x="1764290" y="2060918"/>
            <a:ext cx="360040" cy="360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 name="Rechteck 27">
            <a:extLst>
              <a:ext uri="{FF2B5EF4-FFF2-40B4-BE49-F238E27FC236}">
                <a16:creationId xmlns:a16="http://schemas.microsoft.com/office/drawing/2014/main" id="{0BD2DAAF-816E-4AB1-865B-EA0246A8210C}"/>
              </a:ext>
            </a:extLst>
          </p:cNvPr>
          <p:cNvSpPr/>
          <p:nvPr/>
        </p:nvSpPr>
        <p:spPr>
          <a:xfrm>
            <a:off x="324130" y="2024914"/>
            <a:ext cx="684094" cy="46807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 name="Rechteck 30">
            <a:extLst>
              <a:ext uri="{FF2B5EF4-FFF2-40B4-BE49-F238E27FC236}">
                <a16:creationId xmlns:a16="http://schemas.microsoft.com/office/drawing/2014/main" id="{DBAEA524-C637-4882-B225-FF65B8598B17}"/>
              </a:ext>
            </a:extLst>
          </p:cNvPr>
          <p:cNvSpPr/>
          <p:nvPr/>
        </p:nvSpPr>
        <p:spPr>
          <a:xfrm>
            <a:off x="324130" y="2708990"/>
            <a:ext cx="684076" cy="36004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4</a:t>
            </a:r>
          </a:p>
        </p:txBody>
      </p:sp>
      <p:sp>
        <p:nvSpPr>
          <p:cNvPr id="32" name="Rechteck 31">
            <a:extLst>
              <a:ext uri="{FF2B5EF4-FFF2-40B4-BE49-F238E27FC236}">
                <a16:creationId xmlns:a16="http://schemas.microsoft.com/office/drawing/2014/main" id="{22A8BB9A-DB8D-4338-9D92-1D6ECFAB1EC9}"/>
              </a:ext>
            </a:extLst>
          </p:cNvPr>
          <p:cNvSpPr/>
          <p:nvPr/>
        </p:nvSpPr>
        <p:spPr>
          <a:xfrm>
            <a:off x="324130" y="2781056"/>
            <a:ext cx="684094" cy="2880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58" name="Rechteck 157">
            <a:extLst>
              <a:ext uri="{FF2B5EF4-FFF2-40B4-BE49-F238E27FC236}">
                <a16:creationId xmlns:a16="http://schemas.microsoft.com/office/drawing/2014/main" id="{FCC0FD70-A2A7-4659-ABFF-03725E9055FD}"/>
              </a:ext>
            </a:extLst>
          </p:cNvPr>
          <p:cNvSpPr/>
          <p:nvPr/>
        </p:nvSpPr>
        <p:spPr>
          <a:xfrm>
            <a:off x="540154" y="1700936"/>
            <a:ext cx="82809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start, y start)</a:t>
            </a:r>
          </a:p>
        </p:txBody>
      </p:sp>
      <p:cxnSp>
        <p:nvCxnSpPr>
          <p:cNvPr id="159" name="Gerade Verbindung mit Pfeil 158">
            <a:extLst>
              <a:ext uri="{FF2B5EF4-FFF2-40B4-BE49-F238E27FC236}">
                <a16:creationId xmlns:a16="http://schemas.microsoft.com/office/drawing/2014/main" id="{120419FD-3E78-46EC-8D99-54A03B2F26C7}"/>
              </a:ext>
            </a:extLst>
          </p:cNvPr>
          <p:cNvCxnSpPr>
            <a:cxnSpLocks/>
            <a:stCxn id="158" idx="1"/>
          </p:cNvCxnSpPr>
          <p:nvPr/>
        </p:nvCxnSpPr>
        <p:spPr>
          <a:xfrm flipH="1" flipV="1">
            <a:off x="324130" y="1628928"/>
            <a:ext cx="216024" cy="144018"/>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Gerade Verbindung mit Pfeil 159">
            <a:extLst>
              <a:ext uri="{FF2B5EF4-FFF2-40B4-BE49-F238E27FC236}">
                <a16:creationId xmlns:a16="http://schemas.microsoft.com/office/drawing/2014/main" id="{5FBD7359-304E-4C3E-B74B-C1BF48FB5ED2}"/>
              </a:ext>
            </a:extLst>
          </p:cNvPr>
          <p:cNvCxnSpPr>
            <a:cxnSpLocks/>
          </p:cNvCxnSpPr>
          <p:nvPr/>
        </p:nvCxnSpPr>
        <p:spPr>
          <a:xfrm flipH="1" flipV="1">
            <a:off x="1764290" y="2997080"/>
            <a:ext cx="108012" cy="144016"/>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Rechteck 160">
            <a:extLst>
              <a:ext uri="{FF2B5EF4-FFF2-40B4-BE49-F238E27FC236}">
                <a16:creationId xmlns:a16="http://schemas.microsoft.com/office/drawing/2014/main" id="{A1556F82-9C0F-4FCE-93E5-731710F51674}"/>
              </a:ext>
            </a:extLst>
          </p:cNvPr>
          <p:cNvSpPr/>
          <p:nvPr/>
        </p:nvSpPr>
        <p:spPr>
          <a:xfrm>
            <a:off x="1368246" y="3141096"/>
            <a:ext cx="64807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end, y end)</a:t>
            </a:r>
          </a:p>
        </p:txBody>
      </p:sp>
      <p:sp>
        <p:nvSpPr>
          <p:cNvPr id="162" name="Rechteck 161">
            <a:extLst>
              <a:ext uri="{FF2B5EF4-FFF2-40B4-BE49-F238E27FC236}">
                <a16:creationId xmlns:a16="http://schemas.microsoft.com/office/drawing/2014/main" id="{D58968BA-ACE2-45D9-99A7-E25856235E39}"/>
              </a:ext>
            </a:extLst>
          </p:cNvPr>
          <p:cNvSpPr/>
          <p:nvPr/>
        </p:nvSpPr>
        <p:spPr>
          <a:xfrm>
            <a:off x="252122" y="3393124"/>
            <a:ext cx="2088232" cy="71995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the coordinates of the tables</a:t>
            </a:r>
            <a:br>
              <a:rPr lang="en-US" sz="1000" dirty="0">
                <a:solidFill>
                  <a:schemeClr val="tx1"/>
                </a:solidFill>
              </a:rPr>
            </a:br>
            <a:r>
              <a:rPr lang="en-US" sz="1000" dirty="0">
                <a:solidFill>
                  <a:schemeClr val="tx1"/>
                </a:solidFill>
              </a:rPr>
              <a:t>which are entirely inside the gray</a:t>
            </a:r>
          </a:p>
          <a:p>
            <a:r>
              <a:rPr lang="en-US" sz="1000" dirty="0">
                <a:solidFill>
                  <a:schemeClr val="tx1"/>
                </a:solidFill>
              </a:rPr>
              <a:t>table will pass.</a:t>
            </a:r>
          </a:p>
        </p:txBody>
      </p:sp>
      <p:sp>
        <p:nvSpPr>
          <p:cNvPr id="164" name="Rechteck 163">
            <a:extLst>
              <a:ext uri="{FF2B5EF4-FFF2-40B4-BE49-F238E27FC236}">
                <a16:creationId xmlns:a16="http://schemas.microsoft.com/office/drawing/2014/main" id="{19A9589F-F471-48F0-8E94-F973153F4DDA}"/>
              </a:ext>
            </a:extLst>
          </p:cNvPr>
          <p:cNvSpPr/>
          <p:nvPr/>
        </p:nvSpPr>
        <p:spPr>
          <a:xfrm>
            <a:off x="2556098" y="1628986"/>
            <a:ext cx="1440160" cy="136821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165" name="Rechteck 164">
            <a:extLst>
              <a:ext uri="{FF2B5EF4-FFF2-40B4-BE49-F238E27FC236}">
                <a16:creationId xmlns:a16="http://schemas.microsoft.com/office/drawing/2014/main" id="{7D5261A7-004E-4D8C-80B6-D727042F1B91}"/>
              </a:ext>
            </a:extLst>
          </p:cNvPr>
          <p:cNvSpPr/>
          <p:nvPr/>
        </p:nvSpPr>
        <p:spPr>
          <a:xfrm>
            <a:off x="2483968" y="13769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6</a:t>
            </a:r>
            <a:r>
              <a:rPr lang="en-US" sz="1000" baseline="30000" dirty="0">
                <a:solidFill>
                  <a:schemeClr val="tx1"/>
                </a:solidFill>
              </a:rPr>
              <a:t>th</a:t>
            </a:r>
            <a:r>
              <a:rPr lang="en-US" sz="1000" dirty="0">
                <a:solidFill>
                  <a:schemeClr val="tx1"/>
                </a:solidFill>
              </a:rPr>
              <a:t> Parameter "Overlay Area" filter</a:t>
            </a:r>
          </a:p>
        </p:txBody>
      </p:sp>
      <p:sp>
        <p:nvSpPr>
          <p:cNvPr id="166" name="Rechteck 165">
            <a:extLst>
              <a:ext uri="{FF2B5EF4-FFF2-40B4-BE49-F238E27FC236}">
                <a16:creationId xmlns:a16="http://schemas.microsoft.com/office/drawing/2014/main" id="{DF8E35BF-82A5-4B0F-AA91-76AC0BCBA3BF}"/>
              </a:ext>
            </a:extLst>
          </p:cNvPr>
          <p:cNvSpPr/>
          <p:nvPr/>
        </p:nvSpPr>
        <p:spPr>
          <a:xfrm>
            <a:off x="2483968" y="1520920"/>
            <a:ext cx="208800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7" name="Rechteck 166">
            <a:extLst>
              <a:ext uri="{FF2B5EF4-FFF2-40B4-BE49-F238E27FC236}">
                <a16:creationId xmlns:a16="http://schemas.microsoft.com/office/drawing/2014/main" id="{8E5DB688-8228-464A-BF65-3070DF952D01}"/>
              </a:ext>
            </a:extLst>
          </p:cNvPr>
          <p:cNvSpPr/>
          <p:nvPr/>
        </p:nvSpPr>
        <p:spPr>
          <a:xfrm>
            <a:off x="2556098" y="1953022"/>
            <a:ext cx="684076" cy="54006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1</a:t>
            </a:r>
          </a:p>
        </p:txBody>
      </p:sp>
      <p:sp>
        <p:nvSpPr>
          <p:cNvPr id="168" name="Rechteck 167">
            <a:extLst>
              <a:ext uri="{FF2B5EF4-FFF2-40B4-BE49-F238E27FC236}">
                <a16:creationId xmlns:a16="http://schemas.microsoft.com/office/drawing/2014/main" id="{AAC74941-F71E-40EB-AD3F-11D6012ED15B}"/>
              </a:ext>
            </a:extLst>
          </p:cNvPr>
          <p:cNvSpPr/>
          <p:nvPr/>
        </p:nvSpPr>
        <p:spPr>
          <a:xfrm>
            <a:off x="3348186" y="2133042"/>
            <a:ext cx="648090" cy="7921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3</a:t>
            </a:r>
          </a:p>
        </p:txBody>
      </p:sp>
      <p:sp>
        <p:nvSpPr>
          <p:cNvPr id="169" name="Rechteck 168">
            <a:extLst>
              <a:ext uri="{FF2B5EF4-FFF2-40B4-BE49-F238E27FC236}">
                <a16:creationId xmlns:a16="http://schemas.microsoft.com/office/drawing/2014/main" id="{0F166318-0594-4C64-8473-2A93A1CCCA69}"/>
              </a:ext>
            </a:extLst>
          </p:cNvPr>
          <p:cNvSpPr/>
          <p:nvPr/>
        </p:nvSpPr>
        <p:spPr>
          <a:xfrm>
            <a:off x="3996258" y="1989026"/>
            <a:ext cx="360040" cy="432048"/>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a:p>
            <a:pPr algn="ctr"/>
            <a:r>
              <a:rPr lang="en-US" sz="700" dirty="0">
                <a:solidFill>
                  <a:schemeClr val="tx1"/>
                </a:solidFill>
              </a:rPr>
              <a:t>Sub</a:t>
            </a:r>
          </a:p>
          <a:p>
            <a:pPr algn="ctr"/>
            <a:r>
              <a:rPr lang="en-US" sz="700" dirty="0">
                <a:solidFill>
                  <a:schemeClr val="tx1"/>
                </a:solidFill>
              </a:rPr>
              <a:t>Table</a:t>
            </a:r>
          </a:p>
          <a:p>
            <a:pPr algn="ctr"/>
            <a:r>
              <a:rPr lang="en-US" sz="700" dirty="0">
                <a:solidFill>
                  <a:schemeClr val="tx1"/>
                </a:solidFill>
              </a:rPr>
              <a:t>2</a:t>
            </a:r>
          </a:p>
        </p:txBody>
      </p:sp>
      <p:sp>
        <p:nvSpPr>
          <p:cNvPr id="170" name="Rechteck 169">
            <a:extLst>
              <a:ext uri="{FF2B5EF4-FFF2-40B4-BE49-F238E27FC236}">
                <a16:creationId xmlns:a16="http://schemas.microsoft.com/office/drawing/2014/main" id="{8DE0683A-CCF8-4D61-95CC-0FE8DEBE68AC}"/>
              </a:ext>
            </a:extLst>
          </p:cNvPr>
          <p:cNvSpPr/>
          <p:nvPr/>
        </p:nvSpPr>
        <p:spPr>
          <a:xfrm>
            <a:off x="3348186" y="2205050"/>
            <a:ext cx="648090" cy="72010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1" name="Rechteck 170">
            <a:extLst>
              <a:ext uri="{FF2B5EF4-FFF2-40B4-BE49-F238E27FC236}">
                <a16:creationId xmlns:a16="http://schemas.microsoft.com/office/drawing/2014/main" id="{702D65F6-13AB-48E5-A894-9FF405D77467}"/>
              </a:ext>
            </a:extLst>
          </p:cNvPr>
          <p:cNvSpPr/>
          <p:nvPr/>
        </p:nvSpPr>
        <p:spPr>
          <a:xfrm>
            <a:off x="3996258" y="2061034"/>
            <a:ext cx="360040" cy="360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2" name="Rechteck 171">
            <a:extLst>
              <a:ext uri="{FF2B5EF4-FFF2-40B4-BE49-F238E27FC236}">
                <a16:creationId xmlns:a16="http://schemas.microsoft.com/office/drawing/2014/main" id="{0345E048-BCE7-43D5-B713-0E8178EA6773}"/>
              </a:ext>
            </a:extLst>
          </p:cNvPr>
          <p:cNvSpPr/>
          <p:nvPr/>
        </p:nvSpPr>
        <p:spPr>
          <a:xfrm>
            <a:off x="2556098" y="2025030"/>
            <a:ext cx="684094" cy="46807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3" name="Rechteck 172">
            <a:extLst>
              <a:ext uri="{FF2B5EF4-FFF2-40B4-BE49-F238E27FC236}">
                <a16:creationId xmlns:a16="http://schemas.microsoft.com/office/drawing/2014/main" id="{24B46C2E-53EA-407C-9EFB-777D46EF255E}"/>
              </a:ext>
            </a:extLst>
          </p:cNvPr>
          <p:cNvSpPr/>
          <p:nvPr/>
        </p:nvSpPr>
        <p:spPr>
          <a:xfrm>
            <a:off x="2556098" y="2709106"/>
            <a:ext cx="684076" cy="36004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4</a:t>
            </a:r>
          </a:p>
        </p:txBody>
      </p:sp>
      <p:sp>
        <p:nvSpPr>
          <p:cNvPr id="174" name="Rechteck 173">
            <a:extLst>
              <a:ext uri="{FF2B5EF4-FFF2-40B4-BE49-F238E27FC236}">
                <a16:creationId xmlns:a16="http://schemas.microsoft.com/office/drawing/2014/main" id="{F96BFB8A-F51E-43F7-AB4C-C3924CF45C11}"/>
              </a:ext>
            </a:extLst>
          </p:cNvPr>
          <p:cNvSpPr/>
          <p:nvPr/>
        </p:nvSpPr>
        <p:spPr>
          <a:xfrm>
            <a:off x="2556098" y="2781172"/>
            <a:ext cx="684094" cy="2880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5" name="Rechteck 174">
            <a:extLst>
              <a:ext uri="{FF2B5EF4-FFF2-40B4-BE49-F238E27FC236}">
                <a16:creationId xmlns:a16="http://schemas.microsoft.com/office/drawing/2014/main" id="{93508877-4445-49D2-A10D-94824EADAC7A}"/>
              </a:ext>
            </a:extLst>
          </p:cNvPr>
          <p:cNvSpPr/>
          <p:nvPr/>
        </p:nvSpPr>
        <p:spPr>
          <a:xfrm>
            <a:off x="2772122" y="1701052"/>
            <a:ext cx="82809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start, y start)</a:t>
            </a:r>
          </a:p>
        </p:txBody>
      </p:sp>
      <p:cxnSp>
        <p:nvCxnSpPr>
          <p:cNvPr id="176" name="Gerade Verbindung mit Pfeil 175">
            <a:extLst>
              <a:ext uri="{FF2B5EF4-FFF2-40B4-BE49-F238E27FC236}">
                <a16:creationId xmlns:a16="http://schemas.microsoft.com/office/drawing/2014/main" id="{8D8E422C-E636-448B-8863-F20259F2B3F4}"/>
              </a:ext>
            </a:extLst>
          </p:cNvPr>
          <p:cNvCxnSpPr>
            <a:cxnSpLocks/>
            <a:stCxn id="175" idx="1"/>
          </p:cNvCxnSpPr>
          <p:nvPr/>
        </p:nvCxnSpPr>
        <p:spPr>
          <a:xfrm flipH="1" flipV="1">
            <a:off x="2556098" y="1629044"/>
            <a:ext cx="216024" cy="144018"/>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7" name="Gerade Verbindung mit Pfeil 176">
            <a:extLst>
              <a:ext uri="{FF2B5EF4-FFF2-40B4-BE49-F238E27FC236}">
                <a16:creationId xmlns:a16="http://schemas.microsoft.com/office/drawing/2014/main" id="{65ABAC44-8971-4DB7-8C38-3CF5A0B9910B}"/>
              </a:ext>
            </a:extLst>
          </p:cNvPr>
          <p:cNvCxnSpPr>
            <a:cxnSpLocks/>
          </p:cNvCxnSpPr>
          <p:nvPr/>
        </p:nvCxnSpPr>
        <p:spPr>
          <a:xfrm flipH="1" flipV="1">
            <a:off x="3996258" y="2997196"/>
            <a:ext cx="108012" cy="144016"/>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178" name="Rechteck 177">
            <a:extLst>
              <a:ext uri="{FF2B5EF4-FFF2-40B4-BE49-F238E27FC236}">
                <a16:creationId xmlns:a16="http://schemas.microsoft.com/office/drawing/2014/main" id="{107A8E4F-A899-48F5-96A9-5C9F09D9C996}"/>
              </a:ext>
            </a:extLst>
          </p:cNvPr>
          <p:cNvSpPr/>
          <p:nvPr/>
        </p:nvSpPr>
        <p:spPr>
          <a:xfrm>
            <a:off x="3600214" y="3141212"/>
            <a:ext cx="64807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end, y end)</a:t>
            </a:r>
          </a:p>
        </p:txBody>
      </p:sp>
      <p:sp>
        <p:nvSpPr>
          <p:cNvPr id="179" name="Rechteck 178">
            <a:extLst>
              <a:ext uri="{FF2B5EF4-FFF2-40B4-BE49-F238E27FC236}">
                <a16:creationId xmlns:a16="http://schemas.microsoft.com/office/drawing/2014/main" id="{89FE5407-E96D-4392-948A-842F7A57A0DC}"/>
              </a:ext>
            </a:extLst>
          </p:cNvPr>
          <p:cNvSpPr/>
          <p:nvPr/>
        </p:nvSpPr>
        <p:spPr>
          <a:xfrm>
            <a:off x="2483768" y="3393124"/>
            <a:ext cx="2088232" cy="71995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the coordinates of the tables</a:t>
            </a:r>
            <a:br>
              <a:rPr lang="en-US" sz="1000" dirty="0">
                <a:solidFill>
                  <a:schemeClr val="tx1"/>
                </a:solidFill>
              </a:rPr>
            </a:br>
            <a:r>
              <a:rPr lang="en-US" sz="1000" dirty="0">
                <a:solidFill>
                  <a:schemeClr val="tx1"/>
                </a:solidFill>
              </a:rPr>
              <a:t>which do at least partially overlay the</a:t>
            </a:r>
            <a:br>
              <a:rPr lang="en-US" sz="1000" dirty="0">
                <a:solidFill>
                  <a:schemeClr val="tx1"/>
                </a:solidFill>
              </a:rPr>
            </a:br>
            <a:r>
              <a:rPr lang="en-US" sz="1000" dirty="0">
                <a:solidFill>
                  <a:schemeClr val="tx1"/>
                </a:solidFill>
              </a:rPr>
              <a:t>specified range will pass.</a:t>
            </a:r>
          </a:p>
        </p:txBody>
      </p:sp>
      <p:sp>
        <p:nvSpPr>
          <p:cNvPr id="196" name="Rechteck 195">
            <a:extLst>
              <a:ext uri="{FF2B5EF4-FFF2-40B4-BE49-F238E27FC236}">
                <a16:creationId xmlns:a16="http://schemas.microsoft.com/office/drawing/2014/main" id="{13D417A4-42A6-4CA5-88FA-9C0FE429A6CD}"/>
              </a:ext>
            </a:extLst>
          </p:cNvPr>
          <p:cNvSpPr/>
          <p:nvPr/>
        </p:nvSpPr>
        <p:spPr>
          <a:xfrm>
            <a:off x="4716016" y="1376772"/>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7</a:t>
            </a:r>
            <a:r>
              <a:rPr lang="en-US" sz="1000" baseline="30000" dirty="0">
                <a:solidFill>
                  <a:schemeClr val="tx1"/>
                </a:solidFill>
              </a:rPr>
              <a:t>th</a:t>
            </a:r>
            <a:r>
              <a:rPr lang="en-US" sz="1000" dirty="0">
                <a:solidFill>
                  <a:schemeClr val="tx1"/>
                </a:solidFill>
              </a:rPr>
              <a:t> Parameter "Size" filter</a:t>
            </a:r>
          </a:p>
        </p:txBody>
      </p:sp>
      <p:sp>
        <p:nvSpPr>
          <p:cNvPr id="197" name="Rechteck 196">
            <a:extLst>
              <a:ext uri="{FF2B5EF4-FFF2-40B4-BE49-F238E27FC236}">
                <a16:creationId xmlns:a16="http://schemas.microsoft.com/office/drawing/2014/main" id="{4E28D2DF-644E-40FA-9670-A03E25268D02}"/>
              </a:ext>
            </a:extLst>
          </p:cNvPr>
          <p:cNvSpPr/>
          <p:nvPr/>
        </p:nvSpPr>
        <p:spPr>
          <a:xfrm>
            <a:off x="4716016" y="1520792"/>
            <a:ext cx="208800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98" name="Rechteck 197">
            <a:extLst>
              <a:ext uri="{FF2B5EF4-FFF2-40B4-BE49-F238E27FC236}">
                <a16:creationId xmlns:a16="http://schemas.microsoft.com/office/drawing/2014/main" id="{D40106D6-CC60-4E3C-AA84-937DC1875658}"/>
              </a:ext>
            </a:extLst>
          </p:cNvPr>
          <p:cNvSpPr/>
          <p:nvPr/>
        </p:nvSpPr>
        <p:spPr>
          <a:xfrm>
            <a:off x="4788146" y="1952894"/>
            <a:ext cx="684076" cy="54006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1</a:t>
            </a:r>
          </a:p>
        </p:txBody>
      </p:sp>
      <p:sp>
        <p:nvSpPr>
          <p:cNvPr id="199" name="Rechteck 198">
            <a:extLst>
              <a:ext uri="{FF2B5EF4-FFF2-40B4-BE49-F238E27FC236}">
                <a16:creationId xmlns:a16="http://schemas.microsoft.com/office/drawing/2014/main" id="{33480A47-FC87-4C77-9B69-3C087735DB56}"/>
              </a:ext>
            </a:extLst>
          </p:cNvPr>
          <p:cNvSpPr/>
          <p:nvPr/>
        </p:nvSpPr>
        <p:spPr>
          <a:xfrm>
            <a:off x="5580234" y="2132914"/>
            <a:ext cx="648090" cy="7921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3</a:t>
            </a:r>
          </a:p>
        </p:txBody>
      </p:sp>
      <p:sp>
        <p:nvSpPr>
          <p:cNvPr id="200" name="Rechteck 199">
            <a:extLst>
              <a:ext uri="{FF2B5EF4-FFF2-40B4-BE49-F238E27FC236}">
                <a16:creationId xmlns:a16="http://schemas.microsoft.com/office/drawing/2014/main" id="{320C7300-E703-416B-977F-3C03EFC76447}"/>
              </a:ext>
            </a:extLst>
          </p:cNvPr>
          <p:cNvSpPr/>
          <p:nvPr/>
        </p:nvSpPr>
        <p:spPr>
          <a:xfrm>
            <a:off x="6228306" y="1988898"/>
            <a:ext cx="360040" cy="432048"/>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a:p>
            <a:pPr algn="ctr"/>
            <a:r>
              <a:rPr lang="en-US" sz="700" dirty="0">
                <a:solidFill>
                  <a:schemeClr val="tx1"/>
                </a:solidFill>
              </a:rPr>
              <a:t>Sub</a:t>
            </a:r>
          </a:p>
          <a:p>
            <a:pPr algn="ctr"/>
            <a:r>
              <a:rPr lang="en-US" sz="700" dirty="0">
                <a:solidFill>
                  <a:schemeClr val="tx1"/>
                </a:solidFill>
              </a:rPr>
              <a:t>Table</a:t>
            </a:r>
          </a:p>
          <a:p>
            <a:pPr algn="ctr"/>
            <a:r>
              <a:rPr lang="en-US" sz="700" dirty="0">
                <a:solidFill>
                  <a:schemeClr val="tx1"/>
                </a:solidFill>
              </a:rPr>
              <a:t>2</a:t>
            </a:r>
          </a:p>
        </p:txBody>
      </p:sp>
      <p:sp>
        <p:nvSpPr>
          <p:cNvPr id="201" name="Rechteck 200">
            <a:extLst>
              <a:ext uri="{FF2B5EF4-FFF2-40B4-BE49-F238E27FC236}">
                <a16:creationId xmlns:a16="http://schemas.microsoft.com/office/drawing/2014/main" id="{B2EE3F56-61AD-4BDD-9281-B21854E59B77}"/>
              </a:ext>
            </a:extLst>
          </p:cNvPr>
          <p:cNvSpPr/>
          <p:nvPr/>
        </p:nvSpPr>
        <p:spPr>
          <a:xfrm>
            <a:off x="5580234" y="2204922"/>
            <a:ext cx="648090" cy="72010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2" name="Rechteck 201">
            <a:extLst>
              <a:ext uri="{FF2B5EF4-FFF2-40B4-BE49-F238E27FC236}">
                <a16:creationId xmlns:a16="http://schemas.microsoft.com/office/drawing/2014/main" id="{715E3F49-23AE-4435-BF85-0C0C95AF663E}"/>
              </a:ext>
            </a:extLst>
          </p:cNvPr>
          <p:cNvSpPr/>
          <p:nvPr/>
        </p:nvSpPr>
        <p:spPr>
          <a:xfrm>
            <a:off x="6228306" y="2060906"/>
            <a:ext cx="360040" cy="360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3" name="Rechteck 202">
            <a:extLst>
              <a:ext uri="{FF2B5EF4-FFF2-40B4-BE49-F238E27FC236}">
                <a16:creationId xmlns:a16="http://schemas.microsoft.com/office/drawing/2014/main" id="{F03443EF-92EC-476C-A2F8-D44D978BFBA6}"/>
              </a:ext>
            </a:extLst>
          </p:cNvPr>
          <p:cNvSpPr/>
          <p:nvPr/>
        </p:nvSpPr>
        <p:spPr>
          <a:xfrm>
            <a:off x="4788146" y="2024902"/>
            <a:ext cx="684094" cy="46807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4" name="Rechteck 203">
            <a:extLst>
              <a:ext uri="{FF2B5EF4-FFF2-40B4-BE49-F238E27FC236}">
                <a16:creationId xmlns:a16="http://schemas.microsoft.com/office/drawing/2014/main" id="{6F493D9E-1505-44C8-A3C0-6A27086E6B97}"/>
              </a:ext>
            </a:extLst>
          </p:cNvPr>
          <p:cNvSpPr/>
          <p:nvPr/>
        </p:nvSpPr>
        <p:spPr>
          <a:xfrm>
            <a:off x="4788146" y="2708978"/>
            <a:ext cx="684076" cy="36004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4</a:t>
            </a:r>
          </a:p>
        </p:txBody>
      </p:sp>
      <p:sp>
        <p:nvSpPr>
          <p:cNvPr id="205" name="Rechteck 204">
            <a:extLst>
              <a:ext uri="{FF2B5EF4-FFF2-40B4-BE49-F238E27FC236}">
                <a16:creationId xmlns:a16="http://schemas.microsoft.com/office/drawing/2014/main" id="{794A7860-A2FA-4214-9305-1BDB4E63469A}"/>
              </a:ext>
            </a:extLst>
          </p:cNvPr>
          <p:cNvSpPr/>
          <p:nvPr/>
        </p:nvSpPr>
        <p:spPr>
          <a:xfrm>
            <a:off x="4788146" y="2781044"/>
            <a:ext cx="684094" cy="2880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0" name="Rechteck 209">
            <a:extLst>
              <a:ext uri="{FF2B5EF4-FFF2-40B4-BE49-F238E27FC236}">
                <a16:creationId xmlns:a16="http://schemas.microsoft.com/office/drawing/2014/main" id="{A47A0C80-4F10-4BB8-966C-9A5396BA3A27}"/>
              </a:ext>
            </a:extLst>
          </p:cNvPr>
          <p:cNvSpPr/>
          <p:nvPr/>
        </p:nvSpPr>
        <p:spPr>
          <a:xfrm>
            <a:off x="7200372" y="1556920"/>
            <a:ext cx="504000" cy="504000"/>
          </a:xfrm>
          <a:prstGeom prst="rect">
            <a:avLst/>
          </a:prstGeom>
          <a:solidFill>
            <a:schemeClr val="bg1">
              <a:lumMod val="95000"/>
            </a:scheme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cxnSp>
        <p:nvCxnSpPr>
          <p:cNvPr id="214" name="Gerade Verbindung mit Pfeil 213">
            <a:extLst>
              <a:ext uri="{FF2B5EF4-FFF2-40B4-BE49-F238E27FC236}">
                <a16:creationId xmlns:a16="http://schemas.microsoft.com/office/drawing/2014/main" id="{601DB4A0-8EF6-4314-98AE-16CFD05AA716}"/>
              </a:ext>
            </a:extLst>
          </p:cNvPr>
          <p:cNvCxnSpPr>
            <a:cxnSpLocks/>
          </p:cNvCxnSpPr>
          <p:nvPr/>
        </p:nvCxnSpPr>
        <p:spPr>
          <a:xfrm flipV="1">
            <a:off x="7272300" y="2060920"/>
            <a:ext cx="432072" cy="360096"/>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215" name="Rechteck 214">
            <a:extLst>
              <a:ext uri="{FF2B5EF4-FFF2-40B4-BE49-F238E27FC236}">
                <a16:creationId xmlns:a16="http://schemas.microsoft.com/office/drawing/2014/main" id="{B67112AE-71AF-425A-854B-95F6656EEE8E}"/>
              </a:ext>
            </a:extLst>
          </p:cNvPr>
          <p:cNvSpPr/>
          <p:nvPr/>
        </p:nvSpPr>
        <p:spPr>
          <a:xfrm>
            <a:off x="7164288" y="2421016"/>
            <a:ext cx="64807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min, y min)</a:t>
            </a:r>
          </a:p>
        </p:txBody>
      </p:sp>
      <p:cxnSp>
        <p:nvCxnSpPr>
          <p:cNvPr id="216" name="Gerade Verbindung mit Pfeil 215">
            <a:extLst>
              <a:ext uri="{FF2B5EF4-FFF2-40B4-BE49-F238E27FC236}">
                <a16:creationId xmlns:a16="http://schemas.microsoft.com/office/drawing/2014/main" id="{741B7815-7B4F-4E77-959A-C197FE346A86}"/>
              </a:ext>
            </a:extLst>
          </p:cNvPr>
          <p:cNvCxnSpPr>
            <a:cxnSpLocks/>
          </p:cNvCxnSpPr>
          <p:nvPr/>
        </p:nvCxnSpPr>
        <p:spPr>
          <a:xfrm flipV="1">
            <a:off x="7776356" y="2204992"/>
            <a:ext cx="216024" cy="432044"/>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217" name="Rechteck 216">
            <a:extLst>
              <a:ext uri="{FF2B5EF4-FFF2-40B4-BE49-F238E27FC236}">
                <a16:creationId xmlns:a16="http://schemas.microsoft.com/office/drawing/2014/main" id="{D39727EC-99BF-4428-9988-8A39221C2E84}"/>
              </a:ext>
            </a:extLst>
          </p:cNvPr>
          <p:cNvSpPr/>
          <p:nvPr/>
        </p:nvSpPr>
        <p:spPr>
          <a:xfrm>
            <a:off x="7452320" y="2673040"/>
            <a:ext cx="64807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max, y ,ax)</a:t>
            </a:r>
          </a:p>
        </p:txBody>
      </p:sp>
      <p:sp>
        <p:nvSpPr>
          <p:cNvPr id="218" name="Rechteck 217">
            <a:extLst>
              <a:ext uri="{FF2B5EF4-FFF2-40B4-BE49-F238E27FC236}">
                <a16:creationId xmlns:a16="http://schemas.microsoft.com/office/drawing/2014/main" id="{D093F0AF-605B-4258-A578-34C7B22F1969}"/>
              </a:ext>
            </a:extLst>
          </p:cNvPr>
          <p:cNvSpPr/>
          <p:nvPr/>
        </p:nvSpPr>
        <p:spPr>
          <a:xfrm>
            <a:off x="6228016" y="1989104"/>
            <a:ext cx="792000" cy="648000"/>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219" name="Rechteck 218">
            <a:extLst>
              <a:ext uri="{FF2B5EF4-FFF2-40B4-BE49-F238E27FC236}">
                <a16:creationId xmlns:a16="http://schemas.microsoft.com/office/drawing/2014/main" id="{7DF6777F-B278-45FD-9B25-51B367CE97E6}"/>
              </a:ext>
            </a:extLst>
          </p:cNvPr>
          <p:cNvSpPr/>
          <p:nvPr/>
        </p:nvSpPr>
        <p:spPr>
          <a:xfrm>
            <a:off x="6228016" y="1989104"/>
            <a:ext cx="504000" cy="504000"/>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221" name="Rechteck 220">
            <a:extLst>
              <a:ext uri="{FF2B5EF4-FFF2-40B4-BE49-F238E27FC236}">
                <a16:creationId xmlns:a16="http://schemas.microsoft.com/office/drawing/2014/main" id="{68CF799F-CEBA-4DE6-8BBB-D69EE7D85B96}"/>
              </a:ext>
            </a:extLst>
          </p:cNvPr>
          <p:cNvSpPr/>
          <p:nvPr/>
        </p:nvSpPr>
        <p:spPr>
          <a:xfrm>
            <a:off x="5580016" y="2133104"/>
            <a:ext cx="504000" cy="504000"/>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220" name="Rechteck 219">
            <a:extLst>
              <a:ext uri="{FF2B5EF4-FFF2-40B4-BE49-F238E27FC236}">
                <a16:creationId xmlns:a16="http://schemas.microsoft.com/office/drawing/2014/main" id="{8FDA29D1-0A3D-42FD-9D5E-13E620498EFA}"/>
              </a:ext>
            </a:extLst>
          </p:cNvPr>
          <p:cNvSpPr/>
          <p:nvPr/>
        </p:nvSpPr>
        <p:spPr>
          <a:xfrm>
            <a:off x="5580016" y="2133104"/>
            <a:ext cx="792000" cy="648000"/>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222" name="Rechteck 221">
            <a:extLst>
              <a:ext uri="{FF2B5EF4-FFF2-40B4-BE49-F238E27FC236}">
                <a16:creationId xmlns:a16="http://schemas.microsoft.com/office/drawing/2014/main" id="{31E80ED4-F1B7-4F76-AF1F-E834ADBA3928}"/>
              </a:ext>
            </a:extLst>
          </p:cNvPr>
          <p:cNvSpPr/>
          <p:nvPr/>
        </p:nvSpPr>
        <p:spPr>
          <a:xfrm>
            <a:off x="4788016" y="1952964"/>
            <a:ext cx="504000" cy="504000"/>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223" name="Rechteck 222">
            <a:extLst>
              <a:ext uri="{FF2B5EF4-FFF2-40B4-BE49-F238E27FC236}">
                <a16:creationId xmlns:a16="http://schemas.microsoft.com/office/drawing/2014/main" id="{1061FD5B-2261-4AF5-A28B-E83CD7A30085}"/>
              </a:ext>
            </a:extLst>
          </p:cNvPr>
          <p:cNvSpPr/>
          <p:nvPr/>
        </p:nvSpPr>
        <p:spPr>
          <a:xfrm>
            <a:off x="4788016" y="1952964"/>
            <a:ext cx="792000" cy="648000"/>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224" name="Rechteck 223">
            <a:extLst>
              <a:ext uri="{FF2B5EF4-FFF2-40B4-BE49-F238E27FC236}">
                <a16:creationId xmlns:a16="http://schemas.microsoft.com/office/drawing/2014/main" id="{40440876-1672-4386-B11C-B6FC08DEF0D4}"/>
              </a:ext>
            </a:extLst>
          </p:cNvPr>
          <p:cNvSpPr/>
          <p:nvPr/>
        </p:nvSpPr>
        <p:spPr>
          <a:xfrm>
            <a:off x="4788104" y="2709048"/>
            <a:ext cx="792000" cy="648000"/>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225" name="Rechteck 224">
            <a:extLst>
              <a:ext uri="{FF2B5EF4-FFF2-40B4-BE49-F238E27FC236}">
                <a16:creationId xmlns:a16="http://schemas.microsoft.com/office/drawing/2014/main" id="{478F2AF7-B7C2-4706-9BD3-D396877D2861}"/>
              </a:ext>
            </a:extLst>
          </p:cNvPr>
          <p:cNvSpPr/>
          <p:nvPr/>
        </p:nvSpPr>
        <p:spPr>
          <a:xfrm>
            <a:off x="4788104" y="2709048"/>
            <a:ext cx="504000" cy="504000"/>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226" name="Rechteck 225">
            <a:extLst>
              <a:ext uri="{FF2B5EF4-FFF2-40B4-BE49-F238E27FC236}">
                <a16:creationId xmlns:a16="http://schemas.microsoft.com/office/drawing/2014/main" id="{A3BB05B4-BDC2-4BC2-A79B-6B67EB1A9F68}"/>
              </a:ext>
            </a:extLst>
          </p:cNvPr>
          <p:cNvSpPr/>
          <p:nvPr/>
        </p:nvSpPr>
        <p:spPr>
          <a:xfrm>
            <a:off x="4716016" y="3393124"/>
            <a:ext cx="2088232" cy="71995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dirty="0">
                <a:solidFill>
                  <a:schemeClr val="tx1"/>
                </a:solidFill>
              </a:rPr>
              <a:t>Only the tables with lengths inside</a:t>
            </a:r>
          </a:p>
          <a:p>
            <a:r>
              <a:rPr lang="en-US" sz="1000" dirty="0" err="1">
                <a:solidFill>
                  <a:schemeClr val="tx1"/>
                </a:solidFill>
              </a:rPr>
              <a:t>y_min</a:t>
            </a:r>
            <a:r>
              <a:rPr lang="en-US" sz="1000" dirty="0">
                <a:solidFill>
                  <a:schemeClr val="tx1"/>
                </a:solidFill>
              </a:rPr>
              <a:t> ... </a:t>
            </a:r>
            <a:r>
              <a:rPr lang="en-US" sz="1000" dirty="0" err="1">
                <a:solidFill>
                  <a:schemeClr val="tx1"/>
                </a:solidFill>
              </a:rPr>
              <a:t>y_max</a:t>
            </a:r>
            <a:r>
              <a:rPr lang="en-US" sz="1000" dirty="0">
                <a:solidFill>
                  <a:schemeClr val="tx1"/>
                </a:solidFill>
              </a:rPr>
              <a:t> range and widths</a:t>
            </a:r>
            <a:br>
              <a:rPr lang="en-US" sz="1000" dirty="0">
                <a:solidFill>
                  <a:schemeClr val="tx1"/>
                </a:solidFill>
              </a:rPr>
            </a:br>
            <a:r>
              <a:rPr lang="en-US" sz="1000" dirty="0">
                <a:solidFill>
                  <a:schemeClr val="tx1"/>
                </a:solidFill>
              </a:rPr>
              <a:t>inside </a:t>
            </a:r>
            <a:r>
              <a:rPr lang="en-US" sz="1000" dirty="0" err="1">
                <a:solidFill>
                  <a:schemeClr val="tx1"/>
                </a:solidFill>
              </a:rPr>
              <a:t>x_min</a:t>
            </a:r>
            <a:r>
              <a:rPr lang="en-US" sz="1000" dirty="0">
                <a:solidFill>
                  <a:schemeClr val="tx1"/>
                </a:solidFill>
              </a:rPr>
              <a:t> ... </a:t>
            </a:r>
            <a:r>
              <a:rPr lang="en-US" sz="1000" dirty="0" err="1">
                <a:solidFill>
                  <a:schemeClr val="tx1"/>
                </a:solidFill>
              </a:rPr>
              <a:t>x_max</a:t>
            </a:r>
            <a:r>
              <a:rPr lang="en-US" sz="1000" dirty="0">
                <a:solidFill>
                  <a:schemeClr val="tx1"/>
                </a:solidFill>
              </a:rPr>
              <a:t> range are</a:t>
            </a:r>
          </a:p>
          <a:p>
            <a:r>
              <a:rPr lang="en-US" sz="1000" dirty="0">
                <a:solidFill>
                  <a:schemeClr val="tx1"/>
                </a:solidFill>
              </a:rPr>
              <a:t>passed.</a:t>
            </a:r>
          </a:p>
        </p:txBody>
      </p:sp>
      <p:sp>
        <p:nvSpPr>
          <p:cNvPr id="3" name="Ellipse 2">
            <a:extLst>
              <a:ext uri="{FF2B5EF4-FFF2-40B4-BE49-F238E27FC236}">
                <a16:creationId xmlns:a16="http://schemas.microsoft.com/office/drawing/2014/main" id="{A597B4F3-383A-4B9C-AA42-C87614660856}"/>
              </a:ext>
            </a:extLst>
          </p:cNvPr>
          <p:cNvSpPr/>
          <p:nvPr/>
        </p:nvSpPr>
        <p:spPr>
          <a:xfrm>
            <a:off x="1475656" y="2600908"/>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400" dirty="0">
                <a:solidFill>
                  <a:schemeClr val="tx1"/>
                </a:solidFill>
                <a:sym typeface="Wingdings" panose="05000000000000000000" pitchFamily="2" charset="2"/>
              </a:rPr>
              <a:t></a:t>
            </a:r>
            <a:endParaRPr lang="de-CH" sz="1400" dirty="0">
              <a:solidFill>
                <a:schemeClr val="tx1"/>
              </a:solidFill>
            </a:endParaRPr>
          </a:p>
        </p:txBody>
      </p:sp>
      <p:sp>
        <p:nvSpPr>
          <p:cNvPr id="64" name="Ellipse 63">
            <a:extLst>
              <a:ext uri="{FF2B5EF4-FFF2-40B4-BE49-F238E27FC236}">
                <a16:creationId xmlns:a16="http://schemas.microsoft.com/office/drawing/2014/main" id="{A9CBAEC8-8D11-4FC3-9391-D57AD79C96D0}"/>
              </a:ext>
            </a:extLst>
          </p:cNvPr>
          <p:cNvSpPr/>
          <p:nvPr/>
        </p:nvSpPr>
        <p:spPr>
          <a:xfrm>
            <a:off x="719572" y="2600908"/>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6" name="Gerader Verbinder 5">
            <a:extLst>
              <a:ext uri="{FF2B5EF4-FFF2-40B4-BE49-F238E27FC236}">
                <a16:creationId xmlns:a16="http://schemas.microsoft.com/office/drawing/2014/main" id="{69CF14C0-D39B-4231-85E3-42B2255B1E57}"/>
              </a:ext>
            </a:extLst>
          </p:cNvPr>
          <p:cNvCxnSpPr>
            <a:stCxn id="64" idx="1"/>
            <a:endCxn id="64" idx="5"/>
          </p:cNvCxnSpPr>
          <p:nvPr/>
        </p:nvCxnSpPr>
        <p:spPr>
          <a:xfrm>
            <a:off x="751208" y="2632544"/>
            <a:ext cx="152752" cy="152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Ellipse 67">
            <a:extLst>
              <a:ext uri="{FF2B5EF4-FFF2-40B4-BE49-F238E27FC236}">
                <a16:creationId xmlns:a16="http://schemas.microsoft.com/office/drawing/2014/main" id="{2E26661E-80AE-41E5-96F3-A0D00A8C9BEB}"/>
              </a:ext>
            </a:extLst>
          </p:cNvPr>
          <p:cNvSpPr/>
          <p:nvPr/>
        </p:nvSpPr>
        <p:spPr>
          <a:xfrm>
            <a:off x="2951820" y="2600908"/>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400" dirty="0">
                <a:solidFill>
                  <a:schemeClr val="tx1"/>
                </a:solidFill>
                <a:sym typeface="Wingdings" panose="05000000000000000000" pitchFamily="2" charset="2"/>
              </a:rPr>
              <a:t></a:t>
            </a:r>
            <a:endParaRPr lang="de-CH" sz="1400" dirty="0">
              <a:solidFill>
                <a:schemeClr val="tx1"/>
              </a:solidFill>
            </a:endParaRPr>
          </a:p>
        </p:txBody>
      </p:sp>
      <p:sp>
        <p:nvSpPr>
          <p:cNvPr id="69" name="Ellipse 68">
            <a:extLst>
              <a:ext uri="{FF2B5EF4-FFF2-40B4-BE49-F238E27FC236}">
                <a16:creationId xmlns:a16="http://schemas.microsoft.com/office/drawing/2014/main" id="{A8986B0E-EC4C-48A0-923C-A06DE2256B85}"/>
              </a:ext>
            </a:extLst>
          </p:cNvPr>
          <p:cNvSpPr/>
          <p:nvPr/>
        </p:nvSpPr>
        <p:spPr>
          <a:xfrm>
            <a:off x="3707904" y="2600908"/>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400" dirty="0">
                <a:solidFill>
                  <a:schemeClr val="tx1"/>
                </a:solidFill>
                <a:sym typeface="Wingdings" panose="05000000000000000000" pitchFamily="2" charset="2"/>
              </a:rPr>
              <a:t></a:t>
            </a:r>
            <a:endParaRPr lang="de-CH" sz="1400" dirty="0">
              <a:solidFill>
                <a:schemeClr val="tx1"/>
              </a:solidFill>
            </a:endParaRPr>
          </a:p>
        </p:txBody>
      </p:sp>
      <p:sp>
        <p:nvSpPr>
          <p:cNvPr id="70" name="Ellipse 69">
            <a:extLst>
              <a:ext uri="{FF2B5EF4-FFF2-40B4-BE49-F238E27FC236}">
                <a16:creationId xmlns:a16="http://schemas.microsoft.com/office/drawing/2014/main" id="{DDA4C495-ACAD-4744-B54C-1367C0132EE3}"/>
              </a:ext>
            </a:extLst>
          </p:cNvPr>
          <p:cNvSpPr/>
          <p:nvPr/>
        </p:nvSpPr>
        <p:spPr>
          <a:xfrm>
            <a:off x="2951820" y="2312876"/>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400" dirty="0">
                <a:solidFill>
                  <a:schemeClr val="tx1"/>
                </a:solidFill>
                <a:sym typeface="Wingdings" panose="05000000000000000000" pitchFamily="2" charset="2"/>
              </a:rPr>
              <a:t></a:t>
            </a:r>
            <a:endParaRPr lang="de-CH" sz="1400" dirty="0">
              <a:solidFill>
                <a:schemeClr val="tx1"/>
              </a:solidFill>
            </a:endParaRPr>
          </a:p>
        </p:txBody>
      </p:sp>
      <p:sp>
        <p:nvSpPr>
          <p:cNvPr id="72" name="Ellipse 71">
            <a:extLst>
              <a:ext uri="{FF2B5EF4-FFF2-40B4-BE49-F238E27FC236}">
                <a16:creationId xmlns:a16="http://schemas.microsoft.com/office/drawing/2014/main" id="{62855F7F-4EE7-4BF7-A9FB-E6C4C2A3661E}"/>
              </a:ext>
            </a:extLst>
          </p:cNvPr>
          <p:cNvSpPr/>
          <p:nvPr/>
        </p:nvSpPr>
        <p:spPr>
          <a:xfrm>
            <a:off x="719572" y="2312876"/>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400" dirty="0">
                <a:solidFill>
                  <a:schemeClr val="tx1"/>
                </a:solidFill>
                <a:sym typeface="Wingdings" panose="05000000000000000000" pitchFamily="2" charset="2"/>
              </a:rPr>
              <a:t></a:t>
            </a:r>
            <a:endParaRPr lang="de-CH" sz="1400" dirty="0">
              <a:solidFill>
                <a:schemeClr val="tx1"/>
              </a:solidFill>
            </a:endParaRPr>
          </a:p>
        </p:txBody>
      </p:sp>
      <p:sp>
        <p:nvSpPr>
          <p:cNvPr id="74" name="Ellipse 73">
            <a:extLst>
              <a:ext uri="{FF2B5EF4-FFF2-40B4-BE49-F238E27FC236}">
                <a16:creationId xmlns:a16="http://schemas.microsoft.com/office/drawing/2014/main" id="{25E74B2A-A83B-4B50-9262-7EF06964876E}"/>
              </a:ext>
            </a:extLst>
          </p:cNvPr>
          <p:cNvSpPr/>
          <p:nvPr/>
        </p:nvSpPr>
        <p:spPr>
          <a:xfrm>
            <a:off x="4103948" y="1808820"/>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75" name="Gerader Verbinder 74">
            <a:extLst>
              <a:ext uri="{FF2B5EF4-FFF2-40B4-BE49-F238E27FC236}">
                <a16:creationId xmlns:a16="http://schemas.microsoft.com/office/drawing/2014/main" id="{ED1E601D-73CE-4831-9569-2E65509178F4}"/>
              </a:ext>
            </a:extLst>
          </p:cNvPr>
          <p:cNvCxnSpPr>
            <a:cxnSpLocks/>
            <a:stCxn id="74" idx="1"/>
            <a:endCxn id="74" idx="5"/>
          </p:cNvCxnSpPr>
          <p:nvPr/>
        </p:nvCxnSpPr>
        <p:spPr>
          <a:xfrm>
            <a:off x="4135584" y="1840456"/>
            <a:ext cx="152752" cy="152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Ellipse 80">
            <a:extLst>
              <a:ext uri="{FF2B5EF4-FFF2-40B4-BE49-F238E27FC236}">
                <a16:creationId xmlns:a16="http://schemas.microsoft.com/office/drawing/2014/main" id="{2F98080F-5FF0-4DC2-AB43-87B5778DB3BC}"/>
              </a:ext>
            </a:extLst>
          </p:cNvPr>
          <p:cNvSpPr/>
          <p:nvPr/>
        </p:nvSpPr>
        <p:spPr>
          <a:xfrm>
            <a:off x="1871700" y="1808820"/>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82" name="Gerader Verbinder 81">
            <a:extLst>
              <a:ext uri="{FF2B5EF4-FFF2-40B4-BE49-F238E27FC236}">
                <a16:creationId xmlns:a16="http://schemas.microsoft.com/office/drawing/2014/main" id="{05F4BC3A-5763-46CB-908E-A75A27925C85}"/>
              </a:ext>
            </a:extLst>
          </p:cNvPr>
          <p:cNvCxnSpPr>
            <a:cxnSpLocks/>
            <a:stCxn id="81" idx="1"/>
            <a:endCxn id="81" idx="5"/>
          </p:cNvCxnSpPr>
          <p:nvPr/>
        </p:nvCxnSpPr>
        <p:spPr>
          <a:xfrm>
            <a:off x="1903336" y="1840456"/>
            <a:ext cx="152752" cy="152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Ellipse 82">
            <a:extLst>
              <a:ext uri="{FF2B5EF4-FFF2-40B4-BE49-F238E27FC236}">
                <a16:creationId xmlns:a16="http://schemas.microsoft.com/office/drawing/2014/main" id="{2939167E-C7E0-461D-BBE0-77717D63AB20}"/>
              </a:ext>
            </a:extLst>
          </p:cNvPr>
          <p:cNvSpPr/>
          <p:nvPr/>
        </p:nvSpPr>
        <p:spPr>
          <a:xfrm>
            <a:off x="4968044" y="2348880"/>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de-CH" sz="1400" dirty="0">
                <a:solidFill>
                  <a:schemeClr val="tx1"/>
                </a:solidFill>
                <a:sym typeface="Wingdings" panose="05000000000000000000" pitchFamily="2" charset="2"/>
              </a:rPr>
              <a:t></a:t>
            </a:r>
            <a:endParaRPr lang="de-CH" sz="1400" dirty="0">
              <a:solidFill>
                <a:schemeClr val="tx1"/>
              </a:solidFill>
            </a:endParaRPr>
          </a:p>
        </p:txBody>
      </p:sp>
      <p:sp>
        <p:nvSpPr>
          <p:cNvPr id="85" name="Ellipse 84">
            <a:extLst>
              <a:ext uri="{FF2B5EF4-FFF2-40B4-BE49-F238E27FC236}">
                <a16:creationId xmlns:a16="http://schemas.microsoft.com/office/drawing/2014/main" id="{22B2A69C-5B08-4889-86A7-BC6181548D8E}"/>
              </a:ext>
            </a:extLst>
          </p:cNvPr>
          <p:cNvSpPr/>
          <p:nvPr/>
        </p:nvSpPr>
        <p:spPr>
          <a:xfrm>
            <a:off x="4968044" y="2960948"/>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86" name="Gerader Verbinder 85">
            <a:extLst>
              <a:ext uri="{FF2B5EF4-FFF2-40B4-BE49-F238E27FC236}">
                <a16:creationId xmlns:a16="http://schemas.microsoft.com/office/drawing/2014/main" id="{179EDF43-77F3-43CC-84FA-5BF292CD14DB}"/>
              </a:ext>
            </a:extLst>
          </p:cNvPr>
          <p:cNvCxnSpPr>
            <a:cxnSpLocks/>
            <a:stCxn id="85" idx="1"/>
            <a:endCxn id="85" idx="5"/>
          </p:cNvCxnSpPr>
          <p:nvPr/>
        </p:nvCxnSpPr>
        <p:spPr>
          <a:xfrm>
            <a:off x="4999680" y="2992584"/>
            <a:ext cx="152752" cy="152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Ellipse 86">
            <a:extLst>
              <a:ext uri="{FF2B5EF4-FFF2-40B4-BE49-F238E27FC236}">
                <a16:creationId xmlns:a16="http://schemas.microsoft.com/office/drawing/2014/main" id="{73779C7F-A99C-47F4-9B72-CFD8ABDAE7F1}"/>
              </a:ext>
            </a:extLst>
          </p:cNvPr>
          <p:cNvSpPr/>
          <p:nvPr/>
        </p:nvSpPr>
        <p:spPr>
          <a:xfrm>
            <a:off x="5760132" y="2240868"/>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88" name="Gerader Verbinder 87">
            <a:extLst>
              <a:ext uri="{FF2B5EF4-FFF2-40B4-BE49-F238E27FC236}">
                <a16:creationId xmlns:a16="http://schemas.microsoft.com/office/drawing/2014/main" id="{03A5F8C9-5BDE-4008-BA20-7CF4D015970F}"/>
              </a:ext>
            </a:extLst>
          </p:cNvPr>
          <p:cNvCxnSpPr>
            <a:cxnSpLocks/>
            <a:stCxn id="87" idx="1"/>
            <a:endCxn id="87" idx="5"/>
          </p:cNvCxnSpPr>
          <p:nvPr/>
        </p:nvCxnSpPr>
        <p:spPr>
          <a:xfrm>
            <a:off x="5791768" y="2272504"/>
            <a:ext cx="152752" cy="152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Ellipse 88">
            <a:extLst>
              <a:ext uri="{FF2B5EF4-FFF2-40B4-BE49-F238E27FC236}">
                <a16:creationId xmlns:a16="http://schemas.microsoft.com/office/drawing/2014/main" id="{FE99649D-A1EE-4587-B5F6-4FAAE424C581}"/>
              </a:ext>
            </a:extLst>
          </p:cNvPr>
          <p:cNvSpPr/>
          <p:nvPr/>
        </p:nvSpPr>
        <p:spPr>
          <a:xfrm>
            <a:off x="6336196" y="1808820"/>
            <a:ext cx="216024" cy="21602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90" name="Gerader Verbinder 89">
            <a:extLst>
              <a:ext uri="{FF2B5EF4-FFF2-40B4-BE49-F238E27FC236}">
                <a16:creationId xmlns:a16="http://schemas.microsoft.com/office/drawing/2014/main" id="{89E57A1B-5898-40C2-9B88-11276C42798F}"/>
              </a:ext>
            </a:extLst>
          </p:cNvPr>
          <p:cNvCxnSpPr>
            <a:cxnSpLocks/>
            <a:stCxn id="89" idx="1"/>
            <a:endCxn id="89" idx="5"/>
          </p:cNvCxnSpPr>
          <p:nvPr/>
        </p:nvCxnSpPr>
        <p:spPr>
          <a:xfrm>
            <a:off x="6367832" y="1840456"/>
            <a:ext cx="152752" cy="152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0123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table extract</a:t>
            </a:r>
          </a:p>
        </p:txBody>
      </p:sp>
      <p:sp>
        <p:nvSpPr>
          <p:cNvPr id="4" name="Textplatzhalter 3"/>
          <p:cNvSpPr>
            <a:spLocks noGrp="1"/>
          </p:cNvSpPr>
          <p:nvPr>
            <p:ph type="body" sz="quarter" idx="16"/>
          </p:nvPr>
        </p:nvSpPr>
        <p:spPr/>
        <p:txBody>
          <a:bodyPr/>
          <a:lstStyle/>
          <a:p>
            <a:endParaRPr lang="en-US"/>
          </a:p>
        </p:txBody>
      </p:sp>
      <p:sp>
        <p:nvSpPr>
          <p:cNvPr id="297" name="Rechteck 296"/>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Source Table</a:t>
            </a:r>
          </a:p>
        </p:txBody>
      </p:sp>
      <p:sp>
        <p:nvSpPr>
          <p:cNvPr id="372" name="Rechteck 371"/>
          <p:cNvSpPr/>
          <p:nvPr/>
        </p:nvSpPr>
        <p:spPr>
          <a:xfrm>
            <a:off x="179390" y="1484730"/>
            <a:ext cx="208800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73" name="Rechteck 372"/>
          <p:cNvSpPr/>
          <p:nvPr/>
        </p:nvSpPr>
        <p:spPr>
          <a:xfrm>
            <a:off x="251520" y="1916832"/>
            <a:ext cx="684076" cy="54006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0</a:t>
            </a:r>
          </a:p>
        </p:txBody>
      </p:sp>
      <p:sp>
        <p:nvSpPr>
          <p:cNvPr id="389" name="Rechteck 388"/>
          <p:cNvSpPr/>
          <p:nvPr/>
        </p:nvSpPr>
        <p:spPr>
          <a:xfrm>
            <a:off x="17939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extract ( source table, destination table, coordinates[ ], 2 )</a:t>
            </a:r>
          </a:p>
        </p:txBody>
      </p:sp>
      <p:sp>
        <p:nvSpPr>
          <p:cNvPr id="47" name="Rechteck 46"/>
          <p:cNvSpPr/>
          <p:nvPr/>
        </p:nvSpPr>
        <p:spPr>
          <a:xfrm>
            <a:off x="1043608" y="2096852"/>
            <a:ext cx="648090" cy="7921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2</a:t>
            </a:r>
          </a:p>
        </p:txBody>
      </p:sp>
      <p:sp>
        <p:nvSpPr>
          <p:cNvPr id="54" name="Rechteck 53"/>
          <p:cNvSpPr/>
          <p:nvPr/>
        </p:nvSpPr>
        <p:spPr>
          <a:xfrm>
            <a:off x="1691680" y="1952836"/>
            <a:ext cx="360040" cy="432048"/>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a:p>
            <a:pPr algn="ctr"/>
            <a:r>
              <a:rPr lang="en-US" sz="700" dirty="0">
                <a:solidFill>
                  <a:schemeClr val="tx1"/>
                </a:solidFill>
              </a:rPr>
              <a:t>Sub</a:t>
            </a:r>
          </a:p>
          <a:p>
            <a:pPr algn="ctr"/>
            <a:r>
              <a:rPr lang="en-US" sz="700" dirty="0">
                <a:solidFill>
                  <a:schemeClr val="tx1"/>
                </a:solidFill>
              </a:rPr>
              <a:t>Table</a:t>
            </a:r>
          </a:p>
          <a:p>
            <a:pPr algn="ctr"/>
            <a:r>
              <a:rPr lang="en-US" sz="700" dirty="0">
                <a:solidFill>
                  <a:schemeClr val="tx1"/>
                </a:solidFill>
              </a:rPr>
              <a:t>1</a:t>
            </a:r>
          </a:p>
        </p:txBody>
      </p:sp>
      <p:sp>
        <p:nvSpPr>
          <p:cNvPr id="46" name="Rechteck 45"/>
          <p:cNvSpPr/>
          <p:nvPr/>
        </p:nvSpPr>
        <p:spPr>
          <a:xfrm>
            <a:off x="1043608" y="2168860"/>
            <a:ext cx="648090" cy="72010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 name="Rechteck 52"/>
          <p:cNvSpPr/>
          <p:nvPr/>
        </p:nvSpPr>
        <p:spPr>
          <a:xfrm>
            <a:off x="1691680" y="2024844"/>
            <a:ext cx="360040" cy="36004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8" name="Rechteck 27">
            <a:extLst>
              <a:ext uri="{FF2B5EF4-FFF2-40B4-BE49-F238E27FC236}">
                <a16:creationId xmlns:a16="http://schemas.microsoft.com/office/drawing/2014/main" id="{0BD2DAAF-816E-4AB1-865B-EA0246A8210C}"/>
              </a:ext>
            </a:extLst>
          </p:cNvPr>
          <p:cNvSpPr/>
          <p:nvPr/>
        </p:nvSpPr>
        <p:spPr>
          <a:xfrm>
            <a:off x="251520" y="1988840"/>
            <a:ext cx="684094" cy="468074"/>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 name="Rechteck 30">
            <a:extLst>
              <a:ext uri="{FF2B5EF4-FFF2-40B4-BE49-F238E27FC236}">
                <a16:creationId xmlns:a16="http://schemas.microsoft.com/office/drawing/2014/main" id="{DBAEA524-C637-4882-B225-FF65B8598B17}"/>
              </a:ext>
            </a:extLst>
          </p:cNvPr>
          <p:cNvSpPr/>
          <p:nvPr/>
        </p:nvSpPr>
        <p:spPr>
          <a:xfrm>
            <a:off x="251520" y="2672916"/>
            <a:ext cx="684076" cy="360040"/>
          </a:xfrm>
          <a:prstGeom prst="rec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34</a:t>
            </a:r>
          </a:p>
        </p:txBody>
      </p:sp>
      <p:sp>
        <p:nvSpPr>
          <p:cNvPr id="32" name="Rechteck 31">
            <a:extLst>
              <a:ext uri="{FF2B5EF4-FFF2-40B4-BE49-F238E27FC236}">
                <a16:creationId xmlns:a16="http://schemas.microsoft.com/office/drawing/2014/main" id="{22A8BB9A-DB8D-4338-9D92-1D6ECFAB1EC9}"/>
              </a:ext>
            </a:extLst>
          </p:cNvPr>
          <p:cNvSpPr/>
          <p:nvPr/>
        </p:nvSpPr>
        <p:spPr>
          <a:xfrm>
            <a:off x="251520" y="2744924"/>
            <a:ext cx="684094" cy="28803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 name="Rechteck 32">
            <a:extLst>
              <a:ext uri="{FF2B5EF4-FFF2-40B4-BE49-F238E27FC236}">
                <a16:creationId xmlns:a16="http://schemas.microsoft.com/office/drawing/2014/main" id="{A0F0ED33-19A6-4DE8-ABE6-6B34925F4060}"/>
              </a:ext>
            </a:extLst>
          </p:cNvPr>
          <p:cNvSpPr/>
          <p:nvPr/>
        </p:nvSpPr>
        <p:spPr>
          <a:xfrm>
            <a:off x="899592" y="1700808"/>
            <a:ext cx="82809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start, y start)</a:t>
            </a:r>
          </a:p>
        </p:txBody>
      </p:sp>
      <p:cxnSp>
        <p:nvCxnSpPr>
          <p:cNvPr id="8" name="Gerade Verbindung mit Pfeil 7">
            <a:extLst>
              <a:ext uri="{FF2B5EF4-FFF2-40B4-BE49-F238E27FC236}">
                <a16:creationId xmlns:a16="http://schemas.microsoft.com/office/drawing/2014/main" id="{13B8E7DE-0AE3-42CB-9545-21E694A940E4}"/>
              </a:ext>
            </a:extLst>
          </p:cNvPr>
          <p:cNvCxnSpPr/>
          <p:nvPr/>
        </p:nvCxnSpPr>
        <p:spPr>
          <a:xfrm flipH="1">
            <a:off x="1043608" y="1844824"/>
            <a:ext cx="108012" cy="252028"/>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74214545-006F-46F5-8506-016148BDF889}"/>
              </a:ext>
            </a:extLst>
          </p:cNvPr>
          <p:cNvCxnSpPr>
            <a:cxnSpLocks/>
          </p:cNvCxnSpPr>
          <p:nvPr/>
        </p:nvCxnSpPr>
        <p:spPr>
          <a:xfrm flipH="1" flipV="1">
            <a:off x="1691680" y="2888940"/>
            <a:ext cx="72008" cy="72008"/>
          </a:xfrm>
          <a:prstGeom prst="straightConnector1">
            <a:avLst/>
          </a:prstGeom>
          <a:ln>
            <a:solidFill>
              <a:schemeClr val="accent1"/>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Rechteck 37">
            <a:extLst>
              <a:ext uri="{FF2B5EF4-FFF2-40B4-BE49-F238E27FC236}">
                <a16:creationId xmlns:a16="http://schemas.microsoft.com/office/drawing/2014/main" id="{1F725A1B-DA59-4A9C-BCBF-4B2D95AA10F9}"/>
              </a:ext>
            </a:extLst>
          </p:cNvPr>
          <p:cNvSpPr/>
          <p:nvPr/>
        </p:nvSpPr>
        <p:spPr>
          <a:xfrm>
            <a:off x="1439652" y="2924944"/>
            <a:ext cx="648072"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700" dirty="0">
                <a:solidFill>
                  <a:schemeClr val="tx1"/>
                </a:solidFill>
              </a:rPr>
              <a:t>(x end, y end)</a:t>
            </a:r>
          </a:p>
        </p:txBody>
      </p:sp>
      <p:sp>
        <p:nvSpPr>
          <p:cNvPr id="40" name="Rechteck 39">
            <a:extLst>
              <a:ext uri="{FF2B5EF4-FFF2-40B4-BE49-F238E27FC236}">
                <a16:creationId xmlns:a16="http://schemas.microsoft.com/office/drawing/2014/main" id="{BCDAA85C-6E37-436F-9058-A8628FCA69BD}"/>
              </a:ext>
            </a:extLst>
          </p:cNvPr>
          <p:cNvSpPr/>
          <p:nvPr/>
        </p:nvSpPr>
        <p:spPr>
          <a:xfrm>
            <a:off x="2915798" y="1484784"/>
            <a:ext cx="3780420" cy="1080120"/>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r>
              <a:rPr lang="en-US" sz="1000" b="1" dirty="0">
                <a:solidFill>
                  <a:schemeClr val="tx1"/>
                </a:solidFill>
              </a:rPr>
              <a:t>coordinates [ ]:</a:t>
            </a:r>
          </a:p>
          <a:p>
            <a:r>
              <a:rPr lang="en-US" sz="800" dirty="0">
                <a:solidFill>
                  <a:schemeClr val="tx1"/>
                </a:solidFill>
              </a:rPr>
              <a:t>{</a:t>
            </a:r>
          </a:p>
          <a:p>
            <a:r>
              <a:rPr lang="en-US" sz="800" dirty="0">
                <a:solidFill>
                  <a:schemeClr val="tx1"/>
                </a:solidFill>
              </a:rPr>
              <a:t>   { x start sub table 0, y start sub table 0, x end sub table 0, x end sub table 0},</a:t>
            </a:r>
          </a:p>
          <a:p>
            <a:r>
              <a:rPr lang="en-US" sz="800" dirty="0">
                <a:solidFill>
                  <a:schemeClr val="tx1"/>
                </a:solidFill>
              </a:rPr>
              <a:t>   { x start sub table 1, y start sub table 1, x end sub table 1, x end sub table 1},</a:t>
            </a:r>
          </a:p>
          <a:p>
            <a:r>
              <a:rPr lang="en-US" sz="800" dirty="0">
                <a:solidFill>
                  <a:schemeClr val="tx1"/>
                </a:solidFill>
              </a:rPr>
              <a:t>   { x start sub table 2, y start sub table 2, x end sub table 2, x end sub table 2},</a:t>
            </a:r>
          </a:p>
          <a:p>
            <a:r>
              <a:rPr lang="en-US" sz="800" dirty="0">
                <a:solidFill>
                  <a:schemeClr val="tx1"/>
                </a:solidFill>
              </a:rPr>
              <a:t>   { x start sub table 3, y start sub table 3, x end sub table 3, x end sub table 3}</a:t>
            </a:r>
          </a:p>
          <a:p>
            <a:r>
              <a:rPr lang="en-US" sz="800" dirty="0">
                <a:solidFill>
                  <a:schemeClr val="tx1"/>
                </a:solidFill>
              </a:rPr>
              <a:t>}</a:t>
            </a:r>
          </a:p>
          <a:p>
            <a:endParaRPr lang="en-US" sz="800" dirty="0">
              <a:solidFill>
                <a:schemeClr val="tx1"/>
              </a:solidFill>
            </a:endParaRPr>
          </a:p>
          <a:p>
            <a:endParaRPr lang="en-US" sz="1100" dirty="0">
              <a:solidFill>
                <a:schemeClr val="tx1"/>
              </a:solidFill>
            </a:endParaRPr>
          </a:p>
        </p:txBody>
      </p:sp>
      <p:sp>
        <p:nvSpPr>
          <p:cNvPr id="56" name="Rechteck 55">
            <a:extLst>
              <a:ext uri="{FF2B5EF4-FFF2-40B4-BE49-F238E27FC236}">
                <a16:creationId xmlns:a16="http://schemas.microsoft.com/office/drawing/2014/main" id="{3DFC4F7C-18FC-48D4-9D09-FC059FF5C397}"/>
              </a:ext>
            </a:extLst>
          </p:cNvPr>
          <p:cNvSpPr/>
          <p:nvPr/>
        </p:nvSpPr>
        <p:spPr>
          <a:xfrm>
            <a:off x="7200274" y="1484784"/>
            <a:ext cx="648090" cy="7921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700" dirty="0">
                <a:solidFill>
                  <a:schemeClr val="tx1"/>
                </a:solidFill>
              </a:rPr>
              <a:t>Sub table 2</a:t>
            </a:r>
          </a:p>
        </p:txBody>
      </p:sp>
      <p:sp>
        <p:nvSpPr>
          <p:cNvPr id="58" name="Rechteck 57">
            <a:extLst>
              <a:ext uri="{FF2B5EF4-FFF2-40B4-BE49-F238E27FC236}">
                <a16:creationId xmlns:a16="http://schemas.microsoft.com/office/drawing/2014/main" id="{92BAA696-BACB-4AB2-B70A-47DF064D5FDA}"/>
              </a:ext>
            </a:extLst>
          </p:cNvPr>
          <p:cNvSpPr/>
          <p:nvPr/>
        </p:nvSpPr>
        <p:spPr>
          <a:xfrm>
            <a:off x="7200274" y="1556792"/>
            <a:ext cx="648090" cy="720102"/>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02" name="Pfeil: nach unten 101">
            <a:extLst>
              <a:ext uri="{FF2B5EF4-FFF2-40B4-BE49-F238E27FC236}">
                <a16:creationId xmlns:a16="http://schemas.microsoft.com/office/drawing/2014/main" id="{7E15E15D-01B6-48B6-8782-DFCF2FD41E5E}"/>
              </a:ext>
            </a:extLst>
          </p:cNvPr>
          <p:cNvSpPr/>
          <p:nvPr/>
        </p:nvSpPr>
        <p:spPr>
          <a:xfrm rot="16200000">
            <a:off x="6660214" y="1772816"/>
            <a:ext cx="612068" cy="324036"/>
          </a:xfrm>
          <a:prstGeom prst="down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103" name="Rechteck 102">
            <a:extLst>
              <a:ext uri="{FF2B5EF4-FFF2-40B4-BE49-F238E27FC236}">
                <a16:creationId xmlns:a16="http://schemas.microsoft.com/office/drawing/2014/main" id="{0C61169A-8D35-4306-A2AF-43749A4EBDF1}"/>
              </a:ext>
            </a:extLst>
          </p:cNvPr>
          <p:cNvSpPr/>
          <p:nvPr/>
        </p:nvSpPr>
        <p:spPr>
          <a:xfrm>
            <a:off x="2915816" y="2043112"/>
            <a:ext cx="3744416" cy="125747"/>
          </a:xfrm>
          <a:prstGeom prst="rect">
            <a:avLst/>
          </a:prstGeom>
          <a:noFill/>
          <a:ln w="12700">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700" dirty="0">
              <a:solidFill>
                <a:schemeClr val="tx1"/>
              </a:solidFill>
            </a:endParaRPr>
          </a:p>
        </p:txBody>
      </p:sp>
      <p:sp>
        <p:nvSpPr>
          <p:cNvPr id="104" name="Rechteck 103">
            <a:extLst>
              <a:ext uri="{FF2B5EF4-FFF2-40B4-BE49-F238E27FC236}">
                <a16:creationId xmlns:a16="http://schemas.microsoft.com/office/drawing/2014/main" id="{6F6A07B5-5BEF-415B-B231-D81C8AD31AD0}"/>
              </a:ext>
            </a:extLst>
          </p:cNvPr>
          <p:cNvSpPr/>
          <p:nvPr/>
        </p:nvSpPr>
        <p:spPr>
          <a:xfrm>
            <a:off x="7200412" y="134076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Destination Table</a:t>
            </a:r>
          </a:p>
        </p:txBody>
      </p:sp>
      <p:sp>
        <p:nvSpPr>
          <p:cNvPr id="106" name="Pfeil: nach unten 105">
            <a:extLst>
              <a:ext uri="{FF2B5EF4-FFF2-40B4-BE49-F238E27FC236}">
                <a16:creationId xmlns:a16="http://schemas.microsoft.com/office/drawing/2014/main" id="{0A46B46A-8B60-46CC-847E-724C79E76F5B}"/>
              </a:ext>
            </a:extLst>
          </p:cNvPr>
          <p:cNvSpPr/>
          <p:nvPr/>
        </p:nvSpPr>
        <p:spPr>
          <a:xfrm rot="16200000">
            <a:off x="2303748" y="1772816"/>
            <a:ext cx="612068" cy="324036"/>
          </a:xfrm>
          <a:prstGeom prst="downArrow">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3" name="Freihandform: Form 2">
            <a:extLst>
              <a:ext uri="{FF2B5EF4-FFF2-40B4-BE49-F238E27FC236}">
                <a16:creationId xmlns:a16="http://schemas.microsoft.com/office/drawing/2014/main" id="{D6733CAE-88A3-4F7A-B445-0CD33FC73455}"/>
              </a:ext>
            </a:extLst>
          </p:cNvPr>
          <p:cNvSpPr/>
          <p:nvPr/>
        </p:nvSpPr>
        <p:spPr>
          <a:xfrm>
            <a:off x="4209001" y="1295400"/>
            <a:ext cx="347759" cy="708660"/>
          </a:xfrm>
          <a:custGeom>
            <a:avLst/>
            <a:gdLst>
              <a:gd name="connsiteX0" fmla="*/ 103919 w 347759"/>
              <a:gd name="connsiteY0" fmla="*/ 0 h 708660"/>
              <a:gd name="connsiteX1" fmla="*/ 12479 w 347759"/>
              <a:gd name="connsiteY1" fmla="*/ 289560 h 708660"/>
              <a:gd name="connsiteX2" fmla="*/ 347759 w 347759"/>
              <a:gd name="connsiteY2" fmla="*/ 708660 h 708660"/>
            </a:gdLst>
            <a:ahLst/>
            <a:cxnLst>
              <a:cxn ang="0">
                <a:pos x="connsiteX0" y="connsiteY0"/>
              </a:cxn>
              <a:cxn ang="0">
                <a:pos x="connsiteX1" y="connsiteY1"/>
              </a:cxn>
              <a:cxn ang="0">
                <a:pos x="connsiteX2" y="connsiteY2"/>
              </a:cxn>
            </a:cxnLst>
            <a:rect l="l" t="t" r="r" b="b"/>
            <a:pathLst>
              <a:path w="347759" h="708660">
                <a:moveTo>
                  <a:pt x="103919" y="0"/>
                </a:moveTo>
                <a:cubicBezTo>
                  <a:pt x="37879" y="85725"/>
                  <a:pt x="-28161" y="171450"/>
                  <a:pt x="12479" y="289560"/>
                </a:cubicBezTo>
                <a:cubicBezTo>
                  <a:pt x="53119" y="407670"/>
                  <a:pt x="200439" y="558165"/>
                  <a:pt x="347759" y="708660"/>
                </a:cubicBezTo>
              </a:path>
            </a:pathLst>
          </a:custGeom>
          <a:noFill/>
          <a:ln w="12700">
            <a:solidFill>
              <a:srgbClr val="3366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700">
              <a:solidFill>
                <a:schemeClr val="tx1"/>
              </a:solidFill>
            </a:endParaRPr>
          </a:p>
        </p:txBody>
      </p:sp>
      <p:sp>
        <p:nvSpPr>
          <p:cNvPr id="133" name="Rechteck 132">
            <a:extLst>
              <a:ext uri="{FF2B5EF4-FFF2-40B4-BE49-F238E27FC236}">
                <a16:creationId xmlns:a16="http://schemas.microsoft.com/office/drawing/2014/main" id="{FCB93BD2-BD9F-474F-9267-490822CFB780}"/>
              </a:ext>
            </a:extLst>
          </p:cNvPr>
          <p:cNvSpPr/>
          <p:nvPr/>
        </p:nvSpPr>
        <p:spPr>
          <a:xfrm>
            <a:off x="4608004" y="134076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Index begins with 0 (not 1)</a:t>
            </a:r>
          </a:p>
        </p:txBody>
      </p:sp>
    </p:spTree>
    <p:extLst>
      <p:ext uri="{BB962C8B-B14F-4D97-AF65-F5344CB8AC3E}">
        <p14:creationId xmlns:p14="http://schemas.microsoft.com/office/powerpoint/2010/main" val="30127683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Rechteck 176"/>
          <p:cNvSpPr/>
          <p:nvPr/>
        </p:nvSpPr>
        <p:spPr>
          <a:xfrm>
            <a:off x="205165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p:cNvSpPr/>
          <p:nvPr/>
        </p:nvSpPr>
        <p:spPr>
          <a:xfrm>
            <a:off x="1835620" y="15567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p:cNvSpPr/>
          <p:nvPr/>
        </p:nvSpPr>
        <p:spPr>
          <a:xfrm>
            <a:off x="2051650" y="16287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p:cNvSpPr/>
          <p:nvPr/>
        </p:nvSpPr>
        <p:spPr>
          <a:xfrm>
            <a:off x="1835620" y="16287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1" name="Rechteck 180"/>
          <p:cNvSpPr/>
          <p:nvPr/>
        </p:nvSpPr>
        <p:spPr>
          <a:xfrm>
            <a:off x="2051650" y="17007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2" name="Rechteck 181"/>
          <p:cNvSpPr/>
          <p:nvPr/>
        </p:nvSpPr>
        <p:spPr>
          <a:xfrm>
            <a:off x="1835620" y="17007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3" name="Rechteck 182"/>
          <p:cNvSpPr/>
          <p:nvPr/>
        </p:nvSpPr>
        <p:spPr>
          <a:xfrm>
            <a:off x="2051650" y="17727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4" name="Rechteck 183"/>
          <p:cNvSpPr/>
          <p:nvPr/>
        </p:nvSpPr>
        <p:spPr>
          <a:xfrm>
            <a:off x="1835620" y="17727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5" name="Rechteck 184"/>
          <p:cNvSpPr/>
          <p:nvPr/>
        </p:nvSpPr>
        <p:spPr>
          <a:xfrm>
            <a:off x="2051650" y="18447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6" name="Rechteck 185"/>
          <p:cNvSpPr/>
          <p:nvPr/>
        </p:nvSpPr>
        <p:spPr>
          <a:xfrm>
            <a:off x="1835620" y="18447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p:cNvSpPr/>
          <p:nvPr/>
        </p:nvSpPr>
        <p:spPr>
          <a:xfrm>
            <a:off x="2051650" y="19167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p:cNvSpPr/>
          <p:nvPr/>
        </p:nvSpPr>
        <p:spPr>
          <a:xfrm>
            <a:off x="1835620" y="19167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2051650" y="19888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1835620" y="19888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1" name="Rechteck 190"/>
          <p:cNvSpPr/>
          <p:nvPr/>
        </p:nvSpPr>
        <p:spPr>
          <a:xfrm>
            <a:off x="2051650" y="20608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p:cNvSpPr/>
          <p:nvPr/>
        </p:nvSpPr>
        <p:spPr>
          <a:xfrm>
            <a:off x="1835620" y="20608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3" name="Rechteck 192"/>
          <p:cNvSpPr/>
          <p:nvPr/>
        </p:nvSpPr>
        <p:spPr>
          <a:xfrm>
            <a:off x="2051650" y="21328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1835620" y="21328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p:cNvSpPr/>
          <p:nvPr/>
        </p:nvSpPr>
        <p:spPr>
          <a:xfrm>
            <a:off x="2051650" y="22048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p:cNvSpPr/>
          <p:nvPr/>
        </p:nvSpPr>
        <p:spPr>
          <a:xfrm>
            <a:off x="1835620" y="22048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p:cNvSpPr/>
          <p:nvPr/>
        </p:nvSpPr>
        <p:spPr>
          <a:xfrm>
            <a:off x="2051650" y="22768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1835620" y="22768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9" name="Rechteck 198"/>
          <p:cNvSpPr/>
          <p:nvPr/>
        </p:nvSpPr>
        <p:spPr>
          <a:xfrm>
            <a:off x="2051650" y="23488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0" name="Rechteck 199"/>
          <p:cNvSpPr/>
          <p:nvPr/>
        </p:nvSpPr>
        <p:spPr>
          <a:xfrm>
            <a:off x="1835620" y="23488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1" name="Rechteck 200"/>
          <p:cNvSpPr/>
          <p:nvPr/>
        </p:nvSpPr>
        <p:spPr>
          <a:xfrm>
            <a:off x="2051650" y="24208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2" name="Rechteck 201"/>
          <p:cNvSpPr/>
          <p:nvPr/>
        </p:nvSpPr>
        <p:spPr>
          <a:xfrm>
            <a:off x="1835620" y="24208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3" name="Rechteck 202"/>
          <p:cNvSpPr/>
          <p:nvPr/>
        </p:nvSpPr>
        <p:spPr>
          <a:xfrm>
            <a:off x="2051650" y="24928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4" name="Rechteck 203"/>
          <p:cNvSpPr/>
          <p:nvPr/>
        </p:nvSpPr>
        <p:spPr>
          <a:xfrm>
            <a:off x="1835620" y="24928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5" name="Rechteck 204"/>
          <p:cNvSpPr/>
          <p:nvPr/>
        </p:nvSpPr>
        <p:spPr>
          <a:xfrm>
            <a:off x="2051650" y="25648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6" name="Rechteck 205"/>
          <p:cNvSpPr/>
          <p:nvPr/>
        </p:nvSpPr>
        <p:spPr>
          <a:xfrm>
            <a:off x="1835620" y="25648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7" name="Rechteck 206"/>
          <p:cNvSpPr/>
          <p:nvPr/>
        </p:nvSpPr>
        <p:spPr>
          <a:xfrm>
            <a:off x="2051650" y="26368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8" name="Rechteck 207"/>
          <p:cNvSpPr/>
          <p:nvPr/>
        </p:nvSpPr>
        <p:spPr>
          <a:xfrm>
            <a:off x="1835620" y="26368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9" name="Rechteck 208"/>
          <p:cNvSpPr/>
          <p:nvPr/>
        </p:nvSpPr>
        <p:spPr>
          <a:xfrm>
            <a:off x="2051650" y="27089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p:cNvSpPr/>
          <p:nvPr/>
        </p:nvSpPr>
        <p:spPr>
          <a:xfrm>
            <a:off x="1835620" y="27089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p:cNvSpPr/>
          <p:nvPr/>
        </p:nvSpPr>
        <p:spPr>
          <a:xfrm>
            <a:off x="2051650" y="27809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2" name="Rechteck 211"/>
          <p:cNvSpPr/>
          <p:nvPr/>
        </p:nvSpPr>
        <p:spPr>
          <a:xfrm>
            <a:off x="1835620" y="27809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3" name="Rechteck 212"/>
          <p:cNvSpPr/>
          <p:nvPr/>
        </p:nvSpPr>
        <p:spPr>
          <a:xfrm>
            <a:off x="2051650" y="28529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4" name="Rechteck 213"/>
          <p:cNvSpPr/>
          <p:nvPr/>
        </p:nvSpPr>
        <p:spPr>
          <a:xfrm>
            <a:off x="1835620" y="28529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5" name="Rechteck 214"/>
          <p:cNvSpPr/>
          <p:nvPr/>
        </p:nvSpPr>
        <p:spPr>
          <a:xfrm>
            <a:off x="2051650" y="29249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1835620" y="29249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7" name="Rechteck 216"/>
          <p:cNvSpPr/>
          <p:nvPr/>
        </p:nvSpPr>
        <p:spPr>
          <a:xfrm>
            <a:off x="2051650" y="29969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8" name="Rechteck 217"/>
          <p:cNvSpPr/>
          <p:nvPr/>
        </p:nvSpPr>
        <p:spPr>
          <a:xfrm>
            <a:off x="1835620" y="29969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3" name="Rechteck 122"/>
          <p:cNvSpPr/>
          <p:nvPr/>
        </p:nvSpPr>
        <p:spPr>
          <a:xfrm>
            <a:off x="4139940" y="1556740"/>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7" name="Rechteck 116"/>
          <p:cNvSpPr/>
          <p:nvPr/>
        </p:nvSpPr>
        <p:spPr>
          <a:xfrm>
            <a:off x="2699740" y="1484730"/>
            <a:ext cx="14402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 name="Titel 1"/>
          <p:cNvSpPr>
            <a:spLocks noGrp="1"/>
          </p:cNvSpPr>
          <p:nvPr>
            <p:ph type="title"/>
          </p:nvPr>
        </p:nvSpPr>
        <p:spPr/>
        <p:txBody>
          <a:bodyPr/>
          <a:lstStyle/>
          <a:p>
            <a:r>
              <a:rPr lang="en-US" dirty="0"/>
              <a:t>table spread</a:t>
            </a:r>
          </a:p>
        </p:txBody>
      </p:sp>
      <p:sp>
        <p:nvSpPr>
          <p:cNvPr id="4" name="Textplatzhalter 3"/>
          <p:cNvSpPr>
            <a:spLocks noGrp="1"/>
          </p:cNvSpPr>
          <p:nvPr>
            <p:ph type="body" sz="quarter" idx="16"/>
          </p:nvPr>
        </p:nvSpPr>
        <p:spPr/>
        <p:txBody>
          <a:bodyPr/>
          <a:lstStyle/>
          <a:p>
            <a:endParaRPr lang="en-US"/>
          </a:p>
        </p:txBody>
      </p:sp>
      <p:sp>
        <p:nvSpPr>
          <p:cNvPr id="389" name="Rechteck 388"/>
          <p:cNvSpPr/>
          <p:nvPr/>
        </p:nvSpPr>
        <p:spPr>
          <a:xfrm>
            <a:off x="17939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Original Table</a:t>
            </a:r>
          </a:p>
        </p:txBody>
      </p:sp>
      <p:sp>
        <p:nvSpPr>
          <p:cNvPr id="92" name="Rechteck 91"/>
          <p:cNvSpPr/>
          <p:nvPr/>
        </p:nvSpPr>
        <p:spPr>
          <a:xfrm>
            <a:off x="179390" y="1484730"/>
            <a:ext cx="93613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3" name="Rechteck 92"/>
          <p:cNvSpPr/>
          <p:nvPr/>
        </p:nvSpPr>
        <p:spPr>
          <a:xfrm>
            <a:off x="179390" y="1556740"/>
            <a:ext cx="93613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p:cNvCxnSpPr/>
          <p:nvPr/>
        </p:nvCxnSpPr>
        <p:spPr>
          <a:xfrm>
            <a:off x="179390" y="1556740"/>
            <a:ext cx="936130" cy="0"/>
          </a:xfrm>
          <a:prstGeom prst="line">
            <a:avLst/>
          </a:prstGeom>
        </p:spPr>
        <p:style>
          <a:lnRef idx="1">
            <a:schemeClr val="accent1"/>
          </a:lnRef>
          <a:fillRef idx="0">
            <a:schemeClr val="accent1"/>
          </a:fillRef>
          <a:effectRef idx="0">
            <a:schemeClr val="accent1"/>
          </a:effectRef>
          <a:fontRef idx="minor">
            <a:schemeClr val="tx1"/>
          </a:fontRef>
        </p:style>
      </p:cxnSp>
      <p:sp>
        <p:nvSpPr>
          <p:cNvPr id="101" name="Rechteck 100"/>
          <p:cNvSpPr/>
          <p:nvPr/>
        </p:nvSpPr>
        <p:spPr>
          <a:xfrm>
            <a:off x="46743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3" name="Rechteck 102"/>
          <p:cNvSpPr/>
          <p:nvPr/>
        </p:nvSpPr>
        <p:spPr>
          <a:xfrm>
            <a:off x="251400" y="15567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4" name="Rechteck 103"/>
          <p:cNvSpPr/>
          <p:nvPr/>
        </p:nvSpPr>
        <p:spPr>
          <a:xfrm>
            <a:off x="4427980" y="1484730"/>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5" name="Rechteck 104"/>
          <p:cNvSpPr/>
          <p:nvPr/>
        </p:nvSpPr>
        <p:spPr>
          <a:xfrm>
            <a:off x="4572000" y="148473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Values in this column to</a:t>
            </a:r>
            <a:br>
              <a:rPr lang="en-US" sz="1000" dirty="0">
                <a:solidFill>
                  <a:schemeClr val="tx1"/>
                </a:solidFill>
              </a:rPr>
            </a:br>
            <a:r>
              <a:rPr lang="en-US" sz="1000" dirty="0">
                <a:solidFill>
                  <a:schemeClr val="tx1"/>
                </a:solidFill>
              </a:rPr>
              <a:t>be spread</a:t>
            </a:r>
          </a:p>
          <a:p>
            <a:r>
              <a:rPr lang="en-US" sz="1000" dirty="0">
                <a:solidFill>
                  <a:schemeClr val="tx1"/>
                </a:solidFill>
              </a:rPr>
              <a:t>(Parameter 2)</a:t>
            </a:r>
          </a:p>
        </p:txBody>
      </p:sp>
      <p:sp>
        <p:nvSpPr>
          <p:cNvPr id="109" name="Rechteck 108"/>
          <p:cNvSpPr/>
          <p:nvPr/>
        </p:nvSpPr>
        <p:spPr>
          <a:xfrm>
            <a:off x="1763610" y="1484730"/>
            <a:ext cx="93613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0" name="Rechteck 109"/>
          <p:cNvSpPr/>
          <p:nvPr/>
        </p:nvSpPr>
        <p:spPr>
          <a:xfrm>
            <a:off x="1763610" y="1556740"/>
            <a:ext cx="93613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11" name="Gerade Verbindung 110"/>
          <p:cNvCxnSpPr/>
          <p:nvPr/>
        </p:nvCxnSpPr>
        <p:spPr>
          <a:xfrm flipV="1">
            <a:off x="1763610" y="1556740"/>
            <a:ext cx="2520350" cy="1"/>
          </a:xfrm>
          <a:prstGeom prst="line">
            <a:avLst/>
          </a:prstGeom>
        </p:spPr>
        <p:style>
          <a:lnRef idx="1">
            <a:schemeClr val="accent1"/>
          </a:lnRef>
          <a:fillRef idx="0">
            <a:schemeClr val="accent1"/>
          </a:fillRef>
          <a:effectRef idx="0">
            <a:schemeClr val="accent1"/>
          </a:effectRef>
          <a:fontRef idx="minor">
            <a:schemeClr val="tx1"/>
          </a:fontRef>
        </p:style>
      </p:cxnSp>
      <p:sp>
        <p:nvSpPr>
          <p:cNvPr id="115" name="Rechteck 114"/>
          <p:cNvSpPr/>
          <p:nvPr/>
        </p:nvSpPr>
        <p:spPr>
          <a:xfrm>
            <a:off x="2699740" y="1484730"/>
            <a:ext cx="158422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8" name="Rechteck 117"/>
          <p:cNvSpPr/>
          <p:nvPr/>
        </p:nvSpPr>
        <p:spPr>
          <a:xfrm>
            <a:off x="2699740" y="184478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5" name="Rechteck 124"/>
          <p:cNvSpPr/>
          <p:nvPr/>
        </p:nvSpPr>
        <p:spPr>
          <a:xfrm>
            <a:off x="467430" y="16287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6" name="Rechteck 125"/>
          <p:cNvSpPr/>
          <p:nvPr/>
        </p:nvSpPr>
        <p:spPr>
          <a:xfrm>
            <a:off x="251400" y="16287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2" name="Rechteck 131"/>
          <p:cNvSpPr/>
          <p:nvPr/>
        </p:nvSpPr>
        <p:spPr>
          <a:xfrm>
            <a:off x="467430" y="17007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3" name="Rechteck 132"/>
          <p:cNvSpPr/>
          <p:nvPr/>
        </p:nvSpPr>
        <p:spPr>
          <a:xfrm>
            <a:off x="251400" y="17007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7" name="Rechteck 136"/>
          <p:cNvSpPr/>
          <p:nvPr/>
        </p:nvSpPr>
        <p:spPr>
          <a:xfrm>
            <a:off x="4139940" y="249287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8" name="Rechteck 137"/>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Table Name (Parameter 1)</a:t>
            </a:r>
          </a:p>
        </p:txBody>
      </p:sp>
      <p:sp>
        <p:nvSpPr>
          <p:cNvPr id="139" name="Pfeil nach rechts 138"/>
          <p:cNvSpPr/>
          <p:nvPr/>
        </p:nvSpPr>
        <p:spPr>
          <a:xfrm>
            <a:off x="1259540" y="2132820"/>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0" name="Rechteck 139"/>
          <p:cNvSpPr/>
          <p:nvPr/>
        </p:nvSpPr>
        <p:spPr>
          <a:xfrm>
            <a:off x="467430" y="17727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1" name="Rechteck 140"/>
          <p:cNvSpPr/>
          <p:nvPr/>
        </p:nvSpPr>
        <p:spPr>
          <a:xfrm>
            <a:off x="251400" y="17727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2" name="Rechteck 141"/>
          <p:cNvSpPr/>
          <p:nvPr/>
        </p:nvSpPr>
        <p:spPr>
          <a:xfrm>
            <a:off x="467430" y="18447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p:cNvSpPr/>
          <p:nvPr/>
        </p:nvSpPr>
        <p:spPr>
          <a:xfrm>
            <a:off x="251400" y="18447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4" name="Rechteck 143"/>
          <p:cNvSpPr/>
          <p:nvPr/>
        </p:nvSpPr>
        <p:spPr>
          <a:xfrm>
            <a:off x="467430" y="19167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5" name="Rechteck 144"/>
          <p:cNvSpPr/>
          <p:nvPr/>
        </p:nvSpPr>
        <p:spPr>
          <a:xfrm>
            <a:off x="251400" y="19167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6" name="Rechteck 145"/>
          <p:cNvSpPr/>
          <p:nvPr/>
        </p:nvSpPr>
        <p:spPr>
          <a:xfrm>
            <a:off x="467430" y="19888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7" name="Rechteck 146"/>
          <p:cNvSpPr/>
          <p:nvPr/>
        </p:nvSpPr>
        <p:spPr>
          <a:xfrm>
            <a:off x="251400" y="19888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Rechteck 147"/>
          <p:cNvSpPr/>
          <p:nvPr/>
        </p:nvSpPr>
        <p:spPr>
          <a:xfrm>
            <a:off x="467430" y="20608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9" name="Rechteck 148"/>
          <p:cNvSpPr/>
          <p:nvPr/>
        </p:nvSpPr>
        <p:spPr>
          <a:xfrm>
            <a:off x="251400" y="20608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0" name="Rechteck 149"/>
          <p:cNvSpPr/>
          <p:nvPr/>
        </p:nvSpPr>
        <p:spPr>
          <a:xfrm>
            <a:off x="467430" y="21328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p:cNvSpPr/>
          <p:nvPr/>
        </p:nvSpPr>
        <p:spPr>
          <a:xfrm>
            <a:off x="251400" y="21328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2" name="Rechteck 151"/>
          <p:cNvSpPr/>
          <p:nvPr/>
        </p:nvSpPr>
        <p:spPr>
          <a:xfrm>
            <a:off x="467430" y="22048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p:cNvSpPr/>
          <p:nvPr/>
        </p:nvSpPr>
        <p:spPr>
          <a:xfrm>
            <a:off x="251400" y="22048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4" name="Rechteck 153"/>
          <p:cNvSpPr/>
          <p:nvPr/>
        </p:nvSpPr>
        <p:spPr>
          <a:xfrm>
            <a:off x="467430" y="22768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p:cNvSpPr/>
          <p:nvPr/>
        </p:nvSpPr>
        <p:spPr>
          <a:xfrm>
            <a:off x="251400" y="22768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6" name="Rechteck 155"/>
          <p:cNvSpPr/>
          <p:nvPr/>
        </p:nvSpPr>
        <p:spPr>
          <a:xfrm>
            <a:off x="467430" y="23488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7" name="Rechteck 156"/>
          <p:cNvSpPr/>
          <p:nvPr/>
        </p:nvSpPr>
        <p:spPr>
          <a:xfrm>
            <a:off x="251400" y="23488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p:cNvSpPr/>
          <p:nvPr/>
        </p:nvSpPr>
        <p:spPr>
          <a:xfrm>
            <a:off x="467430" y="24208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p:cNvSpPr/>
          <p:nvPr/>
        </p:nvSpPr>
        <p:spPr>
          <a:xfrm>
            <a:off x="251400" y="24208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p:cNvSpPr/>
          <p:nvPr/>
        </p:nvSpPr>
        <p:spPr>
          <a:xfrm>
            <a:off x="467430" y="24928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p:cNvSpPr/>
          <p:nvPr/>
        </p:nvSpPr>
        <p:spPr>
          <a:xfrm>
            <a:off x="251400" y="24928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3" name="Rechteck 162"/>
          <p:cNvSpPr/>
          <p:nvPr/>
        </p:nvSpPr>
        <p:spPr>
          <a:xfrm>
            <a:off x="467430" y="25648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4" name="Rechteck 163"/>
          <p:cNvSpPr/>
          <p:nvPr/>
        </p:nvSpPr>
        <p:spPr>
          <a:xfrm>
            <a:off x="251400" y="25648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p:cNvSpPr/>
          <p:nvPr/>
        </p:nvSpPr>
        <p:spPr>
          <a:xfrm>
            <a:off x="467430" y="26368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6" name="Rechteck 165"/>
          <p:cNvSpPr/>
          <p:nvPr/>
        </p:nvSpPr>
        <p:spPr>
          <a:xfrm>
            <a:off x="251400" y="26368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7" name="Rechteck 166"/>
          <p:cNvSpPr/>
          <p:nvPr/>
        </p:nvSpPr>
        <p:spPr>
          <a:xfrm>
            <a:off x="467430" y="27089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8" name="Rechteck 167"/>
          <p:cNvSpPr/>
          <p:nvPr/>
        </p:nvSpPr>
        <p:spPr>
          <a:xfrm>
            <a:off x="251400" y="27089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9" name="Rechteck 168"/>
          <p:cNvSpPr/>
          <p:nvPr/>
        </p:nvSpPr>
        <p:spPr>
          <a:xfrm>
            <a:off x="467430" y="27809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p:cNvSpPr/>
          <p:nvPr/>
        </p:nvSpPr>
        <p:spPr>
          <a:xfrm>
            <a:off x="251400" y="27809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1" name="Rechteck 170"/>
          <p:cNvSpPr/>
          <p:nvPr/>
        </p:nvSpPr>
        <p:spPr>
          <a:xfrm>
            <a:off x="467430" y="28529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2" name="Rechteck 171"/>
          <p:cNvSpPr/>
          <p:nvPr/>
        </p:nvSpPr>
        <p:spPr>
          <a:xfrm>
            <a:off x="251400" y="28529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3" name="Rechteck 172"/>
          <p:cNvSpPr/>
          <p:nvPr/>
        </p:nvSpPr>
        <p:spPr>
          <a:xfrm>
            <a:off x="467430" y="29249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4" name="Rechteck 173"/>
          <p:cNvSpPr/>
          <p:nvPr/>
        </p:nvSpPr>
        <p:spPr>
          <a:xfrm>
            <a:off x="251400" y="29249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5" name="Rechteck 174"/>
          <p:cNvSpPr/>
          <p:nvPr/>
        </p:nvSpPr>
        <p:spPr>
          <a:xfrm>
            <a:off x="467430" y="29969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6" name="Rechteck 175"/>
          <p:cNvSpPr/>
          <p:nvPr/>
        </p:nvSpPr>
        <p:spPr>
          <a:xfrm>
            <a:off x="251400" y="29969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9" name="Rechteck 218"/>
          <p:cNvSpPr/>
          <p:nvPr/>
        </p:nvSpPr>
        <p:spPr>
          <a:xfrm>
            <a:off x="2987780" y="15567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0" name="Rechteck 219"/>
          <p:cNvSpPr/>
          <p:nvPr/>
        </p:nvSpPr>
        <p:spPr>
          <a:xfrm>
            <a:off x="3131800" y="162875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1" name="Rechteck 220"/>
          <p:cNvSpPr/>
          <p:nvPr/>
        </p:nvSpPr>
        <p:spPr>
          <a:xfrm>
            <a:off x="3131800" y="170076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2" name="Rechteck 221"/>
          <p:cNvSpPr/>
          <p:nvPr/>
        </p:nvSpPr>
        <p:spPr>
          <a:xfrm>
            <a:off x="3131800" y="177277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3" name="Rechteck 222"/>
          <p:cNvSpPr/>
          <p:nvPr/>
        </p:nvSpPr>
        <p:spPr>
          <a:xfrm>
            <a:off x="2843760" y="191679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p:cNvSpPr/>
          <p:nvPr/>
        </p:nvSpPr>
        <p:spPr>
          <a:xfrm>
            <a:off x="4139940" y="198880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5" name="Rechteck 224"/>
          <p:cNvSpPr/>
          <p:nvPr/>
        </p:nvSpPr>
        <p:spPr>
          <a:xfrm>
            <a:off x="4139940" y="206081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6" name="Rechteck 225"/>
          <p:cNvSpPr/>
          <p:nvPr/>
        </p:nvSpPr>
        <p:spPr>
          <a:xfrm>
            <a:off x="4139940" y="220483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7" name="Rechteck 226"/>
          <p:cNvSpPr/>
          <p:nvPr/>
        </p:nvSpPr>
        <p:spPr>
          <a:xfrm>
            <a:off x="3995920" y="213282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8" name="Rechteck 227"/>
          <p:cNvSpPr/>
          <p:nvPr/>
        </p:nvSpPr>
        <p:spPr>
          <a:xfrm>
            <a:off x="3995920" y="22768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9" name="Rechteck 228"/>
          <p:cNvSpPr/>
          <p:nvPr/>
        </p:nvSpPr>
        <p:spPr>
          <a:xfrm>
            <a:off x="3563860" y="234885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0" name="Rechteck 229"/>
          <p:cNvSpPr/>
          <p:nvPr/>
        </p:nvSpPr>
        <p:spPr>
          <a:xfrm>
            <a:off x="2987780" y="242086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1" name="Rechteck 230"/>
          <p:cNvSpPr/>
          <p:nvPr/>
        </p:nvSpPr>
        <p:spPr>
          <a:xfrm>
            <a:off x="2987780" y="249287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2" name="Rechteck 231"/>
          <p:cNvSpPr/>
          <p:nvPr/>
        </p:nvSpPr>
        <p:spPr>
          <a:xfrm>
            <a:off x="2987780" y="256488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3" name="Rechteck 232"/>
          <p:cNvSpPr/>
          <p:nvPr/>
        </p:nvSpPr>
        <p:spPr>
          <a:xfrm>
            <a:off x="3275820" y="263689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4" name="Rechteck 233"/>
          <p:cNvSpPr/>
          <p:nvPr/>
        </p:nvSpPr>
        <p:spPr>
          <a:xfrm>
            <a:off x="3419840" y="270890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5" name="Rechteck 234"/>
          <p:cNvSpPr/>
          <p:nvPr/>
        </p:nvSpPr>
        <p:spPr>
          <a:xfrm>
            <a:off x="3419840" y="278091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6" name="Rechteck 235"/>
          <p:cNvSpPr/>
          <p:nvPr/>
        </p:nvSpPr>
        <p:spPr>
          <a:xfrm>
            <a:off x="2699740" y="285292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7" name="Rechteck 236"/>
          <p:cNvSpPr/>
          <p:nvPr/>
        </p:nvSpPr>
        <p:spPr>
          <a:xfrm>
            <a:off x="2699740" y="292493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8" name="Rechteck 237"/>
          <p:cNvSpPr/>
          <p:nvPr/>
        </p:nvSpPr>
        <p:spPr>
          <a:xfrm>
            <a:off x="3851900" y="29969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9" name="Rechteck 238"/>
          <p:cNvSpPr/>
          <p:nvPr/>
        </p:nvSpPr>
        <p:spPr>
          <a:xfrm>
            <a:off x="4427980" y="2132820"/>
            <a:ext cx="144020" cy="50407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0" name="Rechteck 239"/>
          <p:cNvSpPr/>
          <p:nvPr/>
        </p:nvSpPr>
        <p:spPr>
          <a:xfrm>
            <a:off x="4572000" y="213282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Expression referring to columns</a:t>
            </a:r>
            <a:br>
              <a:rPr lang="en-US" sz="1000" dirty="0">
                <a:solidFill>
                  <a:schemeClr val="tx1"/>
                </a:solidFill>
              </a:rPr>
            </a:br>
            <a:r>
              <a:rPr lang="en-US" sz="1000" dirty="0">
                <a:solidFill>
                  <a:schemeClr val="tx1"/>
                </a:solidFill>
              </a:rPr>
              <a:t>to generate a key for spreading</a:t>
            </a:r>
            <a:br>
              <a:rPr lang="en-US" sz="1000" dirty="0">
                <a:solidFill>
                  <a:schemeClr val="tx1"/>
                </a:solidFill>
              </a:rPr>
            </a:br>
            <a:r>
              <a:rPr lang="en-US" sz="1000" dirty="0">
                <a:solidFill>
                  <a:schemeClr val="tx1"/>
                </a:solidFill>
              </a:rPr>
              <a:t>the values (Parameter 3)</a:t>
            </a:r>
          </a:p>
        </p:txBody>
      </p:sp>
      <p:sp>
        <p:nvSpPr>
          <p:cNvPr id="241" name="Rechteck 240"/>
          <p:cNvSpPr/>
          <p:nvPr/>
        </p:nvSpPr>
        <p:spPr>
          <a:xfrm>
            <a:off x="6516270" y="1484730"/>
            <a:ext cx="144020" cy="50407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2" name="Rechteck 241"/>
          <p:cNvSpPr/>
          <p:nvPr/>
        </p:nvSpPr>
        <p:spPr>
          <a:xfrm>
            <a:off x="6660290" y="148473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Header names</a:t>
            </a:r>
            <a:br>
              <a:rPr lang="en-US" sz="1000" dirty="0">
                <a:solidFill>
                  <a:schemeClr val="tx1"/>
                </a:solidFill>
              </a:rPr>
            </a:br>
            <a:r>
              <a:rPr lang="en-US" sz="1000" dirty="0">
                <a:solidFill>
                  <a:schemeClr val="tx1"/>
                </a:solidFill>
              </a:rPr>
              <a:t>(only with function </a:t>
            </a:r>
            <a:r>
              <a:rPr lang="en-US" sz="1000" b="1" dirty="0">
                <a:solidFill>
                  <a:schemeClr val="tx1"/>
                </a:solidFill>
              </a:rPr>
              <a:t>spread given headers</a:t>
            </a:r>
            <a:r>
              <a:rPr lang="en-US" sz="1000" dirty="0">
                <a:solidFill>
                  <a:schemeClr val="tx1"/>
                </a:solidFill>
              </a:rPr>
              <a:t>(),</a:t>
            </a:r>
          </a:p>
          <a:p>
            <a:r>
              <a:rPr lang="en-US" sz="1000" dirty="0">
                <a:solidFill>
                  <a:schemeClr val="tx1"/>
                </a:solidFill>
              </a:rPr>
              <a:t>(Parameter 4), otherwise columns are</a:t>
            </a:r>
            <a:br>
              <a:rPr lang="en-US" sz="1000" dirty="0">
                <a:solidFill>
                  <a:schemeClr val="tx1"/>
                </a:solidFill>
              </a:rPr>
            </a:br>
            <a:r>
              <a:rPr lang="en-US" sz="1000" dirty="0">
                <a:solidFill>
                  <a:schemeClr val="tx1"/>
                </a:solidFill>
              </a:rPr>
              <a:t>generated automatically.</a:t>
            </a:r>
          </a:p>
        </p:txBody>
      </p:sp>
      <p:sp>
        <p:nvSpPr>
          <p:cNvPr id="243" name="Rechteck 242"/>
          <p:cNvSpPr/>
          <p:nvPr/>
        </p:nvSpPr>
        <p:spPr>
          <a:xfrm>
            <a:off x="6516270" y="213282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4" name="Rechteck 243"/>
          <p:cNvSpPr/>
          <p:nvPr/>
        </p:nvSpPr>
        <p:spPr>
          <a:xfrm>
            <a:off x="6660290" y="213282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Header for remaining values</a:t>
            </a:r>
            <a:br>
              <a:rPr lang="en-US" sz="1000" dirty="0">
                <a:solidFill>
                  <a:schemeClr val="tx1"/>
                </a:solidFill>
              </a:rPr>
            </a:br>
            <a:r>
              <a:rPr lang="en-US" sz="1000" dirty="0">
                <a:solidFill>
                  <a:schemeClr val="tx1"/>
                </a:solidFill>
              </a:rPr>
              <a:t>which could not be allocated.</a:t>
            </a:r>
          </a:p>
          <a:p>
            <a:r>
              <a:rPr lang="en-US" sz="1000" b="1" dirty="0">
                <a:solidFill>
                  <a:schemeClr val="tx1"/>
                </a:solidFill>
              </a:rPr>
              <a:t>spread</a:t>
            </a:r>
            <a:r>
              <a:rPr lang="en-US" sz="1000" dirty="0">
                <a:solidFill>
                  <a:schemeClr val="tx1"/>
                </a:solidFill>
              </a:rPr>
              <a:t>(): Parameter 6</a:t>
            </a:r>
            <a:br>
              <a:rPr lang="en-US" sz="1000" dirty="0">
                <a:solidFill>
                  <a:schemeClr val="tx1"/>
                </a:solidFill>
              </a:rPr>
            </a:br>
            <a:r>
              <a:rPr lang="en-US" sz="1000" b="1" dirty="0">
                <a:solidFill>
                  <a:schemeClr val="tx1"/>
                </a:solidFill>
              </a:rPr>
              <a:t>spread given headers</a:t>
            </a:r>
            <a:r>
              <a:rPr lang="en-US" sz="1000" dirty="0">
                <a:solidFill>
                  <a:schemeClr val="tx1"/>
                </a:solidFill>
              </a:rPr>
              <a:t>(): Parameter 5</a:t>
            </a:r>
          </a:p>
        </p:txBody>
      </p:sp>
      <p:sp>
        <p:nvSpPr>
          <p:cNvPr id="245" name="Rechteck 244"/>
          <p:cNvSpPr/>
          <p:nvPr/>
        </p:nvSpPr>
        <p:spPr>
          <a:xfrm>
            <a:off x="176376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Spread Table</a:t>
            </a:r>
          </a:p>
        </p:txBody>
      </p:sp>
      <p:sp>
        <p:nvSpPr>
          <p:cNvPr id="246" name="Rechteck 245"/>
          <p:cNvSpPr/>
          <p:nvPr/>
        </p:nvSpPr>
        <p:spPr>
          <a:xfrm>
            <a:off x="179512" y="9087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Functions</a:t>
            </a:r>
            <a:r>
              <a:rPr lang="en-US" sz="1100" b="1" dirty="0">
                <a:solidFill>
                  <a:schemeClr val="tx1"/>
                </a:solidFill>
              </a:rPr>
              <a:t> spread(),  spread accumulating(), spread given headers(), spread accumulating given headers()</a:t>
            </a:r>
          </a:p>
        </p:txBody>
      </p:sp>
    </p:spTree>
    <p:extLst>
      <p:ext uri="{BB962C8B-B14F-4D97-AF65-F5344CB8AC3E}">
        <p14:creationId xmlns:p14="http://schemas.microsoft.com/office/powerpoint/2010/main" val="20881055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Rechteck 176"/>
          <p:cNvSpPr/>
          <p:nvPr/>
        </p:nvSpPr>
        <p:spPr>
          <a:xfrm>
            <a:off x="205165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p:cNvSpPr/>
          <p:nvPr/>
        </p:nvSpPr>
        <p:spPr>
          <a:xfrm>
            <a:off x="1835620" y="15567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p:cNvSpPr/>
          <p:nvPr/>
        </p:nvSpPr>
        <p:spPr>
          <a:xfrm>
            <a:off x="2051650" y="16287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p:cNvSpPr/>
          <p:nvPr/>
        </p:nvSpPr>
        <p:spPr>
          <a:xfrm>
            <a:off x="1835620" y="16287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1" name="Rechteck 180"/>
          <p:cNvSpPr/>
          <p:nvPr/>
        </p:nvSpPr>
        <p:spPr>
          <a:xfrm>
            <a:off x="2051650" y="17007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2" name="Rechteck 181"/>
          <p:cNvSpPr/>
          <p:nvPr/>
        </p:nvSpPr>
        <p:spPr>
          <a:xfrm>
            <a:off x="1835620" y="17007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3" name="Rechteck 182"/>
          <p:cNvSpPr/>
          <p:nvPr/>
        </p:nvSpPr>
        <p:spPr>
          <a:xfrm>
            <a:off x="2051650" y="17727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4" name="Rechteck 183"/>
          <p:cNvSpPr/>
          <p:nvPr/>
        </p:nvSpPr>
        <p:spPr>
          <a:xfrm>
            <a:off x="1835620" y="17727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5" name="Rechteck 184"/>
          <p:cNvSpPr/>
          <p:nvPr/>
        </p:nvSpPr>
        <p:spPr>
          <a:xfrm>
            <a:off x="2051650" y="18447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6" name="Rechteck 185"/>
          <p:cNvSpPr/>
          <p:nvPr/>
        </p:nvSpPr>
        <p:spPr>
          <a:xfrm>
            <a:off x="1835620" y="18447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p:cNvSpPr/>
          <p:nvPr/>
        </p:nvSpPr>
        <p:spPr>
          <a:xfrm>
            <a:off x="2051650" y="19167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p:cNvSpPr/>
          <p:nvPr/>
        </p:nvSpPr>
        <p:spPr>
          <a:xfrm>
            <a:off x="1835620" y="19167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2051650" y="19888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1835620" y="19888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1" name="Rechteck 190"/>
          <p:cNvSpPr/>
          <p:nvPr/>
        </p:nvSpPr>
        <p:spPr>
          <a:xfrm>
            <a:off x="2051650" y="20608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p:cNvSpPr/>
          <p:nvPr/>
        </p:nvSpPr>
        <p:spPr>
          <a:xfrm>
            <a:off x="1835620" y="20608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3" name="Rechteck 192"/>
          <p:cNvSpPr/>
          <p:nvPr/>
        </p:nvSpPr>
        <p:spPr>
          <a:xfrm>
            <a:off x="2051650" y="21328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1835620" y="21328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p:cNvSpPr/>
          <p:nvPr/>
        </p:nvSpPr>
        <p:spPr>
          <a:xfrm>
            <a:off x="2051650" y="22048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p:cNvSpPr/>
          <p:nvPr/>
        </p:nvSpPr>
        <p:spPr>
          <a:xfrm>
            <a:off x="1835620" y="22048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p:cNvSpPr/>
          <p:nvPr/>
        </p:nvSpPr>
        <p:spPr>
          <a:xfrm>
            <a:off x="2051650" y="22768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1835620" y="22768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9" name="Rechteck 198"/>
          <p:cNvSpPr/>
          <p:nvPr/>
        </p:nvSpPr>
        <p:spPr>
          <a:xfrm>
            <a:off x="2051650" y="23488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0" name="Rechteck 199"/>
          <p:cNvSpPr/>
          <p:nvPr/>
        </p:nvSpPr>
        <p:spPr>
          <a:xfrm>
            <a:off x="1835620" y="23488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1" name="Rechteck 200"/>
          <p:cNvSpPr/>
          <p:nvPr/>
        </p:nvSpPr>
        <p:spPr>
          <a:xfrm>
            <a:off x="2051650" y="24208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2" name="Rechteck 201"/>
          <p:cNvSpPr/>
          <p:nvPr/>
        </p:nvSpPr>
        <p:spPr>
          <a:xfrm>
            <a:off x="1835620" y="24208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3" name="Rechteck 202"/>
          <p:cNvSpPr/>
          <p:nvPr/>
        </p:nvSpPr>
        <p:spPr>
          <a:xfrm>
            <a:off x="2051650" y="24928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4" name="Rechteck 203"/>
          <p:cNvSpPr/>
          <p:nvPr/>
        </p:nvSpPr>
        <p:spPr>
          <a:xfrm>
            <a:off x="1835620" y="24928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5" name="Rechteck 204"/>
          <p:cNvSpPr/>
          <p:nvPr/>
        </p:nvSpPr>
        <p:spPr>
          <a:xfrm>
            <a:off x="2051650" y="25648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6" name="Rechteck 205"/>
          <p:cNvSpPr/>
          <p:nvPr/>
        </p:nvSpPr>
        <p:spPr>
          <a:xfrm>
            <a:off x="1835620" y="25648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7" name="Rechteck 206"/>
          <p:cNvSpPr/>
          <p:nvPr/>
        </p:nvSpPr>
        <p:spPr>
          <a:xfrm>
            <a:off x="2051650" y="26368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8" name="Rechteck 207"/>
          <p:cNvSpPr/>
          <p:nvPr/>
        </p:nvSpPr>
        <p:spPr>
          <a:xfrm>
            <a:off x="1835620" y="26368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9" name="Rechteck 208"/>
          <p:cNvSpPr/>
          <p:nvPr/>
        </p:nvSpPr>
        <p:spPr>
          <a:xfrm>
            <a:off x="2051650" y="27089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p:cNvSpPr/>
          <p:nvPr/>
        </p:nvSpPr>
        <p:spPr>
          <a:xfrm>
            <a:off x="1835620" y="27089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p:cNvSpPr/>
          <p:nvPr/>
        </p:nvSpPr>
        <p:spPr>
          <a:xfrm>
            <a:off x="2051650" y="27809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2" name="Rechteck 211"/>
          <p:cNvSpPr/>
          <p:nvPr/>
        </p:nvSpPr>
        <p:spPr>
          <a:xfrm>
            <a:off x="1835620" y="27809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3" name="Rechteck 212"/>
          <p:cNvSpPr/>
          <p:nvPr/>
        </p:nvSpPr>
        <p:spPr>
          <a:xfrm>
            <a:off x="2051650" y="28529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4" name="Rechteck 213"/>
          <p:cNvSpPr/>
          <p:nvPr/>
        </p:nvSpPr>
        <p:spPr>
          <a:xfrm>
            <a:off x="1835620" y="28529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5" name="Rechteck 214"/>
          <p:cNvSpPr/>
          <p:nvPr/>
        </p:nvSpPr>
        <p:spPr>
          <a:xfrm>
            <a:off x="2051650" y="29249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1835620" y="29249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7" name="Rechteck 216"/>
          <p:cNvSpPr/>
          <p:nvPr/>
        </p:nvSpPr>
        <p:spPr>
          <a:xfrm>
            <a:off x="2051650" y="29969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8" name="Rechteck 217"/>
          <p:cNvSpPr/>
          <p:nvPr/>
        </p:nvSpPr>
        <p:spPr>
          <a:xfrm>
            <a:off x="1835620" y="29969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3" name="Rechteck 122"/>
          <p:cNvSpPr/>
          <p:nvPr/>
        </p:nvSpPr>
        <p:spPr>
          <a:xfrm>
            <a:off x="4139940" y="1556740"/>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7" name="Rechteck 116"/>
          <p:cNvSpPr/>
          <p:nvPr/>
        </p:nvSpPr>
        <p:spPr>
          <a:xfrm>
            <a:off x="2699740" y="1484730"/>
            <a:ext cx="14402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 name="Titel 1"/>
          <p:cNvSpPr>
            <a:spLocks noGrp="1"/>
          </p:cNvSpPr>
          <p:nvPr>
            <p:ph type="title"/>
          </p:nvPr>
        </p:nvSpPr>
        <p:spPr/>
        <p:txBody>
          <a:bodyPr/>
          <a:lstStyle/>
          <a:p>
            <a:r>
              <a:rPr lang="en-US" dirty="0"/>
              <a:t>table spread given headers</a:t>
            </a:r>
          </a:p>
        </p:txBody>
      </p:sp>
      <p:sp>
        <p:nvSpPr>
          <p:cNvPr id="4" name="Textplatzhalter 3"/>
          <p:cNvSpPr>
            <a:spLocks noGrp="1"/>
          </p:cNvSpPr>
          <p:nvPr>
            <p:ph type="body" sz="quarter" idx="16"/>
          </p:nvPr>
        </p:nvSpPr>
        <p:spPr/>
        <p:txBody>
          <a:bodyPr/>
          <a:lstStyle/>
          <a:p>
            <a:endParaRPr lang="en-US"/>
          </a:p>
        </p:txBody>
      </p:sp>
      <p:sp>
        <p:nvSpPr>
          <p:cNvPr id="389" name="Rechteck 388"/>
          <p:cNvSpPr/>
          <p:nvPr/>
        </p:nvSpPr>
        <p:spPr>
          <a:xfrm>
            <a:off x="17939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Original Table</a:t>
            </a:r>
          </a:p>
        </p:txBody>
      </p:sp>
      <p:sp>
        <p:nvSpPr>
          <p:cNvPr id="92" name="Rechteck 91"/>
          <p:cNvSpPr/>
          <p:nvPr/>
        </p:nvSpPr>
        <p:spPr>
          <a:xfrm>
            <a:off x="179390" y="1484730"/>
            <a:ext cx="93613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3" name="Rechteck 92"/>
          <p:cNvSpPr/>
          <p:nvPr/>
        </p:nvSpPr>
        <p:spPr>
          <a:xfrm>
            <a:off x="179390" y="1556740"/>
            <a:ext cx="93613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p:cNvCxnSpPr/>
          <p:nvPr/>
        </p:nvCxnSpPr>
        <p:spPr>
          <a:xfrm>
            <a:off x="179390" y="1556740"/>
            <a:ext cx="936130" cy="0"/>
          </a:xfrm>
          <a:prstGeom prst="line">
            <a:avLst/>
          </a:prstGeom>
        </p:spPr>
        <p:style>
          <a:lnRef idx="1">
            <a:schemeClr val="accent1"/>
          </a:lnRef>
          <a:fillRef idx="0">
            <a:schemeClr val="accent1"/>
          </a:fillRef>
          <a:effectRef idx="0">
            <a:schemeClr val="accent1"/>
          </a:effectRef>
          <a:fontRef idx="minor">
            <a:schemeClr val="tx1"/>
          </a:fontRef>
        </p:style>
      </p:cxnSp>
      <p:sp>
        <p:nvSpPr>
          <p:cNvPr id="101" name="Rechteck 100"/>
          <p:cNvSpPr/>
          <p:nvPr/>
        </p:nvSpPr>
        <p:spPr>
          <a:xfrm>
            <a:off x="46743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3" name="Rechteck 102"/>
          <p:cNvSpPr/>
          <p:nvPr/>
        </p:nvSpPr>
        <p:spPr>
          <a:xfrm>
            <a:off x="251400" y="15567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4" name="Rechteck 103"/>
          <p:cNvSpPr/>
          <p:nvPr/>
        </p:nvSpPr>
        <p:spPr>
          <a:xfrm>
            <a:off x="4427980" y="1484730"/>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5" name="Rechteck 104"/>
          <p:cNvSpPr/>
          <p:nvPr/>
        </p:nvSpPr>
        <p:spPr>
          <a:xfrm>
            <a:off x="4572000" y="148473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Values in this column to</a:t>
            </a:r>
            <a:br>
              <a:rPr lang="en-US" sz="1000" dirty="0">
                <a:solidFill>
                  <a:schemeClr val="tx1"/>
                </a:solidFill>
              </a:rPr>
            </a:br>
            <a:r>
              <a:rPr lang="en-US" sz="1000" dirty="0">
                <a:solidFill>
                  <a:schemeClr val="tx1"/>
                </a:solidFill>
              </a:rPr>
              <a:t>be spread</a:t>
            </a:r>
          </a:p>
          <a:p>
            <a:r>
              <a:rPr lang="en-US" sz="1000" dirty="0">
                <a:solidFill>
                  <a:schemeClr val="tx1"/>
                </a:solidFill>
              </a:rPr>
              <a:t>(Parameter 2)</a:t>
            </a:r>
          </a:p>
        </p:txBody>
      </p:sp>
      <p:sp>
        <p:nvSpPr>
          <p:cNvPr id="109" name="Rechteck 108"/>
          <p:cNvSpPr/>
          <p:nvPr/>
        </p:nvSpPr>
        <p:spPr>
          <a:xfrm>
            <a:off x="1763610" y="1484730"/>
            <a:ext cx="93613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0" name="Rechteck 109"/>
          <p:cNvSpPr/>
          <p:nvPr/>
        </p:nvSpPr>
        <p:spPr>
          <a:xfrm>
            <a:off x="1763610" y="1556740"/>
            <a:ext cx="93613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11" name="Gerade Verbindung 110"/>
          <p:cNvCxnSpPr/>
          <p:nvPr/>
        </p:nvCxnSpPr>
        <p:spPr>
          <a:xfrm flipV="1">
            <a:off x="1763610" y="1556740"/>
            <a:ext cx="2520350" cy="1"/>
          </a:xfrm>
          <a:prstGeom prst="line">
            <a:avLst/>
          </a:prstGeom>
        </p:spPr>
        <p:style>
          <a:lnRef idx="1">
            <a:schemeClr val="accent1"/>
          </a:lnRef>
          <a:fillRef idx="0">
            <a:schemeClr val="accent1"/>
          </a:fillRef>
          <a:effectRef idx="0">
            <a:schemeClr val="accent1"/>
          </a:effectRef>
          <a:fontRef idx="minor">
            <a:schemeClr val="tx1"/>
          </a:fontRef>
        </p:style>
      </p:cxnSp>
      <p:sp>
        <p:nvSpPr>
          <p:cNvPr id="115" name="Rechteck 114"/>
          <p:cNvSpPr/>
          <p:nvPr/>
        </p:nvSpPr>
        <p:spPr>
          <a:xfrm>
            <a:off x="2699740" y="1484730"/>
            <a:ext cx="158422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8" name="Rechteck 117"/>
          <p:cNvSpPr/>
          <p:nvPr/>
        </p:nvSpPr>
        <p:spPr>
          <a:xfrm>
            <a:off x="2699740" y="184478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5" name="Rechteck 124"/>
          <p:cNvSpPr/>
          <p:nvPr/>
        </p:nvSpPr>
        <p:spPr>
          <a:xfrm>
            <a:off x="467430" y="16287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6" name="Rechteck 125"/>
          <p:cNvSpPr/>
          <p:nvPr/>
        </p:nvSpPr>
        <p:spPr>
          <a:xfrm>
            <a:off x="251400" y="16287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2" name="Rechteck 131"/>
          <p:cNvSpPr/>
          <p:nvPr/>
        </p:nvSpPr>
        <p:spPr>
          <a:xfrm>
            <a:off x="467430" y="17007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3" name="Rechteck 132"/>
          <p:cNvSpPr/>
          <p:nvPr/>
        </p:nvSpPr>
        <p:spPr>
          <a:xfrm>
            <a:off x="251400" y="17007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7" name="Rechteck 136"/>
          <p:cNvSpPr/>
          <p:nvPr/>
        </p:nvSpPr>
        <p:spPr>
          <a:xfrm>
            <a:off x="4139940" y="249287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8" name="Rechteck 137"/>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Table Name (Parameter 1)</a:t>
            </a:r>
          </a:p>
        </p:txBody>
      </p:sp>
      <p:sp>
        <p:nvSpPr>
          <p:cNvPr id="139" name="Pfeil nach rechts 138"/>
          <p:cNvSpPr/>
          <p:nvPr/>
        </p:nvSpPr>
        <p:spPr>
          <a:xfrm>
            <a:off x="1259540" y="2132820"/>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0" name="Rechteck 139"/>
          <p:cNvSpPr/>
          <p:nvPr/>
        </p:nvSpPr>
        <p:spPr>
          <a:xfrm>
            <a:off x="467430" y="17727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1" name="Rechteck 140"/>
          <p:cNvSpPr/>
          <p:nvPr/>
        </p:nvSpPr>
        <p:spPr>
          <a:xfrm>
            <a:off x="251400" y="17727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2" name="Rechteck 141"/>
          <p:cNvSpPr/>
          <p:nvPr/>
        </p:nvSpPr>
        <p:spPr>
          <a:xfrm>
            <a:off x="467430" y="18447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p:cNvSpPr/>
          <p:nvPr/>
        </p:nvSpPr>
        <p:spPr>
          <a:xfrm>
            <a:off x="251400" y="18447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4" name="Rechteck 143"/>
          <p:cNvSpPr/>
          <p:nvPr/>
        </p:nvSpPr>
        <p:spPr>
          <a:xfrm>
            <a:off x="467430" y="19167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5" name="Rechteck 144"/>
          <p:cNvSpPr/>
          <p:nvPr/>
        </p:nvSpPr>
        <p:spPr>
          <a:xfrm>
            <a:off x="251400" y="19167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6" name="Rechteck 145"/>
          <p:cNvSpPr/>
          <p:nvPr/>
        </p:nvSpPr>
        <p:spPr>
          <a:xfrm>
            <a:off x="467430" y="19888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7" name="Rechteck 146"/>
          <p:cNvSpPr/>
          <p:nvPr/>
        </p:nvSpPr>
        <p:spPr>
          <a:xfrm>
            <a:off x="251400" y="19888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Rechteck 147"/>
          <p:cNvSpPr/>
          <p:nvPr/>
        </p:nvSpPr>
        <p:spPr>
          <a:xfrm>
            <a:off x="467430" y="20608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9" name="Rechteck 148"/>
          <p:cNvSpPr/>
          <p:nvPr/>
        </p:nvSpPr>
        <p:spPr>
          <a:xfrm>
            <a:off x="251400" y="20608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0" name="Rechteck 149"/>
          <p:cNvSpPr/>
          <p:nvPr/>
        </p:nvSpPr>
        <p:spPr>
          <a:xfrm>
            <a:off x="467430" y="21328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p:cNvSpPr/>
          <p:nvPr/>
        </p:nvSpPr>
        <p:spPr>
          <a:xfrm>
            <a:off x="251400" y="21328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2" name="Rechteck 151"/>
          <p:cNvSpPr/>
          <p:nvPr/>
        </p:nvSpPr>
        <p:spPr>
          <a:xfrm>
            <a:off x="467430" y="22048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p:cNvSpPr/>
          <p:nvPr/>
        </p:nvSpPr>
        <p:spPr>
          <a:xfrm>
            <a:off x="251400" y="22048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4" name="Rechteck 153"/>
          <p:cNvSpPr/>
          <p:nvPr/>
        </p:nvSpPr>
        <p:spPr>
          <a:xfrm>
            <a:off x="467430" y="22768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p:cNvSpPr/>
          <p:nvPr/>
        </p:nvSpPr>
        <p:spPr>
          <a:xfrm>
            <a:off x="251400" y="22768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6" name="Rechteck 155"/>
          <p:cNvSpPr/>
          <p:nvPr/>
        </p:nvSpPr>
        <p:spPr>
          <a:xfrm>
            <a:off x="467430" y="23488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7" name="Rechteck 156"/>
          <p:cNvSpPr/>
          <p:nvPr/>
        </p:nvSpPr>
        <p:spPr>
          <a:xfrm>
            <a:off x="251400" y="23488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p:cNvSpPr/>
          <p:nvPr/>
        </p:nvSpPr>
        <p:spPr>
          <a:xfrm>
            <a:off x="467430" y="24208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p:cNvSpPr/>
          <p:nvPr/>
        </p:nvSpPr>
        <p:spPr>
          <a:xfrm>
            <a:off x="251400" y="24208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p:cNvSpPr/>
          <p:nvPr/>
        </p:nvSpPr>
        <p:spPr>
          <a:xfrm>
            <a:off x="467430" y="24928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p:cNvSpPr/>
          <p:nvPr/>
        </p:nvSpPr>
        <p:spPr>
          <a:xfrm>
            <a:off x="251400" y="24928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3" name="Rechteck 162"/>
          <p:cNvSpPr/>
          <p:nvPr/>
        </p:nvSpPr>
        <p:spPr>
          <a:xfrm>
            <a:off x="467430" y="25648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4" name="Rechteck 163"/>
          <p:cNvSpPr/>
          <p:nvPr/>
        </p:nvSpPr>
        <p:spPr>
          <a:xfrm>
            <a:off x="251400" y="25648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p:cNvSpPr/>
          <p:nvPr/>
        </p:nvSpPr>
        <p:spPr>
          <a:xfrm>
            <a:off x="467430" y="26368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6" name="Rechteck 165"/>
          <p:cNvSpPr/>
          <p:nvPr/>
        </p:nvSpPr>
        <p:spPr>
          <a:xfrm>
            <a:off x="251400" y="26368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7" name="Rechteck 166"/>
          <p:cNvSpPr/>
          <p:nvPr/>
        </p:nvSpPr>
        <p:spPr>
          <a:xfrm>
            <a:off x="467430" y="27089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8" name="Rechteck 167"/>
          <p:cNvSpPr/>
          <p:nvPr/>
        </p:nvSpPr>
        <p:spPr>
          <a:xfrm>
            <a:off x="251400" y="27089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9" name="Rechteck 168"/>
          <p:cNvSpPr/>
          <p:nvPr/>
        </p:nvSpPr>
        <p:spPr>
          <a:xfrm>
            <a:off x="467430" y="27809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p:cNvSpPr/>
          <p:nvPr/>
        </p:nvSpPr>
        <p:spPr>
          <a:xfrm>
            <a:off x="251400" y="27809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1" name="Rechteck 170"/>
          <p:cNvSpPr/>
          <p:nvPr/>
        </p:nvSpPr>
        <p:spPr>
          <a:xfrm>
            <a:off x="467430" y="28529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2" name="Rechteck 171"/>
          <p:cNvSpPr/>
          <p:nvPr/>
        </p:nvSpPr>
        <p:spPr>
          <a:xfrm>
            <a:off x="251400" y="28529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3" name="Rechteck 172"/>
          <p:cNvSpPr/>
          <p:nvPr/>
        </p:nvSpPr>
        <p:spPr>
          <a:xfrm>
            <a:off x="467430" y="29249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4" name="Rechteck 173"/>
          <p:cNvSpPr/>
          <p:nvPr/>
        </p:nvSpPr>
        <p:spPr>
          <a:xfrm>
            <a:off x="251400" y="29249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5" name="Rechteck 174"/>
          <p:cNvSpPr/>
          <p:nvPr/>
        </p:nvSpPr>
        <p:spPr>
          <a:xfrm>
            <a:off x="467430" y="29969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6" name="Rechteck 175"/>
          <p:cNvSpPr/>
          <p:nvPr/>
        </p:nvSpPr>
        <p:spPr>
          <a:xfrm>
            <a:off x="251400" y="29969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9" name="Rechteck 218"/>
          <p:cNvSpPr/>
          <p:nvPr/>
        </p:nvSpPr>
        <p:spPr>
          <a:xfrm>
            <a:off x="2987780" y="15567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0" name="Rechteck 219"/>
          <p:cNvSpPr/>
          <p:nvPr/>
        </p:nvSpPr>
        <p:spPr>
          <a:xfrm>
            <a:off x="3131800" y="162875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1" name="Rechteck 220"/>
          <p:cNvSpPr/>
          <p:nvPr/>
        </p:nvSpPr>
        <p:spPr>
          <a:xfrm>
            <a:off x="3131800" y="170076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2" name="Rechteck 221"/>
          <p:cNvSpPr/>
          <p:nvPr/>
        </p:nvSpPr>
        <p:spPr>
          <a:xfrm>
            <a:off x="3131800" y="177277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3" name="Rechteck 222"/>
          <p:cNvSpPr/>
          <p:nvPr/>
        </p:nvSpPr>
        <p:spPr>
          <a:xfrm>
            <a:off x="2843760" y="191679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p:cNvSpPr/>
          <p:nvPr/>
        </p:nvSpPr>
        <p:spPr>
          <a:xfrm>
            <a:off x="4139940" y="198880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5" name="Rechteck 224"/>
          <p:cNvSpPr/>
          <p:nvPr/>
        </p:nvSpPr>
        <p:spPr>
          <a:xfrm>
            <a:off x="4139940" y="206081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6" name="Rechteck 225"/>
          <p:cNvSpPr/>
          <p:nvPr/>
        </p:nvSpPr>
        <p:spPr>
          <a:xfrm>
            <a:off x="4139940" y="220483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7" name="Rechteck 226"/>
          <p:cNvSpPr/>
          <p:nvPr/>
        </p:nvSpPr>
        <p:spPr>
          <a:xfrm>
            <a:off x="3995920" y="213282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8" name="Rechteck 227"/>
          <p:cNvSpPr/>
          <p:nvPr/>
        </p:nvSpPr>
        <p:spPr>
          <a:xfrm>
            <a:off x="3995920" y="22768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9" name="Rechteck 228"/>
          <p:cNvSpPr/>
          <p:nvPr/>
        </p:nvSpPr>
        <p:spPr>
          <a:xfrm>
            <a:off x="3563860" y="234885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0" name="Rechteck 229"/>
          <p:cNvSpPr/>
          <p:nvPr/>
        </p:nvSpPr>
        <p:spPr>
          <a:xfrm>
            <a:off x="2987780" y="242086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1" name="Rechteck 230"/>
          <p:cNvSpPr/>
          <p:nvPr/>
        </p:nvSpPr>
        <p:spPr>
          <a:xfrm>
            <a:off x="2987780" y="249287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2" name="Rechteck 231"/>
          <p:cNvSpPr/>
          <p:nvPr/>
        </p:nvSpPr>
        <p:spPr>
          <a:xfrm>
            <a:off x="2987780" y="256488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3" name="Rechteck 232"/>
          <p:cNvSpPr/>
          <p:nvPr/>
        </p:nvSpPr>
        <p:spPr>
          <a:xfrm>
            <a:off x="3275820" y="263689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4" name="Rechteck 233"/>
          <p:cNvSpPr/>
          <p:nvPr/>
        </p:nvSpPr>
        <p:spPr>
          <a:xfrm>
            <a:off x="3419840" y="270890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5" name="Rechteck 234"/>
          <p:cNvSpPr/>
          <p:nvPr/>
        </p:nvSpPr>
        <p:spPr>
          <a:xfrm>
            <a:off x="3419840" y="278091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6" name="Rechteck 235"/>
          <p:cNvSpPr/>
          <p:nvPr/>
        </p:nvSpPr>
        <p:spPr>
          <a:xfrm>
            <a:off x="2699740" y="285292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7" name="Rechteck 236"/>
          <p:cNvSpPr/>
          <p:nvPr/>
        </p:nvSpPr>
        <p:spPr>
          <a:xfrm>
            <a:off x="2699740" y="292493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8" name="Rechteck 237"/>
          <p:cNvSpPr/>
          <p:nvPr/>
        </p:nvSpPr>
        <p:spPr>
          <a:xfrm>
            <a:off x="3851900" y="29969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9" name="Rechteck 238"/>
          <p:cNvSpPr/>
          <p:nvPr/>
        </p:nvSpPr>
        <p:spPr>
          <a:xfrm>
            <a:off x="4427980" y="2132820"/>
            <a:ext cx="144020" cy="50407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0" name="Rechteck 239"/>
          <p:cNvSpPr/>
          <p:nvPr/>
        </p:nvSpPr>
        <p:spPr>
          <a:xfrm>
            <a:off x="4572000" y="213282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Expression referring to columns</a:t>
            </a:r>
            <a:br>
              <a:rPr lang="en-US" sz="1000" dirty="0">
                <a:solidFill>
                  <a:schemeClr val="tx1"/>
                </a:solidFill>
              </a:rPr>
            </a:br>
            <a:r>
              <a:rPr lang="en-US" sz="1000" dirty="0">
                <a:solidFill>
                  <a:schemeClr val="tx1"/>
                </a:solidFill>
              </a:rPr>
              <a:t>to generate a key for spreading</a:t>
            </a:r>
            <a:br>
              <a:rPr lang="en-US" sz="1000" dirty="0">
                <a:solidFill>
                  <a:schemeClr val="tx1"/>
                </a:solidFill>
              </a:rPr>
            </a:br>
            <a:r>
              <a:rPr lang="en-US" sz="1000" dirty="0">
                <a:solidFill>
                  <a:schemeClr val="tx1"/>
                </a:solidFill>
              </a:rPr>
              <a:t>the values (Parameter 3)</a:t>
            </a:r>
          </a:p>
        </p:txBody>
      </p:sp>
      <p:sp>
        <p:nvSpPr>
          <p:cNvPr id="241" name="Rechteck 240"/>
          <p:cNvSpPr/>
          <p:nvPr/>
        </p:nvSpPr>
        <p:spPr>
          <a:xfrm>
            <a:off x="6516270" y="1484730"/>
            <a:ext cx="144020" cy="50407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2" name="Rechteck 241"/>
          <p:cNvSpPr/>
          <p:nvPr/>
        </p:nvSpPr>
        <p:spPr>
          <a:xfrm>
            <a:off x="6660290" y="148473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Header names</a:t>
            </a:r>
            <a:br>
              <a:rPr lang="en-US" sz="1000" dirty="0">
                <a:solidFill>
                  <a:schemeClr val="tx1"/>
                </a:solidFill>
              </a:rPr>
            </a:br>
            <a:r>
              <a:rPr lang="en-US" sz="1000" dirty="0">
                <a:solidFill>
                  <a:schemeClr val="tx1"/>
                </a:solidFill>
              </a:rPr>
              <a:t>(only with function </a:t>
            </a:r>
            <a:r>
              <a:rPr lang="en-US" sz="1000" b="1" dirty="0">
                <a:solidFill>
                  <a:schemeClr val="tx1"/>
                </a:solidFill>
              </a:rPr>
              <a:t>spread given headers</a:t>
            </a:r>
            <a:r>
              <a:rPr lang="en-US" sz="1000" dirty="0">
                <a:solidFill>
                  <a:schemeClr val="tx1"/>
                </a:solidFill>
              </a:rPr>
              <a:t>(),</a:t>
            </a:r>
          </a:p>
          <a:p>
            <a:r>
              <a:rPr lang="en-US" sz="1000" dirty="0">
                <a:solidFill>
                  <a:schemeClr val="tx1"/>
                </a:solidFill>
              </a:rPr>
              <a:t>(Parameter 4), otherwise columns are</a:t>
            </a:r>
            <a:br>
              <a:rPr lang="en-US" sz="1000" dirty="0">
                <a:solidFill>
                  <a:schemeClr val="tx1"/>
                </a:solidFill>
              </a:rPr>
            </a:br>
            <a:r>
              <a:rPr lang="en-US" sz="1000" dirty="0">
                <a:solidFill>
                  <a:schemeClr val="tx1"/>
                </a:solidFill>
              </a:rPr>
              <a:t>generated automatically.</a:t>
            </a:r>
          </a:p>
        </p:txBody>
      </p:sp>
      <p:sp>
        <p:nvSpPr>
          <p:cNvPr id="243" name="Rechteck 242"/>
          <p:cNvSpPr/>
          <p:nvPr/>
        </p:nvSpPr>
        <p:spPr>
          <a:xfrm>
            <a:off x="6516270" y="213282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4" name="Rechteck 243"/>
          <p:cNvSpPr/>
          <p:nvPr/>
        </p:nvSpPr>
        <p:spPr>
          <a:xfrm>
            <a:off x="6660290" y="213282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Header for remaining values</a:t>
            </a:r>
            <a:br>
              <a:rPr lang="en-US" sz="1000" dirty="0">
                <a:solidFill>
                  <a:schemeClr val="tx1"/>
                </a:solidFill>
              </a:rPr>
            </a:br>
            <a:r>
              <a:rPr lang="en-US" sz="1000" dirty="0">
                <a:solidFill>
                  <a:schemeClr val="tx1"/>
                </a:solidFill>
              </a:rPr>
              <a:t>which could not be allocated.</a:t>
            </a:r>
          </a:p>
          <a:p>
            <a:r>
              <a:rPr lang="en-US" sz="1000" b="1" dirty="0">
                <a:solidFill>
                  <a:schemeClr val="tx1"/>
                </a:solidFill>
              </a:rPr>
              <a:t>spread</a:t>
            </a:r>
            <a:r>
              <a:rPr lang="en-US" sz="1000" dirty="0">
                <a:solidFill>
                  <a:schemeClr val="tx1"/>
                </a:solidFill>
              </a:rPr>
              <a:t>(): Parameter 6</a:t>
            </a:r>
            <a:br>
              <a:rPr lang="en-US" sz="1000" dirty="0">
                <a:solidFill>
                  <a:schemeClr val="tx1"/>
                </a:solidFill>
              </a:rPr>
            </a:br>
            <a:r>
              <a:rPr lang="en-US" sz="1000" b="1" dirty="0">
                <a:solidFill>
                  <a:schemeClr val="tx1"/>
                </a:solidFill>
              </a:rPr>
              <a:t>spread given headers</a:t>
            </a:r>
            <a:r>
              <a:rPr lang="en-US" sz="1000" dirty="0">
                <a:solidFill>
                  <a:schemeClr val="tx1"/>
                </a:solidFill>
              </a:rPr>
              <a:t>(): Parameter 5</a:t>
            </a:r>
          </a:p>
        </p:txBody>
      </p:sp>
      <p:sp>
        <p:nvSpPr>
          <p:cNvPr id="245" name="Rechteck 244"/>
          <p:cNvSpPr/>
          <p:nvPr/>
        </p:nvSpPr>
        <p:spPr>
          <a:xfrm>
            <a:off x="176376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Spread Table</a:t>
            </a:r>
          </a:p>
        </p:txBody>
      </p:sp>
      <p:sp>
        <p:nvSpPr>
          <p:cNvPr id="246" name="Rechteck 245"/>
          <p:cNvSpPr/>
          <p:nvPr/>
        </p:nvSpPr>
        <p:spPr>
          <a:xfrm>
            <a:off x="179512" y="90872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Functions</a:t>
            </a:r>
            <a:r>
              <a:rPr lang="en-US" sz="1100" b="1" dirty="0">
                <a:solidFill>
                  <a:schemeClr val="tx1"/>
                </a:solidFill>
              </a:rPr>
              <a:t> spread() </a:t>
            </a:r>
            <a:r>
              <a:rPr lang="en-US" sz="1100" dirty="0">
                <a:solidFill>
                  <a:schemeClr val="tx1"/>
                </a:solidFill>
              </a:rPr>
              <a:t>and</a:t>
            </a:r>
            <a:r>
              <a:rPr lang="en-US" sz="1100" b="1" dirty="0">
                <a:solidFill>
                  <a:schemeClr val="tx1"/>
                </a:solidFill>
              </a:rPr>
              <a:t> spread given headers()</a:t>
            </a:r>
          </a:p>
        </p:txBody>
      </p:sp>
    </p:spTree>
    <p:extLst>
      <p:ext uri="{BB962C8B-B14F-4D97-AF65-F5344CB8AC3E}">
        <p14:creationId xmlns:p14="http://schemas.microsoft.com/office/powerpoint/2010/main" val="37400659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File Copy Multiple / </a:t>
            </a:r>
            <a:r>
              <a:rPr lang="en-US" dirty="0" err="1"/>
              <a:t>Directorie</a:t>
            </a:r>
            <a:endParaRPr lang="en-US" dirty="0"/>
          </a:p>
        </p:txBody>
      </p:sp>
      <p:sp>
        <p:nvSpPr>
          <p:cNvPr id="3" name="Textplatzhalter 2"/>
          <p:cNvSpPr>
            <a:spLocks noGrp="1"/>
          </p:cNvSpPr>
          <p:nvPr>
            <p:ph type="body" sz="quarter" idx="16"/>
          </p:nvPr>
        </p:nvSpPr>
        <p:spPr/>
        <p:txBody>
          <a:bodyPr/>
          <a:lstStyle/>
          <a:p>
            <a:endParaRPr lang="en-US"/>
          </a:p>
        </p:txBody>
      </p:sp>
      <p:sp>
        <p:nvSpPr>
          <p:cNvPr id="4" name="Ellipse 3"/>
          <p:cNvSpPr/>
          <p:nvPr/>
        </p:nvSpPr>
        <p:spPr>
          <a:xfrm>
            <a:off x="1691600" y="213282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5" name="Ellipse 4"/>
          <p:cNvSpPr/>
          <p:nvPr/>
        </p:nvSpPr>
        <p:spPr>
          <a:xfrm>
            <a:off x="2555720" y="170076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6" name="Ellipse 5"/>
          <p:cNvSpPr/>
          <p:nvPr/>
        </p:nvSpPr>
        <p:spPr>
          <a:xfrm>
            <a:off x="2555720" y="213282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2</a:t>
            </a:r>
          </a:p>
        </p:txBody>
      </p:sp>
      <p:sp>
        <p:nvSpPr>
          <p:cNvPr id="8" name="Ellipse 7"/>
          <p:cNvSpPr/>
          <p:nvPr/>
        </p:nvSpPr>
        <p:spPr>
          <a:xfrm>
            <a:off x="2555720" y="278091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n</a:t>
            </a:r>
          </a:p>
        </p:txBody>
      </p:sp>
      <p:sp>
        <p:nvSpPr>
          <p:cNvPr id="9" name="Rechteck 8"/>
          <p:cNvSpPr/>
          <p:nvPr/>
        </p:nvSpPr>
        <p:spPr>
          <a:xfrm>
            <a:off x="2627730" y="249287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500" dirty="0">
                <a:solidFill>
                  <a:schemeClr val="tx1"/>
                </a:solidFill>
              </a:rPr>
              <a:t>:</a:t>
            </a:r>
          </a:p>
        </p:txBody>
      </p:sp>
      <p:cxnSp>
        <p:nvCxnSpPr>
          <p:cNvPr id="11" name="Gerade Verbindung mit Pfeil 10"/>
          <p:cNvCxnSpPr>
            <a:stCxn id="4" idx="7"/>
            <a:endCxn id="5" idx="2"/>
          </p:cNvCxnSpPr>
          <p:nvPr/>
        </p:nvCxnSpPr>
        <p:spPr>
          <a:xfrm flipV="1">
            <a:off x="1998922" y="1880785"/>
            <a:ext cx="556798" cy="304763"/>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Gerade Verbindung mit Pfeil 14"/>
          <p:cNvCxnSpPr>
            <a:stCxn id="4" idx="5"/>
            <a:endCxn id="8" idx="2"/>
          </p:cNvCxnSpPr>
          <p:nvPr/>
        </p:nvCxnSpPr>
        <p:spPr>
          <a:xfrm>
            <a:off x="1998922" y="2440142"/>
            <a:ext cx="556798" cy="520793"/>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Ellipse 18"/>
          <p:cNvSpPr/>
          <p:nvPr/>
        </p:nvSpPr>
        <p:spPr>
          <a:xfrm>
            <a:off x="4067930" y="213282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20" name="Ellipse 19"/>
          <p:cNvSpPr/>
          <p:nvPr/>
        </p:nvSpPr>
        <p:spPr>
          <a:xfrm>
            <a:off x="3203810" y="170076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21" name="Ellipse 20"/>
          <p:cNvSpPr/>
          <p:nvPr/>
        </p:nvSpPr>
        <p:spPr>
          <a:xfrm>
            <a:off x="3203810" y="213282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2</a:t>
            </a:r>
          </a:p>
        </p:txBody>
      </p:sp>
      <p:sp>
        <p:nvSpPr>
          <p:cNvPr id="22" name="Ellipse 21"/>
          <p:cNvSpPr/>
          <p:nvPr/>
        </p:nvSpPr>
        <p:spPr>
          <a:xfrm>
            <a:off x="3203810" y="278091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n</a:t>
            </a:r>
          </a:p>
        </p:txBody>
      </p:sp>
      <p:sp>
        <p:nvSpPr>
          <p:cNvPr id="23" name="Rechteck 22"/>
          <p:cNvSpPr/>
          <p:nvPr/>
        </p:nvSpPr>
        <p:spPr>
          <a:xfrm>
            <a:off x="3275820" y="249287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500" dirty="0">
                <a:solidFill>
                  <a:schemeClr val="tx1"/>
                </a:solidFill>
              </a:rPr>
              <a:t>:</a:t>
            </a:r>
          </a:p>
        </p:txBody>
      </p:sp>
      <p:cxnSp>
        <p:nvCxnSpPr>
          <p:cNvPr id="24" name="Gerade Verbindung mit Pfeil 23"/>
          <p:cNvCxnSpPr>
            <a:stCxn id="20" idx="6"/>
            <a:endCxn id="19" idx="1"/>
          </p:cNvCxnSpPr>
          <p:nvPr/>
        </p:nvCxnSpPr>
        <p:spPr>
          <a:xfrm>
            <a:off x="3563860" y="1880785"/>
            <a:ext cx="556798" cy="304763"/>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Gerade Verbindung mit Pfeil 24"/>
          <p:cNvCxnSpPr>
            <a:stCxn id="22" idx="6"/>
            <a:endCxn id="19" idx="3"/>
          </p:cNvCxnSpPr>
          <p:nvPr/>
        </p:nvCxnSpPr>
        <p:spPr>
          <a:xfrm flipV="1">
            <a:off x="3563860" y="2440142"/>
            <a:ext cx="556798" cy="520793"/>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Gerade Verbindung mit Pfeil 26"/>
          <p:cNvCxnSpPr>
            <a:stCxn id="21" idx="6"/>
            <a:endCxn id="19" idx="2"/>
          </p:cNvCxnSpPr>
          <p:nvPr/>
        </p:nvCxnSpPr>
        <p:spPr>
          <a:xfrm>
            <a:off x="3563860" y="231284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Ellipse 35"/>
          <p:cNvSpPr/>
          <p:nvPr/>
        </p:nvSpPr>
        <p:spPr>
          <a:xfrm>
            <a:off x="4716020" y="170076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37" name="Ellipse 36"/>
          <p:cNvSpPr/>
          <p:nvPr/>
        </p:nvSpPr>
        <p:spPr>
          <a:xfrm>
            <a:off x="4716020" y="213282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2</a:t>
            </a:r>
          </a:p>
        </p:txBody>
      </p:sp>
      <p:sp>
        <p:nvSpPr>
          <p:cNvPr id="38" name="Ellipse 37"/>
          <p:cNvSpPr/>
          <p:nvPr/>
        </p:nvSpPr>
        <p:spPr>
          <a:xfrm>
            <a:off x="4716020" y="278091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n</a:t>
            </a:r>
          </a:p>
        </p:txBody>
      </p:sp>
      <p:sp>
        <p:nvSpPr>
          <p:cNvPr id="39" name="Rechteck 38"/>
          <p:cNvSpPr/>
          <p:nvPr/>
        </p:nvSpPr>
        <p:spPr>
          <a:xfrm>
            <a:off x="4788030" y="249287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500" dirty="0">
                <a:solidFill>
                  <a:schemeClr val="tx1"/>
                </a:solidFill>
              </a:rPr>
              <a:t>:</a:t>
            </a:r>
          </a:p>
        </p:txBody>
      </p:sp>
      <p:cxnSp>
        <p:nvCxnSpPr>
          <p:cNvPr id="40" name="Gerade Verbindung mit Pfeil 39"/>
          <p:cNvCxnSpPr>
            <a:stCxn id="37" idx="6"/>
            <a:endCxn id="42" idx="2"/>
          </p:cNvCxnSpPr>
          <p:nvPr/>
        </p:nvCxnSpPr>
        <p:spPr>
          <a:xfrm>
            <a:off x="5076070" y="231284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Ellipse 40"/>
          <p:cNvSpPr/>
          <p:nvPr/>
        </p:nvSpPr>
        <p:spPr>
          <a:xfrm>
            <a:off x="5580140" y="170076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42" name="Ellipse 41"/>
          <p:cNvSpPr/>
          <p:nvPr/>
        </p:nvSpPr>
        <p:spPr>
          <a:xfrm>
            <a:off x="5580140" y="213282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2</a:t>
            </a:r>
          </a:p>
        </p:txBody>
      </p:sp>
      <p:sp>
        <p:nvSpPr>
          <p:cNvPr id="43" name="Ellipse 42"/>
          <p:cNvSpPr/>
          <p:nvPr/>
        </p:nvSpPr>
        <p:spPr>
          <a:xfrm>
            <a:off x="5580140" y="278091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n</a:t>
            </a:r>
          </a:p>
        </p:txBody>
      </p:sp>
      <p:sp>
        <p:nvSpPr>
          <p:cNvPr id="44" name="Rechteck 43"/>
          <p:cNvSpPr/>
          <p:nvPr/>
        </p:nvSpPr>
        <p:spPr>
          <a:xfrm>
            <a:off x="5652150" y="249287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500" dirty="0">
                <a:solidFill>
                  <a:schemeClr val="tx1"/>
                </a:solidFill>
              </a:rPr>
              <a:t>:</a:t>
            </a:r>
          </a:p>
        </p:txBody>
      </p:sp>
      <p:cxnSp>
        <p:nvCxnSpPr>
          <p:cNvPr id="47" name="Gerade Verbindung mit Pfeil 46"/>
          <p:cNvCxnSpPr>
            <a:stCxn id="36" idx="6"/>
            <a:endCxn id="41" idx="2"/>
          </p:cNvCxnSpPr>
          <p:nvPr/>
        </p:nvCxnSpPr>
        <p:spPr>
          <a:xfrm>
            <a:off x="5076070" y="188078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Gerade Verbindung mit Pfeil 49"/>
          <p:cNvCxnSpPr>
            <a:stCxn id="38" idx="6"/>
            <a:endCxn id="43" idx="2"/>
          </p:cNvCxnSpPr>
          <p:nvPr/>
        </p:nvCxnSpPr>
        <p:spPr>
          <a:xfrm>
            <a:off x="5076070" y="296093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Ellipse 56"/>
          <p:cNvSpPr/>
          <p:nvPr/>
        </p:nvSpPr>
        <p:spPr>
          <a:xfrm>
            <a:off x="6372250" y="170076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58" name="Ellipse 57"/>
          <p:cNvSpPr/>
          <p:nvPr/>
        </p:nvSpPr>
        <p:spPr>
          <a:xfrm>
            <a:off x="6372250" y="213282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2</a:t>
            </a:r>
          </a:p>
        </p:txBody>
      </p:sp>
      <p:sp>
        <p:nvSpPr>
          <p:cNvPr id="59" name="Ellipse 58"/>
          <p:cNvSpPr/>
          <p:nvPr/>
        </p:nvSpPr>
        <p:spPr>
          <a:xfrm>
            <a:off x="6372250" y="364503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8</a:t>
            </a:r>
          </a:p>
        </p:txBody>
      </p:sp>
      <p:sp>
        <p:nvSpPr>
          <p:cNvPr id="60" name="Rechteck 59"/>
          <p:cNvSpPr/>
          <p:nvPr/>
        </p:nvSpPr>
        <p:spPr>
          <a:xfrm>
            <a:off x="6444260" y="335699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500" dirty="0">
                <a:solidFill>
                  <a:schemeClr val="tx1"/>
                </a:solidFill>
              </a:rPr>
              <a:t>:</a:t>
            </a:r>
          </a:p>
        </p:txBody>
      </p:sp>
      <p:sp>
        <p:nvSpPr>
          <p:cNvPr id="61" name="Ellipse 60"/>
          <p:cNvSpPr/>
          <p:nvPr/>
        </p:nvSpPr>
        <p:spPr>
          <a:xfrm>
            <a:off x="6372250" y="256488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3</a:t>
            </a:r>
          </a:p>
        </p:txBody>
      </p:sp>
      <p:sp>
        <p:nvSpPr>
          <p:cNvPr id="62" name="Ellipse 61"/>
          <p:cNvSpPr/>
          <p:nvPr/>
        </p:nvSpPr>
        <p:spPr>
          <a:xfrm>
            <a:off x="6372250" y="299694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4</a:t>
            </a:r>
          </a:p>
        </p:txBody>
      </p:sp>
      <p:sp>
        <p:nvSpPr>
          <p:cNvPr id="63" name="Ellipse 62"/>
          <p:cNvSpPr/>
          <p:nvPr/>
        </p:nvSpPr>
        <p:spPr>
          <a:xfrm>
            <a:off x="7236370" y="170076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64" name="Ellipse 63"/>
          <p:cNvSpPr/>
          <p:nvPr/>
        </p:nvSpPr>
        <p:spPr>
          <a:xfrm>
            <a:off x="7236370" y="213282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2</a:t>
            </a:r>
          </a:p>
        </p:txBody>
      </p:sp>
      <p:cxnSp>
        <p:nvCxnSpPr>
          <p:cNvPr id="65" name="Gerade Verbindung mit Pfeil 64"/>
          <p:cNvCxnSpPr>
            <a:stCxn id="119" idx="6"/>
            <a:endCxn id="102" idx="2"/>
          </p:cNvCxnSpPr>
          <p:nvPr/>
        </p:nvCxnSpPr>
        <p:spPr>
          <a:xfrm>
            <a:off x="8244510" y="188078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Gerade Verbindung mit Pfeil 67"/>
          <p:cNvCxnSpPr>
            <a:stCxn id="58" idx="6"/>
            <a:endCxn id="64" idx="2"/>
          </p:cNvCxnSpPr>
          <p:nvPr/>
        </p:nvCxnSpPr>
        <p:spPr>
          <a:xfrm>
            <a:off x="6732300" y="231284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Gerade Verbindung mit Pfeil 70"/>
          <p:cNvCxnSpPr>
            <a:stCxn id="61" idx="6"/>
            <a:endCxn id="63" idx="2"/>
          </p:cNvCxnSpPr>
          <p:nvPr/>
        </p:nvCxnSpPr>
        <p:spPr>
          <a:xfrm flipV="1">
            <a:off x="6732300" y="1880785"/>
            <a:ext cx="504070" cy="86412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Gerade Verbindung mit Pfeil 73"/>
          <p:cNvCxnSpPr>
            <a:stCxn id="62" idx="6"/>
            <a:endCxn id="64" idx="2"/>
          </p:cNvCxnSpPr>
          <p:nvPr/>
        </p:nvCxnSpPr>
        <p:spPr>
          <a:xfrm flipV="1">
            <a:off x="6732300" y="2312845"/>
            <a:ext cx="504070" cy="86412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Gerade Verbindung mit Pfeil 76"/>
          <p:cNvCxnSpPr>
            <a:stCxn id="59" idx="6"/>
            <a:endCxn id="64" idx="3"/>
          </p:cNvCxnSpPr>
          <p:nvPr/>
        </p:nvCxnSpPr>
        <p:spPr>
          <a:xfrm flipV="1">
            <a:off x="6732300" y="2440142"/>
            <a:ext cx="556798" cy="1384913"/>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2" name="Ellipse 81"/>
          <p:cNvSpPr/>
          <p:nvPr/>
        </p:nvSpPr>
        <p:spPr>
          <a:xfrm>
            <a:off x="1043510" y="213282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cxnSp>
        <p:nvCxnSpPr>
          <p:cNvPr id="85" name="Gerade Verbindung mit Pfeil 84"/>
          <p:cNvCxnSpPr>
            <a:stCxn id="86" idx="6"/>
            <a:endCxn id="82" idx="2"/>
          </p:cNvCxnSpPr>
          <p:nvPr/>
        </p:nvCxnSpPr>
        <p:spPr>
          <a:xfrm>
            <a:off x="539440" y="231284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6" name="Ellipse 85"/>
          <p:cNvSpPr/>
          <p:nvPr/>
        </p:nvSpPr>
        <p:spPr>
          <a:xfrm>
            <a:off x="179390" y="213282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91" name="Rechteck 90"/>
          <p:cNvSpPr/>
          <p:nvPr/>
        </p:nvSpPr>
        <p:spPr>
          <a:xfrm>
            <a:off x="251400" y="141272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a.</a:t>
            </a:r>
          </a:p>
        </p:txBody>
      </p:sp>
      <p:sp>
        <p:nvSpPr>
          <p:cNvPr id="92" name="Rechteck 91"/>
          <p:cNvSpPr/>
          <p:nvPr/>
        </p:nvSpPr>
        <p:spPr>
          <a:xfrm>
            <a:off x="1763610" y="141272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b.</a:t>
            </a:r>
          </a:p>
        </p:txBody>
      </p:sp>
      <p:sp>
        <p:nvSpPr>
          <p:cNvPr id="93" name="Rechteck 92"/>
          <p:cNvSpPr/>
          <p:nvPr/>
        </p:nvSpPr>
        <p:spPr>
          <a:xfrm>
            <a:off x="3275820" y="141272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c.</a:t>
            </a:r>
          </a:p>
        </p:txBody>
      </p:sp>
      <p:sp>
        <p:nvSpPr>
          <p:cNvPr id="94" name="Rechteck 93"/>
          <p:cNvSpPr/>
          <p:nvPr/>
        </p:nvSpPr>
        <p:spPr>
          <a:xfrm>
            <a:off x="4788030" y="141272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d.</a:t>
            </a:r>
          </a:p>
        </p:txBody>
      </p:sp>
      <p:sp>
        <p:nvSpPr>
          <p:cNvPr id="95" name="Rechteck 94"/>
          <p:cNvSpPr/>
          <p:nvPr/>
        </p:nvSpPr>
        <p:spPr>
          <a:xfrm>
            <a:off x="6444260" y="141272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e.</a:t>
            </a:r>
          </a:p>
        </p:txBody>
      </p:sp>
      <p:sp>
        <p:nvSpPr>
          <p:cNvPr id="96" name="Ellipse 95"/>
          <p:cNvSpPr/>
          <p:nvPr/>
        </p:nvSpPr>
        <p:spPr>
          <a:xfrm>
            <a:off x="179390" y="364503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n</a:t>
            </a:r>
          </a:p>
        </p:txBody>
      </p:sp>
      <p:sp>
        <p:nvSpPr>
          <p:cNvPr id="99" name="Rechteck 98"/>
          <p:cNvSpPr/>
          <p:nvPr/>
        </p:nvSpPr>
        <p:spPr>
          <a:xfrm>
            <a:off x="611450" y="3717040"/>
            <a:ext cx="151221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400" dirty="0">
                <a:solidFill>
                  <a:schemeClr val="tx1"/>
                </a:solidFill>
              </a:rPr>
              <a:t>source directory</a:t>
            </a:r>
          </a:p>
        </p:txBody>
      </p:sp>
      <p:sp>
        <p:nvSpPr>
          <p:cNvPr id="100" name="Ellipse 99"/>
          <p:cNvSpPr/>
          <p:nvPr/>
        </p:nvSpPr>
        <p:spPr>
          <a:xfrm>
            <a:off x="2195670" y="364503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n</a:t>
            </a:r>
          </a:p>
        </p:txBody>
      </p:sp>
      <p:sp>
        <p:nvSpPr>
          <p:cNvPr id="101" name="Rechteck 100"/>
          <p:cNvSpPr/>
          <p:nvPr/>
        </p:nvSpPr>
        <p:spPr>
          <a:xfrm>
            <a:off x="2627730" y="3717040"/>
            <a:ext cx="151221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400" dirty="0">
                <a:solidFill>
                  <a:schemeClr val="tx1"/>
                </a:solidFill>
              </a:rPr>
              <a:t>destination directory</a:t>
            </a:r>
          </a:p>
        </p:txBody>
      </p:sp>
      <p:sp>
        <p:nvSpPr>
          <p:cNvPr id="102" name="Ellipse 101"/>
          <p:cNvSpPr/>
          <p:nvPr/>
        </p:nvSpPr>
        <p:spPr>
          <a:xfrm>
            <a:off x="8748580" y="170076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103" name="Ellipse 102"/>
          <p:cNvSpPr/>
          <p:nvPr/>
        </p:nvSpPr>
        <p:spPr>
          <a:xfrm>
            <a:off x="8748580" y="213282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2</a:t>
            </a:r>
          </a:p>
        </p:txBody>
      </p:sp>
      <p:sp>
        <p:nvSpPr>
          <p:cNvPr id="104" name="Ellipse 103"/>
          <p:cNvSpPr/>
          <p:nvPr/>
        </p:nvSpPr>
        <p:spPr>
          <a:xfrm>
            <a:off x="8748580" y="364503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8</a:t>
            </a:r>
          </a:p>
        </p:txBody>
      </p:sp>
      <p:sp>
        <p:nvSpPr>
          <p:cNvPr id="105" name="Rechteck 104"/>
          <p:cNvSpPr/>
          <p:nvPr/>
        </p:nvSpPr>
        <p:spPr>
          <a:xfrm>
            <a:off x="8820590" y="335699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500" dirty="0">
                <a:solidFill>
                  <a:schemeClr val="tx1"/>
                </a:solidFill>
              </a:rPr>
              <a:t>:</a:t>
            </a:r>
          </a:p>
        </p:txBody>
      </p:sp>
      <p:sp>
        <p:nvSpPr>
          <p:cNvPr id="106" name="Ellipse 105"/>
          <p:cNvSpPr/>
          <p:nvPr/>
        </p:nvSpPr>
        <p:spPr>
          <a:xfrm>
            <a:off x="8748580" y="256488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3</a:t>
            </a:r>
          </a:p>
        </p:txBody>
      </p:sp>
      <p:sp>
        <p:nvSpPr>
          <p:cNvPr id="107" name="Ellipse 106"/>
          <p:cNvSpPr/>
          <p:nvPr/>
        </p:nvSpPr>
        <p:spPr>
          <a:xfrm>
            <a:off x="8748580" y="2996940"/>
            <a:ext cx="360050" cy="360050"/>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4</a:t>
            </a:r>
          </a:p>
        </p:txBody>
      </p:sp>
      <p:cxnSp>
        <p:nvCxnSpPr>
          <p:cNvPr id="110" name="Gerade Verbindung mit Pfeil 109"/>
          <p:cNvCxnSpPr>
            <a:stCxn id="120" idx="6"/>
            <a:endCxn id="107" idx="2"/>
          </p:cNvCxnSpPr>
          <p:nvPr/>
        </p:nvCxnSpPr>
        <p:spPr>
          <a:xfrm>
            <a:off x="8244510" y="2312845"/>
            <a:ext cx="504070" cy="86412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Gerade Verbindung mit Pfeil 111"/>
          <p:cNvCxnSpPr>
            <a:stCxn id="119" idx="6"/>
            <a:endCxn id="106" idx="2"/>
          </p:cNvCxnSpPr>
          <p:nvPr/>
        </p:nvCxnSpPr>
        <p:spPr>
          <a:xfrm>
            <a:off x="8244510" y="1880785"/>
            <a:ext cx="504070" cy="86412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3" name="Gerade Verbindung mit Pfeil 112"/>
          <p:cNvCxnSpPr>
            <a:stCxn id="120" idx="6"/>
            <a:endCxn id="104" idx="2"/>
          </p:cNvCxnSpPr>
          <p:nvPr/>
        </p:nvCxnSpPr>
        <p:spPr>
          <a:xfrm>
            <a:off x="8244510" y="2312845"/>
            <a:ext cx="504070" cy="151221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5" name="Rechteck 114"/>
          <p:cNvSpPr/>
          <p:nvPr/>
        </p:nvSpPr>
        <p:spPr>
          <a:xfrm>
            <a:off x="7956470" y="1412720"/>
            <a:ext cx="216030" cy="28804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f.</a:t>
            </a:r>
          </a:p>
        </p:txBody>
      </p:sp>
      <p:sp>
        <p:nvSpPr>
          <p:cNvPr id="119" name="Ellipse 118"/>
          <p:cNvSpPr/>
          <p:nvPr/>
        </p:nvSpPr>
        <p:spPr>
          <a:xfrm>
            <a:off x="7884460" y="170076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1</a:t>
            </a:r>
          </a:p>
        </p:txBody>
      </p:sp>
      <p:sp>
        <p:nvSpPr>
          <p:cNvPr id="120" name="Ellipse 119"/>
          <p:cNvSpPr/>
          <p:nvPr/>
        </p:nvSpPr>
        <p:spPr>
          <a:xfrm>
            <a:off x="7884460" y="213282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2</a:t>
            </a:r>
          </a:p>
        </p:txBody>
      </p:sp>
      <p:cxnSp>
        <p:nvCxnSpPr>
          <p:cNvPr id="121" name="Gerade Verbindung mit Pfeil 120"/>
          <p:cNvCxnSpPr>
            <a:stCxn id="120" idx="6"/>
            <a:endCxn id="103" idx="2"/>
          </p:cNvCxnSpPr>
          <p:nvPr/>
        </p:nvCxnSpPr>
        <p:spPr>
          <a:xfrm>
            <a:off x="8244510" y="231284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Gerade Verbindung mit Pfeil 71"/>
          <p:cNvCxnSpPr>
            <a:stCxn id="57" idx="6"/>
            <a:endCxn id="63" idx="2"/>
          </p:cNvCxnSpPr>
          <p:nvPr/>
        </p:nvCxnSpPr>
        <p:spPr>
          <a:xfrm>
            <a:off x="6732300" y="188078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Ellipse 72"/>
          <p:cNvSpPr/>
          <p:nvPr/>
        </p:nvSpPr>
        <p:spPr>
          <a:xfrm>
            <a:off x="7884460" y="2564880"/>
            <a:ext cx="360050" cy="360050"/>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r>
              <a:rPr lang="en-US" sz="1400" dirty="0">
                <a:solidFill>
                  <a:schemeClr val="tx1"/>
                </a:solidFill>
              </a:rPr>
              <a:t>3</a:t>
            </a:r>
          </a:p>
        </p:txBody>
      </p:sp>
      <p:cxnSp>
        <p:nvCxnSpPr>
          <p:cNvPr id="75" name="Gerade Verbindung mit Pfeil 74"/>
          <p:cNvCxnSpPr>
            <a:stCxn id="73" idx="6"/>
            <a:endCxn id="106" idx="2"/>
          </p:cNvCxnSpPr>
          <p:nvPr/>
        </p:nvCxnSpPr>
        <p:spPr>
          <a:xfrm>
            <a:off x="8244510" y="2744905"/>
            <a:ext cx="504070"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58429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Function Calling Hierarchy to access variables</a:t>
            </a:r>
            <a:br>
              <a:rPr lang="en-US" dirty="0"/>
            </a:br>
            <a:r>
              <a:rPr lang="en-US" dirty="0"/>
              <a:t>(Internal)</a:t>
            </a:r>
          </a:p>
        </p:txBody>
      </p:sp>
      <p:sp>
        <p:nvSpPr>
          <p:cNvPr id="3" name="Textplatzhalter 2"/>
          <p:cNvSpPr>
            <a:spLocks noGrp="1"/>
          </p:cNvSpPr>
          <p:nvPr>
            <p:ph type="body" sz="quarter" idx="16"/>
          </p:nvPr>
        </p:nvSpPr>
        <p:spPr/>
        <p:txBody>
          <a:bodyPr/>
          <a:lstStyle/>
          <a:p>
            <a:endParaRPr lang="en-US"/>
          </a:p>
        </p:txBody>
      </p:sp>
      <p:sp>
        <p:nvSpPr>
          <p:cNvPr id="4" name="Rechteck 3"/>
          <p:cNvSpPr/>
          <p:nvPr/>
        </p:nvSpPr>
        <p:spPr>
          <a:xfrm>
            <a:off x="107380" y="4797190"/>
            <a:ext cx="151221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Box::</a:t>
            </a:r>
            <a:br>
              <a:rPr lang="en-US" sz="1000" dirty="0">
                <a:solidFill>
                  <a:schemeClr val="tx1"/>
                </a:solidFill>
              </a:rPr>
            </a:br>
            <a:r>
              <a:rPr lang="en-US" sz="1000" dirty="0" err="1">
                <a:solidFill>
                  <a:schemeClr val="tx1"/>
                </a:solidFill>
              </a:rPr>
              <a:t>Get_Container_Pointer</a:t>
            </a:r>
            <a:endParaRPr lang="en-US" sz="1000" dirty="0">
              <a:solidFill>
                <a:schemeClr val="tx1"/>
              </a:solidFill>
            </a:endParaRPr>
          </a:p>
        </p:txBody>
      </p:sp>
      <p:sp>
        <p:nvSpPr>
          <p:cNvPr id="6" name="Rechteck 5"/>
          <p:cNvSpPr/>
          <p:nvPr/>
        </p:nvSpPr>
        <p:spPr>
          <a:xfrm>
            <a:off x="2123660" y="4797190"/>
            <a:ext cx="180025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Container_List</a:t>
            </a:r>
            <a:r>
              <a:rPr lang="en-US" sz="1000" dirty="0">
                <a:solidFill>
                  <a:schemeClr val="tx1"/>
                </a:solidFill>
              </a:rPr>
              <a:t>::</a:t>
            </a:r>
            <a:br>
              <a:rPr lang="en-US" sz="1000" dirty="0">
                <a:solidFill>
                  <a:schemeClr val="tx1"/>
                </a:solidFill>
              </a:rPr>
            </a:br>
            <a:r>
              <a:rPr lang="en-US" sz="1000" dirty="0" err="1">
                <a:solidFill>
                  <a:schemeClr val="tx1"/>
                </a:solidFill>
              </a:rPr>
              <a:t>Get_Container_Pointer</a:t>
            </a:r>
            <a:endParaRPr lang="en-US" sz="1000" dirty="0">
              <a:solidFill>
                <a:schemeClr val="tx1"/>
              </a:solidFill>
            </a:endParaRPr>
          </a:p>
        </p:txBody>
      </p:sp>
      <p:sp>
        <p:nvSpPr>
          <p:cNvPr id="7" name="Rechteck 6"/>
          <p:cNvSpPr/>
          <p:nvPr/>
        </p:nvSpPr>
        <p:spPr>
          <a:xfrm>
            <a:off x="107380" y="3933070"/>
            <a:ext cx="576080" cy="36005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Box::</a:t>
            </a:r>
            <a:br>
              <a:rPr lang="en-US" sz="1000" dirty="0">
                <a:solidFill>
                  <a:schemeClr val="tx1"/>
                </a:solidFill>
              </a:rPr>
            </a:br>
            <a:r>
              <a:rPr lang="en-US" sz="1000" dirty="0">
                <a:solidFill>
                  <a:schemeClr val="tx1"/>
                </a:solidFill>
              </a:rPr>
              <a:t>Read</a:t>
            </a:r>
          </a:p>
        </p:txBody>
      </p:sp>
      <p:cxnSp>
        <p:nvCxnSpPr>
          <p:cNvPr id="9" name="Gerade Verbindung 8"/>
          <p:cNvCxnSpPr>
            <a:stCxn id="7" idx="2"/>
            <a:endCxn id="4" idx="0"/>
          </p:cNvCxnSpPr>
          <p:nvPr/>
        </p:nvCxnSpPr>
        <p:spPr>
          <a:xfrm>
            <a:off x="395420" y="4293120"/>
            <a:ext cx="46806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hteck 9"/>
          <p:cNvSpPr/>
          <p:nvPr/>
        </p:nvSpPr>
        <p:spPr>
          <a:xfrm>
            <a:off x="827480" y="3933070"/>
            <a:ext cx="576080" cy="36005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Box::</a:t>
            </a:r>
            <a:br>
              <a:rPr lang="en-US" sz="1000" dirty="0">
                <a:solidFill>
                  <a:schemeClr val="tx1"/>
                </a:solidFill>
              </a:rPr>
            </a:br>
            <a:r>
              <a:rPr lang="en-US" sz="1000" dirty="0">
                <a:solidFill>
                  <a:schemeClr val="tx1"/>
                </a:solidFill>
              </a:rPr>
              <a:t>Write</a:t>
            </a:r>
          </a:p>
        </p:txBody>
      </p:sp>
      <p:cxnSp>
        <p:nvCxnSpPr>
          <p:cNvPr id="11" name="Gerade Verbindung 10"/>
          <p:cNvCxnSpPr>
            <a:stCxn id="10" idx="2"/>
            <a:endCxn id="4" idx="0"/>
          </p:cNvCxnSpPr>
          <p:nvPr/>
        </p:nvCxnSpPr>
        <p:spPr>
          <a:xfrm flipH="1">
            <a:off x="863485" y="4293120"/>
            <a:ext cx="25203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hteck 13"/>
          <p:cNvSpPr/>
          <p:nvPr/>
        </p:nvSpPr>
        <p:spPr>
          <a:xfrm>
            <a:off x="1619590" y="3933070"/>
            <a:ext cx="115216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Box::</a:t>
            </a:r>
            <a:r>
              <a:rPr lang="en-US" sz="1000" dirty="0" err="1">
                <a:solidFill>
                  <a:schemeClr val="tx1"/>
                </a:solidFill>
              </a:rPr>
              <a:t>Get_Sibling</a:t>
            </a:r>
            <a:r>
              <a:rPr lang="en-US" sz="1000" dirty="0">
                <a:solidFill>
                  <a:schemeClr val="tx1"/>
                </a:solidFill>
              </a:rPr>
              <a:t>_-</a:t>
            </a:r>
            <a:br>
              <a:rPr lang="en-US" sz="1000" dirty="0">
                <a:solidFill>
                  <a:schemeClr val="tx1"/>
                </a:solidFill>
              </a:rPr>
            </a:br>
            <a:r>
              <a:rPr lang="en-US" sz="1000" dirty="0" err="1">
                <a:solidFill>
                  <a:schemeClr val="tx1"/>
                </a:solidFill>
              </a:rPr>
              <a:t>Container_List</a:t>
            </a:r>
            <a:endParaRPr lang="en-US" sz="1000" dirty="0">
              <a:solidFill>
                <a:schemeClr val="tx1"/>
              </a:solidFill>
            </a:endParaRPr>
          </a:p>
        </p:txBody>
      </p:sp>
      <p:cxnSp>
        <p:nvCxnSpPr>
          <p:cNvPr id="15" name="Gerade Verbindung 14"/>
          <p:cNvCxnSpPr>
            <a:stCxn id="14" idx="2"/>
            <a:endCxn id="4" idx="0"/>
          </p:cNvCxnSpPr>
          <p:nvPr/>
        </p:nvCxnSpPr>
        <p:spPr>
          <a:xfrm flipH="1">
            <a:off x="863485" y="4293120"/>
            <a:ext cx="133218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hteck 17"/>
          <p:cNvSpPr/>
          <p:nvPr/>
        </p:nvSpPr>
        <p:spPr>
          <a:xfrm>
            <a:off x="2915770" y="3933070"/>
            <a:ext cx="158422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Token_List</a:t>
            </a:r>
            <a:r>
              <a:rPr lang="en-US" sz="1000" dirty="0">
                <a:solidFill>
                  <a:schemeClr val="tx1"/>
                </a:solidFill>
              </a:rPr>
              <a:t>::</a:t>
            </a:r>
            <a:br>
              <a:rPr lang="en-US" sz="1000" dirty="0">
                <a:solidFill>
                  <a:schemeClr val="tx1"/>
                </a:solidFill>
              </a:rPr>
            </a:br>
            <a:r>
              <a:rPr lang="en-US" sz="1000" dirty="0" err="1">
                <a:solidFill>
                  <a:schemeClr val="tx1"/>
                </a:solidFill>
              </a:rPr>
              <a:t>PC_lh_rh_Access_Variable</a:t>
            </a:r>
            <a:endParaRPr lang="en-US" sz="1000" dirty="0">
              <a:solidFill>
                <a:schemeClr val="tx1"/>
              </a:solidFill>
            </a:endParaRPr>
          </a:p>
        </p:txBody>
      </p:sp>
      <p:cxnSp>
        <p:nvCxnSpPr>
          <p:cNvPr id="20" name="Gerade Verbindung 19"/>
          <p:cNvCxnSpPr>
            <a:stCxn id="18" idx="2"/>
            <a:endCxn id="4" idx="0"/>
          </p:cNvCxnSpPr>
          <p:nvPr/>
        </p:nvCxnSpPr>
        <p:spPr>
          <a:xfrm flipH="1">
            <a:off x="863485" y="4293120"/>
            <a:ext cx="284439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Gerade Verbindung 30"/>
          <p:cNvCxnSpPr>
            <a:stCxn id="18" idx="2"/>
            <a:endCxn id="6" idx="0"/>
          </p:cNvCxnSpPr>
          <p:nvPr/>
        </p:nvCxnSpPr>
        <p:spPr>
          <a:xfrm flipH="1">
            <a:off x="3023785" y="4293120"/>
            <a:ext cx="68409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hteck 38"/>
          <p:cNvSpPr/>
          <p:nvPr/>
        </p:nvSpPr>
        <p:spPr>
          <a:xfrm>
            <a:off x="5796170" y="4797190"/>
            <a:ext cx="1008140" cy="36005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Container_List</a:t>
            </a:r>
            <a:r>
              <a:rPr lang="en-US" sz="1000" dirty="0">
                <a:solidFill>
                  <a:schemeClr val="tx1"/>
                </a:solidFill>
              </a:rPr>
              <a:t>::</a:t>
            </a:r>
            <a:br>
              <a:rPr lang="en-US" sz="1000" dirty="0">
                <a:solidFill>
                  <a:schemeClr val="tx1"/>
                </a:solidFill>
              </a:rPr>
            </a:br>
            <a:r>
              <a:rPr lang="en-US" sz="1000" dirty="0">
                <a:solidFill>
                  <a:schemeClr val="tx1"/>
                </a:solidFill>
              </a:rPr>
              <a:t>Read</a:t>
            </a:r>
          </a:p>
        </p:txBody>
      </p:sp>
      <p:sp>
        <p:nvSpPr>
          <p:cNvPr id="40" name="Rechteck 39"/>
          <p:cNvSpPr/>
          <p:nvPr/>
        </p:nvSpPr>
        <p:spPr>
          <a:xfrm>
            <a:off x="6876320" y="4797190"/>
            <a:ext cx="1008140" cy="360050"/>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Container_List</a:t>
            </a:r>
            <a:r>
              <a:rPr lang="en-US" sz="1000" dirty="0">
                <a:solidFill>
                  <a:schemeClr val="tx1"/>
                </a:solidFill>
              </a:rPr>
              <a:t>::</a:t>
            </a:r>
            <a:br>
              <a:rPr lang="en-US" sz="1000" dirty="0">
                <a:solidFill>
                  <a:schemeClr val="tx1"/>
                </a:solidFill>
              </a:rPr>
            </a:br>
            <a:r>
              <a:rPr lang="en-US" sz="1000" dirty="0">
                <a:solidFill>
                  <a:schemeClr val="tx1"/>
                </a:solidFill>
              </a:rPr>
              <a:t>Write</a:t>
            </a:r>
          </a:p>
        </p:txBody>
      </p:sp>
      <p:cxnSp>
        <p:nvCxnSpPr>
          <p:cNvPr id="41" name="Gerade Verbindung 40"/>
          <p:cNvCxnSpPr>
            <a:endCxn id="39" idx="0"/>
          </p:cNvCxnSpPr>
          <p:nvPr/>
        </p:nvCxnSpPr>
        <p:spPr>
          <a:xfrm>
            <a:off x="6300240" y="4653170"/>
            <a:ext cx="0" cy="144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Gerade Verbindung 44"/>
          <p:cNvCxnSpPr>
            <a:stCxn id="40" idx="0"/>
          </p:cNvCxnSpPr>
          <p:nvPr/>
        </p:nvCxnSpPr>
        <p:spPr>
          <a:xfrm flipV="1">
            <a:off x="7380390" y="4653170"/>
            <a:ext cx="0" cy="144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hteck 48"/>
          <p:cNvSpPr/>
          <p:nvPr/>
        </p:nvSpPr>
        <p:spPr>
          <a:xfrm>
            <a:off x="7956470" y="4797190"/>
            <a:ext cx="10081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Container_List</a:t>
            </a:r>
            <a:r>
              <a:rPr lang="en-US" sz="1000" dirty="0">
                <a:solidFill>
                  <a:schemeClr val="tx1"/>
                </a:solidFill>
              </a:rPr>
              <a:t>::</a:t>
            </a:r>
            <a:br>
              <a:rPr lang="en-US" sz="1000" dirty="0">
                <a:solidFill>
                  <a:schemeClr val="tx1"/>
                </a:solidFill>
              </a:rPr>
            </a:br>
            <a:r>
              <a:rPr lang="en-US" sz="1000" dirty="0" err="1">
                <a:solidFill>
                  <a:schemeClr val="tx1"/>
                </a:solidFill>
              </a:rPr>
              <a:t>Get_Pointer</a:t>
            </a:r>
            <a:endParaRPr lang="en-US" sz="1000" dirty="0">
              <a:solidFill>
                <a:schemeClr val="tx1"/>
              </a:solidFill>
            </a:endParaRPr>
          </a:p>
        </p:txBody>
      </p:sp>
      <p:cxnSp>
        <p:nvCxnSpPr>
          <p:cNvPr id="50" name="Gerade Verbindung 49"/>
          <p:cNvCxnSpPr>
            <a:stCxn id="49" idx="0"/>
            <a:endCxn id="58" idx="2"/>
          </p:cNvCxnSpPr>
          <p:nvPr/>
        </p:nvCxnSpPr>
        <p:spPr>
          <a:xfrm flipV="1">
            <a:off x="8460540" y="1700760"/>
            <a:ext cx="0" cy="30964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Gerade Verbindung 50"/>
          <p:cNvCxnSpPr>
            <a:endCxn id="14" idx="0"/>
          </p:cNvCxnSpPr>
          <p:nvPr/>
        </p:nvCxnSpPr>
        <p:spPr>
          <a:xfrm>
            <a:off x="2195670" y="3789050"/>
            <a:ext cx="0" cy="144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Rechteck 57"/>
          <p:cNvSpPr/>
          <p:nvPr/>
        </p:nvSpPr>
        <p:spPr>
          <a:xfrm>
            <a:off x="7956470" y="1340710"/>
            <a:ext cx="10081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Program start</a:t>
            </a:r>
            <a:br>
              <a:rPr lang="en-US" sz="1000" dirty="0">
                <a:solidFill>
                  <a:schemeClr val="tx1"/>
                </a:solidFill>
              </a:rPr>
            </a:br>
            <a:r>
              <a:rPr lang="en-US" sz="1000" dirty="0">
                <a:solidFill>
                  <a:schemeClr val="tx1"/>
                </a:solidFill>
              </a:rPr>
              <a:t>sequence</a:t>
            </a:r>
          </a:p>
        </p:txBody>
      </p:sp>
      <p:sp>
        <p:nvSpPr>
          <p:cNvPr id="60" name="Rechteck 59"/>
          <p:cNvSpPr/>
          <p:nvPr/>
        </p:nvSpPr>
        <p:spPr>
          <a:xfrm>
            <a:off x="107380" y="3068950"/>
            <a:ext cx="259236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Token_List</a:t>
            </a:r>
            <a:r>
              <a:rPr lang="en-US" sz="1000" dirty="0">
                <a:solidFill>
                  <a:schemeClr val="tx1"/>
                </a:solidFill>
              </a:rPr>
              <a:t>::</a:t>
            </a:r>
            <a:br>
              <a:rPr lang="en-US" sz="1000" dirty="0">
                <a:solidFill>
                  <a:schemeClr val="tx1"/>
                </a:solidFill>
              </a:rPr>
            </a:br>
            <a:r>
              <a:rPr lang="en-US" sz="1000" dirty="0" err="1">
                <a:solidFill>
                  <a:schemeClr val="tx1"/>
                </a:solidFill>
              </a:rPr>
              <a:t>PC_lh_Variable_Expression_in_Parameter</a:t>
            </a:r>
            <a:endParaRPr lang="en-US" sz="1000" dirty="0">
              <a:solidFill>
                <a:schemeClr val="tx1"/>
              </a:solidFill>
            </a:endParaRPr>
          </a:p>
        </p:txBody>
      </p:sp>
      <p:cxnSp>
        <p:nvCxnSpPr>
          <p:cNvPr id="61" name="Gerade Verbindung 60"/>
          <p:cNvCxnSpPr>
            <a:stCxn id="60" idx="2"/>
            <a:endCxn id="18" idx="0"/>
          </p:cNvCxnSpPr>
          <p:nvPr/>
        </p:nvCxnSpPr>
        <p:spPr>
          <a:xfrm>
            <a:off x="1403560" y="3429000"/>
            <a:ext cx="2304320"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Gerade Verbindung 64"/>
          <p:cNvCxnSpPr>
            <a:stCxn id="18" idx="0"/>
            <a:endCxn id="68" idx="2"/>
          </p:cNvCxnSpPr>
          <p:nvPr/>
        </p:nvCxnSpPr>
        <p:spPr>
          <a:xfrm flipV="1">
            <a:off x="3707880" y="3429000"/>
            <a:ext cx="2232310"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Rechteck 67"/>
          <p:cNvSpPr/>
          <p:nvPr/>
        </p:nvSpPr>
        <p:spPr>
          <a:xfrm>
            <a:off x="5076070" y="3068950"/>
            <a:ext cx="17282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Token_List</a:t>
            </a:r>
            <a:r>
              <a:rPr lang="en-US" sz="1000" dirty="0">
                <a:solidFill>
                  <a:schemeClr val="tx1"/>
                </a:solidFill>
              </a:rPr>
              <a:t>:: </a:t>
            </a:r>
            <a:r>
              <a:rPr lang="en-US" sz="1000" dirty="0" err="1">
                <a:solidFill>
                  <a:schemeClr val="tx1"/>
                </a:solidFill>
              </a:rPr>
              <a:t>PC_lh_Variable</a:t>
            </a:r>
            <a:r>
              <a:rPr lang="en-US" sz="1000" dirty="0">
                <a:solidFill>
                  <a:schemeClr val="tx1"/>
                </a:solidFill>
              </a:rPr>
              <a:t>_</a:t>
            </a:r>
            <a:br>
              <a:rPr lang="en-US" sz="1000" dirty="0">
                <a:solidFill>
                  <a:schemeClr val="tx1"/>
                </a:solidFill>
              </a:rPr>
            </a:br>
            <a:r>
              <a:rPr lang="en-US" sz="1000" dirty="0">
                <a:solidFill>
                  <a:schemeClr val="tx1"/>
                </a:solidFill>
              </a:rPr>
              <a:t>Expression</a:t>
            </a:r>
          </a:p>
        </p:txBody>
      </p:sp>
      <p:sp>
        <p:nvSpPr>
          <p:cNvPr id="73" name="Rechteck 72"/>
          <p:cNvSpPr/>
          <p:nvPr/>
        </p:nvSpPr>
        <p:spPr>
          <a:xfrm>
            <a:off x="2483710" y="2204830"/>
            <a:ext cx="187226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Token_List</a:t>
            </a:r>
            <a:r>
              <a:rPr lang="en-US" sz="1000" dirty="0">
                <a:solidFill>
                  <a:schemeClr val="tx1"/>
                </a:solidFill>
              </a:rPr>
              <a:t>::</a:t>
            </a:r>
            <a:r>
              <a:rPr lang="en-US" sz="1000" dirty="0" err="1">
                <a:solidFill>
                  <a:schemeClr val="tx1"/>
                </a:solidFill>
              </a:rPr>
              <a:t>PC_lh_Variable</a:t>
            </a:r>
            <a:r>
              <a:rPr lang="en-US" sz="1000" dirty="0">
                <a:solidFill>
                  <a:schemeClr val="tx1"/>
                </a:solidFill>
              </a:rPr>
              <a:t>_</a:t>
            </a:r>
            <a:br>
              <a:rPr lang="en-US" sz="1000" dirty="0">
                <a:solidFill>
                  <a:schemeClr val="tx1"/>
                </a:solidFill>
              </a:rPr>
            </a:br>
            <a:r>
              <a:rPr lang="en-US" sz="1000" dirty="0" err="1">
                <a:solidFill>
                  <a:schemeClr val="tx1"/>
                </a:solidFill>
              </a:rPr>
              <a:t>Expression_in_Parameter_Start</a:t>
            </a:r>
            <a:endParaRPr lang="en-US" sz="1000" dirty="0">
              <a:solidFill>
                <a:schemeClr val="tx1"/>
              </a:solidFill>
            </a:endParaRPr>
          </a:p>
        </p:txBody>
      </p:sp>
      <p:cxnSp>
        <p:nvCxnSpPr>
          <p:cNvPr id="74" name="Gerade Verbindung 73"/>
          <p:cNvCxnSpPr>
            <a:stCxn id="73" idx="2"/>
            <a:endCxn id="60" idx="0"/>
          </p:cNvCxnSpPr>
          <p:nvPr/>
        </p:nvCxnSpPr>
        <p:spPr>
          <a:xfrm flipH="1">
            <a:off x="1403560" y="2564880"/>
            <a:ext cx="2016280"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Rechteck 77"/>
          <p:cNvSpPr/>
          <p:nvPr/>
        </p:nvSpPr>
        <p:spPr>
          <a:xfrm>
            <a:off x="107380" y="2204830"/>
            <a:ext cx="208829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Token_List</a:t>
            </a:r>
            <a:r>
              <a:rPr lang="en-US" sz="1000" dirty="0">
                <a:solidFill>
                  <a:schemeClr val="tx1"/>
                </a:solidFill>
              </a:rPr>
              <a:t>::</a:t>
            </a:r>
            <a:r>
              <a:rPr lang="en-US" sz="1000" dirty="0" err="1">
                <a:solidFill>
                  <a:schemeClr val="tx1"/>
                </a:solidFill>
              </a:rPr>
              <a:t>PC_lh_Insert_Inline</a:t>
            </a:r>
            <a:r>
              <a:rPr lang="en-US" sz="1000" dirty="0">
                <a:solidFill>
                  <a:schemeClr val="tx1"/>
                </a:solidFill>
              </a:rPr>
              <a:t>_</a:t>
            </a:r>
            <a:br>
              <a:rPr lang="en-US" sz="1000" dirty="0">
                <a:solidFill>
                  <a:schemeClr val="tx1"/>
                </a:solidFill>
              </a:rPr>
            </a:br>
            <a:r>
              <a:rPr lang="en-US" sz="1000" dirty="0" err="1">
                <a:solidFill>
                  <a:schemeClr val="tx1"/>
                </a:solidFill>
              </a:rPr>
              <a:t>Code_into_Parameters</a:t>
            </a:r>
            <a:endParaRPr lang="en-US" sz="1000" dirty="0">
              <a:solidFill>
                <a:schemeClr val="tx1"/>
              </a:solidFill>
            </a:endParaRPr>
          </a:p>
        </p:txBody>
      </p:sp>
      <p:cxnSp>
        <p:nvCxnSpPr>
          <p:cNvPr id="81" name="Gerade Verbindung 80"/>
          <p:cNvCxnSpPr>
            <a:stCxn id="78" idx="2"/>
            <a:endCxn id="60" idx="0"/>
          </p:cNvCxnSpPr>
          <p:nvPr/>
        </p:nvCxnSpPr>
        <p:spPr>
          <a:xfrm>
            <a:off x="1151525" y="2564880"/>
            <a:ext cx="25203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Rechteck 83"/>
          <p:cNvSpPr/>
          <p:nvPr/>
        </p:nvSpPr>
        <p:spPr>
          <a:xfrm>
            <a:off x="107380" y="1340710"/>
            <a:ext cx="17282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Code_Execution_Package</a:t>
            </a:r>
            <a:r>
              <a:rPr lang="en-US" sz="1000" dirty="0">
                <a:solidFill>
                  <a:schemeClr val="tx1"/>
                </a:solidFill>
              </a:rPr>
              <a:t>::</a:t>
            </a:r>
            <a:br>
              <a:rPr lang="en-US" sz="1000" dirty="0">
                <a:solidFill>
                  <a:schemeClr val="tx1"/>
                </a:solidFill>
              </a:rPr>
            </a:br>
            <a:r>
              <a:rPr lang="en-US" sz="1000" dirty="0" err="1">
                <a:solidFill>
                  <a:schemeClr val="tx1"/>
                </a:solidFill>
              </a:rPr>
              <a:t>Start_lh</a:t>
            </a:r>
            <a:endParaRPr lang="en-US" sz="1000" dirty="0">
              <a:solidFill>
                <a:schemeClr val="tx1"/>
              </a:solidFill>
            </a:endParaRPr>
          </a:p>
        </p:txBody>
      </p:sp>
      <p:cxnSp>
        <p:nvCxnSpPr>
          <p:cNvPr id="85" name="Gerade Verbindung 84"/>
          <p:cNvCxnSpPr>
            <a:stCxn id="84" idx="2"/>
            <a:endCxn id="73" idx="0"/>
          </p:cNvCxnSpPr>
          <p:nvPr/>
        </p:nvCxnSpPr>
        <p:spPr>
          <a:xfrm>
            <a:off x="971500" y="1700760"/>
            <a:ext cx="2448340"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Rechteck 88"/>
          <p:cNvSpPr/>
          <p:nvPr/>
        </p:nvSpPr>
        <p:spPr>
          <a:xfrm>
            <a:off x="1907630" y="1340710"/>
            <a:ext cx="79211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function__</a:t>
            </a:r>
            <a:br>
              <a:rPr lang="en-US" sz="1000" dirty="0">
                <a:solidFill>
                  <a:schemeClr val="tx1"/>
                </a:solidFill>
              </a:rPr>
            </a:br>
            <a:r>
              <a:rPr lang="en-US" sz="1000" dirty="0">
                <a:solidFill>
                  <a:schemeClr val="tx1"/>
                </a:solidFill>
              </a:rPr>
              <a:t>protect</a:t>
            </a:r>
          </a:p>
        </p:txBody>
      </p:sp>
      <p:sp>
        <p:nvSpPr>
          <p:cNvPr id="90" name="Rechteck 89"/>
          <p:cNvSpPr/>
          <p:nvPr/>
        </p:nvSpPr>
        <p:spPr>
          <a:xfrm>
            <a:off x="2771750" y="1340710"/>
            <a:ext cx="79211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function__</a:t>
            </a:r>
            <a:br>
              <a:rPr lang="en-US" sz="1000" dirty="0">
                <a:solidFill>
                  <a:schemeClr val="tx1"/>
                </a:solidFill>
              </a:rPr>
            </a:br>
            <a:r>
              <a:rPr lang="en-US" sz="1000" dirty="0">
                <a:solidFill>
                  <a:schemeClr val="tx1"/>
                </a:solidFill>
              </a:rPr>
              <a:t>inspect</a:t>
            </a:r>
          </a:p>
        </p:txBody>
      </p:sp>
      <p:sp>
        <p:nvSpPr>
          <p:cNvPr id="91" name="Rechteck 90"/>
          <p:cNvSpPr/>
          <p:nvPr/>
        </p:nvSpPr>
        <p:spPr>
          <a:xfrm>
            <a:off x="3635870" y="1340710"/>
            <a:ext cx="79211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function__</a:t>
            </a:r>
            <a:br>
              <a:rPr lang="en-US" sz="1000" dirty="0">
                <a:solidFill>
                  <a:schemeClr val="tx1"/>
                </a:solidFill>
              </a:rPr>
            </a:br>
            <a:r>
              <a:rPr lang="en-US" sz="1000" dirty="0">
                <a:solidFill>
                  <a:schemeClr val="tx1"/>
                </a:solidFill>
              </a:rPr>
              <a:t>delete</a:t>
            </a:r>
          </a:p>
        </p:txBody>
      </p:sp>
      <p:cxnSp>
        <p:nvCxnSpPr>
          <p:cNvPr id="92" name="Gerade Verbindung 91"/>
          <p:cNvCxnSpPr>
            <a:stCxn id="89" idx="2"/>
            <a:endCxn id="73" idx="0"/>
          </p:cNvCxnSpPr>
          <p:nvPr/>
        </p:nvCxnSpPr>
        <p:spPr>
          <a:xfrm>
            <a:off x="2303685" y="1700760"/>
            <a:ext cx="111615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Gerade Verbindung 94"/>
          <p:cNvCxnSpPr>
            <a:stCxn id="90" idx="2"/>
            <a:endCxn id="73" idx="0"/>
          </p:cNvCxnSpPr>
          <p:nvPr/>
        </p:nvCxnSpPr>
        <p:spPr>
          <a:xfrm>
            <a:off x="3167805" y="1700760"/>
            <a:ext cx="25203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Rechteck 100"/>
          <p:cNvSpPr/>
          <p:nvPr/>
        </p:nvSpPr>
        <p:spPr>
          <a:xfrm>
            <a:off x="6084210" y="2204830"/>
            <a:ext cx="122417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Token_List</a:t>
            </a:r>
            <a:r>
              <a:rPr lang="en-US" sz="1000" dirty="0">
                <a:solidFill>
                  <a:schemeClr val="tx1"/>
                </a:solidFill>
              </a:rPr>
              <a:t>:: </a:t>
            </a:r>
            <a:r>
              <a:rPr lang="en-US" sz="1000" dirty="0" err="1">
                <a:solidFill>
                  <a:schemeClr val="tx1"/>
                </a:solidFill>
              </a:rPr>
              <a:t>PC_rh</a:t>
            </a:r>
            <a:r>
              <a:rPr lang="en-US" sz="1000" dirty="0">
                <a:solidFill>
                  <a:schemeClr val="tx1"/>
                </a:solidFill>
              </a:rPr>
              <a:t>_</a:t>
            </a:r>
            <a:br>
              <a:rPr lang="en-US" sz="1000" dirty="0">
                <a:solidFill>
                  <a:schemeClr val="tx1"/>
                </a:solidFill>
              </a:rPr>
            </a:br>
            <a:r>
              <a:rPr lang="en-US" sz="1000" dirty="0">
                <a:solidFill>
                  <a:schemeClr val="tx1"/>
                </a:solidFill>
              </a:rPr>
              <a:t>Transaction</a:t>
            </a:r>
          </a:p>
        </p:txBody>
      </p:sp>
      <p:cxnSp>
        <p:nvCxnSpPr>
          <p:cNvPr id="102" name="Gerade Verbindung 101"/>
          <p:cNvCxnSpPr>
            <a:stCxn id="101" idx="2"/>
            <a:endCxn id="68" idx="0"/>
          </p:cNvCxnSpPr>
          <p:nvPr/>
        </p:nvCxnSpPr>
        <p:spPr>
          <a:xfrm flipH="1">
            <a:off x="5940190" y="2564880"/>
            <a:ext cx="75610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Rechteck 104"/>
          <p:cNvSpPr/>
          <p:nvPr/>
        </p:nvSpPr>
        <p:spPr>
          <a:xfrm>
            <a:off x="4932050" y="1340710"/>
            <a:ext cx="122417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Token_List</a:t>
            </a:r>
            <a:r>
              <a:rPr lang="en-US" sz="1000" dirty="0">
                <a:solidFill>
                  <a:schemeClr val="tx1"/>
                </a:solidFill>
              </a:rPr>
              <a:t>:: </a:t>
            </a:r>
            <a:r>
              <a:rPr lang="en-US" sz="1000" dirty="0" err="1">
                <a:solidFill>
                  <a:schemeClr val="tx1"/>
                </a:solidFill>
              </a:rPr>
              <a:t>PC_lrh</a:t>
            </a:r>
            <a:r>
              <a:rPr lang="en-US" sz="1000" dirty="0">
                <a:solidFill>
                  <a:schemeClr val="tx1"/>
                </a:solidFill>
              </a:rPr>
              <a:t>_</a:t>
            </a:r>
            <a:br>
              <a:rPr lang="en-US" sz="1000" dirty="0">
                <a:solidFill>
                  <a:schemeClr val="tx1"/>
                </a:solidFill>
              </a:rPr>
            </a:br>
            <a:r>
              <a:rPr lang="en-US" sz="1000" dirty="0">
                <a:solidFill>
                  <a:schemeClr val="tx1"/>
                </a:solidFill>
              </a:rPr>
              <a:t>Statement</a:t>
            </a:r>
          </a:p>
        </p:txBody>
      </p:sp>
      <p:cxnSp>
        <p:nvCxnSpPr>
          <p:cNvPr id="106" name="Gerade Verbindung 105"/>
          <p:cNvCxnSpPr>
            <a:stCxn id="105" idx="2"/>
            <a:endCxn id="68" idx="0"/>
          </p:cNvCxnSpPr>
          <p:nvPr/>
        </p:nvCxnSpPr>
        <p:spPr>
          <a:xfrm>
            <a:off x="5544135" y="1700760"/>
            <a:ext cx="396055" cy="13681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Gerade Verbindung 108"/>
          <p:cNvCxnSpPr>
            <a:stCxn id="101" idx="0"/>
            <a:endCxn id="105" idx="2"/>
          </p:cNvCxnSpPr>
          <p:nvPr/>
        </p:nvCxnSpPr>
        <p:spPr>
          <a:xfrm flipH="1" flipV="1">
            <a:off x="5544135" y="1700760"/>
            <a:ext cx="1152160"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Rechteck 113"/>
          <p:cNvSpPr/>
          <p:nvPr/>
        </p:nvSpPr>
        <p:spPr>
          <a:xfrm>
            <a:off x="2915770" y="3068950"/>
            <a:ext cx="158422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Token_List</a:t>
            </a:r>
            <a:r>
              <a:rPr lang="en-US" sz="1000" dirty="0">
                <a:solidFill>
                  <a:schemeClr val="tx1"/>
                </a:solidFill>
              </a:rPr>
              <a:t>::</a:t>
            </a:r>
            <a:br>
              <a:rPr lang="en-US" sz="1000" dirty="0">
                <a:solidFill>
                  <a:schemeClr val="tx1"/>
                </a:solidFill>
              </a:rPr>
            </a:br>
            <a:r>
              <a:rPr lang="en-US" sz="1000" dirty="0" err="1">
                <a:solidFill>
                  <a:schemeClr val="tx1"/>
                </a:solidFill>
              </a:rPr>
              <a:t>PC_rh_Expression_Basic</a:t>
            </a:r>
            <a:endParaRPr lang="en-US" sz="1000" dirty="0">
              <a:solidFill>
                <a:schemeClr val="tx1"/>
              </a:solidFill>
            </a:endParaRPr>
          </a:p>
        </p:txBody>
      </p:sp>
      <p:cxnSp>
        <p:nvCxnSpPr>
          <p:cNvPr id="115" name="Gerade Verbindung 114"/>
          <p:cNvCxnSpPr>
            <a:stCxn id="114" idx="2"/>
            <a:endCxn id="18" idx="0"/>
          </p:cNvCxnSpPr>
          <p:nvPr/>
        </p:nvCxnSpPr>
        <p:spPr>
          <a:xfrm>
            <a:off x="3707880" y="3429000"/>
            <a:ext cx="0"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Rechteck 117"/>
          <p:cNvSpPr/>
          <p:nvPr/>
        </p:nvSpPr>
        <p:spPr>
          <a:xfrm>
            <a:off x="107380" y="5157240"/>
            <a:ext cx="79211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b="1" dirty="0" err="1">
                <a:solidFill>
                  <a:srgbClr val="FF0000"/>
                </a:solidFill>
              </a:rPr>
              <a:t>v_protect</a:t>
            </a:r>
            <a:endParaRPr lang="en-US" sz="1000" b="1" dirty="0">
              <a:solidFill>
                <a:srgbClr val="FF0000"/>
              </a:solidFill>
            </a:endParaRPr>
          </a:p>
        </p:txBody>
      </p:sp>
      <p:cxnSp>
        <p:nvCxnSpPr>
          <p:cNvPr id="119" name="Gerade Verbindung 118"/>
          <p:cNvCxnSpPr>
            <a:endCxn id="10" idx="0"/>
          </p:cNvCxnSpPr>
          <p:nvPr/>
        </p:nvCxnSpPr>
        <p:spPr>
          <a:xfrm>
            <a:off x="1115520" y="3789050"/>
            <a:ext cx="0" cy="144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Gerade Verbindung 121"/>
          <p:cNvCxnSpPr>
            <a:endCxn id="7" idx="0"/>
          </p:cNvCxnSpPr>
          <p:nvPr/>
        </p:nvCxnSpPr>
        <p:spPr>
          <a:xfrm>
            <a:off x="395420" y="3789050"/>
            <a:ext cx="0" cy="144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Gerade Verbindung 132"/>
          <p:cNvCxnSpPr>
            <a:stCxn id="91" idx="2"/>
            <a:endCxn id="73" idx="0"/>
          </p:cNvCxnSpPr>
          <p:nvPr/>
        </p:nvCxnSpPr>
        <p:spPr>
          <a:xfrm flipH="1">
            <a:off x="3419840" y="1700760"/>
            <a:ext cx="612085"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Rechteck 135"/>
          <p:cNvSpPr/>
          <p:nvPr/>
        </p:nvSpPr>
        <p:spPr>
          <a:xfrm>
            <a:off x="4572000" y="5661310"/>
            <a:ext cx="100814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err="1">
                <a:solidFill>
                  <a:schemeClr val="tx1"/>
                </a:solidFill>
              </a:rPr>
              <a:t>Container_List</a:t>
            </a:r>
            <a:r>
              <a:rPr lang="en-US" sz="1000" dirty="0">
                <a:solidFill>
                  <a:schemeClr val="tx1"/>
                </a:solidFill>
              </a:rPr>
              <a:t>::</a:t>
            </a:r>
            <a:br>
              <a:rPr lang="en-US" sz="1000" dirty="0">
                <a:solidFill>
                  <a:schemeClr val="tx1"/>
                </a:solidFill>
              </a:rPr>
            </a:br>
            <a:r>
              <a:rPr lang="en-US" sz="1000" dirty="0">
                <a:solidFill>
                  <a:schemeClr val="tx1"/>
                </a:solidFill>
              </a:rPr>
              <a:t>Delete</a:t>
            </a:r>
          </a:p>
        </p:txBody>
      </p:sp>
      <p:sp>
        <p:nvSpPr>
          <p:cNvPr id="137" name="Rechteck 136"/>
          <p:cNvSpPr/>
          <p:nvPr/>
        </p:nvSpPr>
        <p:spPr>
          <a:xfrm>
            <a:off x="4427980" y="4797190"/>
            <a:ext cx="576080" cy="3600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Box::</a:t>
            </a:r>
            <a:br>
              <a:rPr lang="en-US" sz="1000" dirty="0">
                <a:solidFill>
                  <a:schemeClr val="tx1"/>
                </a:solidFill>
              </a:rPr>
            </a:br>
            <a:r>
              <a:rPr lang="en-US" sz="1000" dirty="0">
                <a:solidFill>
                  <a:schemeClr val="tx1"/>
                </a:solidFill>
              </a:rPr>
              <a:t>Delete</a:t>
            </a:r>
          </a:p>
        </p:txBody>
      </p:sp>
      <p:cxnSp>
        <p:nvCxnSpPr>
          <p:cNvPr id="138" name="Gerade Verbindung 137"/>
          <p:cNvCxnSpPr>
            <a:stCxn id="18" idx="2"/>
            <a:endCxn id="137" idx="0"/>
          </p:cNvCxnSpPr>
          <p:nvPr/>
        </p:nvCxnSpPr>
        <p:spPr>
          <a:xfrm>
            <a:off x="3707880" y="4293120"/>
            <a:ext cx="1008140"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Gerade Verbindung 141"/>
          <p:cNvCxnSpPr>
            <a:stCxn id="137" idx="2"/>
            <a:endCxn id="136" idx="0"/>
          </p:cNvCxnSpPr>
          <p:nvPr/>
        </p:nvCxnSpPr>
        <p:spPr>
          <a:xfrm>
            <a:off x="4716020" y="5157240"/>
            <a:ext cx="360050" cy="504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Gerade Verbindung 70"/>
          <p:cNvCxnSpPr>
            <a:endCxn id="114" idx="0"/>
          </p:cNvCxnSpPr>
          <p:nvPr/>
        </p:nvCxnSpPr>
        <p:spPr>
          <a:xfrm>
            <a:off x="3707880" y="2924930"/>
            <a:ext cx="0" cy="144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02730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Rechteck 176"/>
          <p:cNvSpPr/>
          <p:nvPr/>
        </p:nvSpPr>
        <p:spPr>
          <a:xfrm>
            <a:off x="205165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8" name="Rechteck 177"/>
          <p:cNvSpPr/>
          <p:nvPr/>
        </p:nvSpPr>
        <p:spPr>
          <a:xfrm>
            <a:off x="1835620" y="15567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9" name="Rechteck 178"/>
          <p:cNvSpPr/>
          <p:nvPr/>
        </p:nvSpPr>
        <p:spPr>
          <a:xfrm>
            <a:off x="2051650" y="16287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0" name="Rechteck 179"/>
          <p:cNvSpPr/>
          <p:nvPr/>
        </p:nvSpPr>
        <p:spPr>
          <a:xfrm>
            <a:off x="1835620" y="16287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1" name="Rechteck 180"/>
          <p:cNvSpPr/>
          <p:nvPr/>
        </p:nvSpPr>
        <p:spPr>
          <a:xfrm>
            <a:off x="2051650" y="17007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2" name="Rechteck 181"/>
          <p:cNvSpPr/>
          <p:nvPr/>
        </p:nvSpPr>
        <p:spPr>
          <a:xfrm>
            <a:off x="1835620" y="17007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3" name="Rechteck 182"/>
          <p:cNvSpPr/>
          <p:nvPr/>
        </p:nvSpPr>
        <p:spPr>
          <a:xfrm>
            <a:off x="2051650" y="17727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4" name="Rechteck 183"/>
          <p:cNvSpPr/>
          <p:nvPr/>
        </p:nvSpPr>
        <p:spPr>
          <a:xfrm>
            <a:off x="1835620" y="17727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5" name="Rechteck 184"/>
          <p:cNvSpPr/>
          <p:nvPr/>
        </p:nvSpPr>
        <p:spPr>
          <a:xfrm>
            <a:off x="2051650" y="18447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6" name="Rechteck 185"/>
          <p:cNvSpPr/>
          <p:nvPr/>
        </p:nvSpPr>
        <p:spPr>
          <a:xfrm>
            <a:off x="1835620" y="18447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7" name="Rechteck 186"/>
          <p:cNvSpPr/>
          <p:nvPr/>
        </p:nvSpPr>
        <p:spPr>
          <a:xfrm>
            <a:off x="2051650" y="19167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8" name="Rechteck 187"/>
          <p:cNvSpPr/>
          <p:nvPr/>
        </p:nvSpPr>
        <p:spPr>
          <a:xfrm>
            <a:off x="1835620" y="19167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89" name="Rechteck 188"/>
          <p:cNvSpPr/>
          <p:nvPr/>
        </p:nvSpPr>
        <p:spPr>
          <a:xfrm>
            <a:off x="2051650" y="19888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0" name="Rechteck 189"/>
          <p:cNvSpPr/>
          <p:nvPr/>
        </p:nvSpPr>
        <p:spPr>
          <a:xfrm>
            <a:off x="1835620" y="19888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1" name="Rechteck 190"/>
          <p:cNvSpPr/>
          <p:nvPr/>
        </p:nvSpPr>
        <p:spPr>
          <a:xfrm>
            <a:off x="2051650" y="20608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2" name="Rechteck 191"/>
          <p:cNvSpPr/>
          <p:nvPr/>
        </p:nvSpPr>
        <p:spPr>
          <a:xfrm>
            <a:off x="1835620" y="20608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3" name="Rechteck 192"/>
          <p:cNvSpPr/>
          <p:nvPr/>
        </p:nvSpPr>
        <p:spPr>
          <a:xfrm>
            <a:off x="2051650" y="21328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4" name="Rechteck 193"/>
          <p:cNvSpPr/>
          <p:nvPr/>
        </p:nvSpPr>
        <p:spPr>
          <a:xfrm>
            <a:off x="1835620" y="21328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5" name="Rechteck 194"/>
          <p:cNvSpPr/>
          <p:nvPr/>
        </p:nvSpPr>
        <p:spPr>
          <a:xfrm>
            <a:off x="2051650" y="22048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6" name="Rechteck 195"/>
          <p:cNvSpPr/>
          <p:nvPr/>
        </p:nvSpPr>
        <p:spPr>
          <a:xfrm>
            <a:off x="1835620" y="22048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7" name="Rechteck 196"/>
          <p:cNvSpPr/>
          <p:nvPr/>
        </p:nvSpPr>
        <p:spPr>
          <a:xfrm>
            <a:off x="2051650" y="22768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8" name="Rechteck 197"/>
          <p:cNvSpPr/>
          <p:nvPr/>
        </p:nvSpPr>
        <p:spPr>
          <a:xfrm>
            <a:off x="1835620" y="22768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99" name="Rechteck 198"/>
          <p:cNvSpPr/>
          <p:nvPr/>
        </p:nvSpPr>
        <p:spPr>
          <a:xfrm>
            <a:off x="2051650" y="23488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0" name="Rechteck 199"/>
          <p:cNvSpPr/>
          <p:nvPr/>
        </p:nvSpPr>
        <p:spPr>
          <a:xfrm>
            <a:off x="1835620" y="23488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1" name="Rechteck 200"/>
          <p:cNvSpPr/>
          <p:nvPr/>
        </p:nvSpPr>
        <p:spPr>
          <a:xfrm>
            <a:off x="2051650" y="24208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2" name="Rechteck 201"/>
          <p:cNvSpPr/>
          <p:nvPr/>
        </p:nvSpPr>
        <p:spPr>
          <a:xfrm>
            <a:off x="1835620" y="24208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3" name="Rechteck 202"/>
          <p:cNvSpPr/>
          <p:nvPr/>
        </p:nvSpPr>
        <p:spPr>
          <a:xfrm>
            <a:off x="2051650" y="24928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4" name="Rechteck 203"/>
          <p:cNvSpPr/>
          <p:nvPr/>
        </p:nvSpPr>
        <p:spPr>
          <a:xfrm>
            <a:off x="1835620" y="24928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5" name="Rechteck 204"/>
          <p:cNvSpPr/>
          <p:nvPr/>
        </p:nvSpPr>
        <p:spPr>
          <a:xfrm>
            <a:off x="2051650" y="25648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6" name="Rechteck 205"/>
          <p:cNvSpPr/>
          <p:nvPr/>
        </p:nvSpPr>
        <p:spPr>
          <a:xfrm>
            <a:off x="1835620" y="25648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7" name="Rechteck 206"/>
          <p:cNvSpPr/>
          <p:nvPr/>
        </p:nvSpPr>
        <p:spPr>
          <a:xfrm>
            <a:off x="2051650" y="26368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8" name="Rechteck 207"/>
          <p:cNvSpPr/>
          <p:nvPr/>
        </p:nvSpPr>
        <p:spPr>
          <a:xfrm>
            <a:off x="1835620" y="26368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09" name="Rechteck 208"/>
          <p:cNvSpPr/>
          <p:nvPr/>
        </p:nvSpPr>
        <p:spPr>
          <a:xfrm>
            <a:off x="2051650" y="27089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0" name="Rechteck 209"/>
          <p:cNvSpPr/>
          <p:nvPr/>
        </p:nvSpPr>
        <p:spPr>
          <a:xfrm>
            <a:off x="1835620" y="27089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1" name="Rechteck 210"/>
          <p:cNvSpPr/>
          <p:nvPr/>
        </p:nvSpPr>
        <p:spPr>
          <a:xfrm>
            <a:off x="2051650" y="27809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2" name="Rechteck 211"/>
          <p:cNvSpPr/>
          <p:nvPr/>
        </p:nvSpPr>
        <p:spPr>
          <a:xfrm>
            <a:off x="1835620" y="27809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3" name="Rechteck 212"/>
          <p:cNvSpPr/>
          <p:nvPr/>
        </p:nvSpPr>
        <p:spPr>
          <a:xfrm>
            <a:off x="2051650" y="28529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4" name="Rechteck 213"/>
          <p:cNvSpPr/>
          <p:nvPr/>
        </p:nvSpPr>
        <p:spPr>
          <a:xfrm>
            <a:off x="1835620" y="28529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5" name="Rechteck 214"/>
          <p:cNvSpPr/>
          <p:nvPr/>
        </p:nvSpPr>
        <p:spPr>
          <a:xfrm>
            <a:off x="2051650" y="29249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6" name="Rechteck 215"/>
          <p:cNvSpPr/>
          <p:nvPr/>
        </p:nvSpPr>
        <p:spPr>
          <a:xfrm>
            <a:off x="1835620" y="29249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7" name="Rechteck 216"/>
          <p:cNvSpPr/>
          <p:nvPr/>
        </p:nvSpPr>
        <p:spPr>
          <a:xfrm>
            <a:off x="2051650" y="29969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8" name="Rechteck 217"/>
          <p:cNvSpPr/>
          <p:nvPr/>
        </p:nvSpPr>
        <p:spPr>
          <a:xfrm>
            <a:off x="1835620" y="29969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3" name="Rechteck 122"/>
          <p:cNvSpPr/>
          <p:nvPr/>
        </p:nvSpPr>
        <p:spPr>
          <a:xfrm>
            <a:off x="4139940" y="1556740"/>
            <a:ext cx="144020" cy="15122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17" name="Rechteck 116"/>
          <p:cNvSpPr/>
          <p:nvPr/>
        </p:nvSpPr>
        <p:spPr>
          <a:xfrm>
            <a:off x="2699740" y="1484730"/>
            <a:ext cx="1440200" cy="7201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 name="Titel 1"/>
          <p:cNvSpPr>
            <a:spLocks noGrp="1"/>
          </p:cNvSpPr>
          <p:nvPr>
            <p:ph type="title"/>
          </p:nvPr>
        </p:nvSpPr>
        <p:spPr/>
        <p:txBody>
          <a:bodyPr/>
          <a:lstStyle/>
          <a:p>
            <a:r>
              <a:rPr lang="en-US" dirty="0"/>
              <a:t>Vertical Operations</a:t>
            </a:r>
          </a:p>
        </p:txBody>
      </p:sp>
      <p:sp>
        <p:nvSpPr>
          <p:cNvPr id="4" name="Textplatzhalter 3"/>
          <p:cNvSpPr>
            <a:spLocks noGrp="1"/>
          </p:cNvSpPr>
          <p:nvPr>
            <p:ph type="body" sz="quarter" idx="16"/>
          </p:nvPr>
        </p:nvSpPr>
        <p:spPr/>
        <p:txBody>
          <a:bodyPr/>
          <a:lstStyle/>
          <a:p>
            <a:endParaRPr lang="en-US"/>
          </a:p>
        </p:txBody>
      </p:sp>
      <p:sp>
        <p:nvSpPr>
          <p:cNvPr id="389" name="Rechteck 388"/>
          <p:cNvSpPr/>
          <p:nvPr/>
        </p:nvSpPr>
        <p:spPr>
          <a:xfrm>
            <a:off x="17939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Original Table</a:t>
            </a:r>
          </a:p>
        </p:txBody>
      </p:sp>
      <p:sp>
        <p:nvSpPr>
          <p:cNvPr id="92" name="Rechteck 91"/>
          <p:cNvSpPr/>
          <p:nvPr/>
        </p:nvSpPr>
        <p:spPr>
          <a:xfrm>
            <a:off x="179390" y="1484730"/>
            <a:ext cx="936130"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93" name="Rechteck 92"/>
          <p:cNvSpPr/>
          <p:nvPr/>
        </p:nvSpPr>
        <p:spPr>
          <a:xfrm>
            <a:off x="179390" y="1556740"/>
            <a:ext cx="93613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95" name="Gerade Verbindung 94"/>
          <p:cNvCxnSpPr/>
          <p:nvPr/>
        </p:nvCxnSpPr>
        <p:spPr>
          <a:xfrm>
            <a:off x="179390" y="1556740"/>
            <a:ext cx="936130" cy="0"/>
          </a:xfrm>
          <a:prstGeom prst="line">
            <a:avLst/>
          </a:prstGeom>
        </p:spPr>
        <p:style>
          <a:lnRef idx="1">
            <a:schemeClr val="accent1"/>
          </a:lnRef>
          <a:fillRef idx="0">
            <a:schemeClr val="accent1"/>
          </a:fillRef>
          <a:effectRef idx="0">
            <a:schemeClr val="accent1"/>
          </a:effectRef>
          <a:fontRef idx="minor">
            <a:schemeClr val="tx1"/>
          </a:fontRef>
        </p:style>
      </p:cxnSp>
      <p:sp>
        <p:nvSpPr>
          <p:cNvPr id="101" name="Rechteck 100"/>
          <p:cNvSpPr/>
          <p:nvPr/>
        </p:nvSpPr>
        <p:spPr>
          <a:xfrm>
            <a:off x="467430" y="15567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3" name="Rechteck 102"/>
          <p:cNvSpPr/>
          <p:nvPr/>
        </p:nvSpPr>
        <p:spPr>
          <a:xfrm>
            <a:off x="251400" y="15567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4" name="Rechteck 103"/>
          <p:cNvSpPr/>
          <p:nvPr/>
        </p:nvSpPr>
        <p:spPr>
          <a:xfrm>
            <a:off x="4427980" y="1484730"/>
            <a:ext cx="144020" cy="50407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05" name="Rechteck 104"/>
          <p:cNvSpPr/>
          <p:nvPr/>
        </p:nvSpPr>
        <p:spPr>
          <a:xfrm>
            <a:off x="4572000" y="148473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Values in this column to</a:t>
            </a:r>
            <a:br>
              <a:rPr lang="en-US" sz="1000" dirty="0">
                <a:solidFill>
                  <a:schemeClr val="tx1"/>
                </a:solidFill>
              </a:rPr>
            </a:br>
            <a:r>
              <a:rPr lang="en-US" sz="1000" dirty="0">
                <a:solidFill>
                  <a:schemeClr val="tx1"/>
                </a:solidFill>
              </a:rPr>
              <a:t>be spread</a:t>
            </a:r>
          </a:p>
          <a:p>
            <a:r>
              <a:rPr lang="en-US" sz="1000" dirty="0">
                <a:solidFill>
                  <a:schemeClr val="tx1"/>
                </a:solidFill>
              </a:rPr>
              <a:t>(Parameter 2)</a:t>
            </a:r>
          </a:p>
        </p:txBody>
      </p:sp>
      <p:sp>
        <p:nvSpPr>
          <p:cNvPr id="109" name="Rechteck 108"/>
          <p:cNvSpPr/>
          <p:nvPr/>
        </p:nvSpPr>
        <p:spPr>
          <a:xfrm>
            <a:off x="1475570" y="3356990"/>
            <a:ext cx="504070" cy="165623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0" name="Rechteck 109"/>
          <p:cNvSpPr/>
          <p:nvPr/>
        </p:nvSpPr>
        <p:spPr>
          <a:xfrm>
            <a:off x="1763610" y="1556740"/>
            <a:ext cx="936130"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5" name="Rechteck 114"/>
          <p:cNvSpPr/>
          <p:nvPr/>
        </p:nvSpPr>
        <p:spPr>
          <a:xfrm>
            <a:off x="1979640" y="3356990"/>
            <a:ext cx="1584220" cy="10801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18" name="Rechteck 117"/>
          <p:cNvSpPr/>
          <p:nvPr/>
        </p:nvSpPr>
        <p:spPr>
          <a:xfrm>
            <a:off x="2699740" y="184478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5" name="Rechteck 124"/>
          <p:cNvSpPr/>
          <p:nvPr/>
        </p:nvSpPr>
        <p:spPr>
          <a:xfrm>
            <a:off x="467430" y="16287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26" name="Rechteck 125"/>
          <p:cNvSpPr/>
          <p:nvPr/>
        </p:nvSpPr>
        <p:spPr>
          <a:xfrm>
            <a:off x="251400" y="16287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2" name="Rechteck 131"/>
          <p:cNvSpPr/>
          <p:nvPr/>
        </p:nvSpPr>
        <p:spPr>
          <a:xfrm>
            <a:off x="467430" y="17007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3" name="Rechteck 132"/>
          <p:cNvSpPr/>
          <p:nvPr/>
        </p:nvSpPr>
        <p:spPr>
          <a:xfrm>
            <a:off x="251400" y="17007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7" name="Rechteck 136"/>
          <p:cNvSpPr/>
          <p:nvPr/>
        </p:nvSpPr>
        <p:spPr>
          <a:xfrm>
            <a:off x="4139940" y="249287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38" name="Rechteck 137"/>
          <p:cNvSpPr/>
          <p:nvPr/>
        </p:nvSpPr>
        <p:spPr>
          <a:xfrm>
            <a:off x="179390" y="134071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00" dirty="0">
                <a:solidFill>
                  <a:schemeClr val="tx1"/>
                </a:solidFill>
              </a:rPr>
              <a:t>Table Name (Parameter 1)</a:t>
            </a:r>
          </a:p>
        </p:txBody>
      </p:sp>
      <p:sp>
        <p:nvSpPr>
          <p:cNvPr id="139" name="Pfeil nach rechts 138"/>
          <p:cNvSpPr/>
          <p:nvPr/>
        </p:nvSpPr>
        <p:spPr>
          <a:xfrm>
            <a:off x="1259540" y="2132820"/>
            <a:ext cx="360050" cy="216030"/>
          </a:xfrm>
          <a:prstGeom prst="rightArrow">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0" name="Rechteck 139"/>
          <p:cNvSpPr/>
          <p:nvPr/>
        </p:nvSpPr>
        <p:spPr>
          <a:xfrm>
            <a:off x="467430" y="17727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1" name="Rechteck 140"/>
          <p:cNvSpPr/>
          <p:nvPr/>
        </p:nvSpPr>
        <p:spPr>
          <a:xfrm>
            <a:off x="251400" y="17727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2" name="Rechteck 141"/>
          <p:cNvSpPr/>
          <p:nvPr/>
        </p:nvSpPr>
        <p:spPr>
          <a:xfrm>
            <a:off x="467430" y="18447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3" name="Rechteck 142"/>
          <p:cNvSpPr/>
          <p:nvPr/>
        </p:nvSpPr>
        <p:spPr>
          <a:xfrm>
            <a:off x="251400" y="18447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4" name="Rechteck 143"/>
          <p:cNvSpPr/>
          <p:nvPr/>
        </p:nvSpPr>
        <p:spPr>
          <a:xfrm>
            <a:off x="467430" y="19167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5" name="Rechteck 144"/>
          <p:cNvSpPr/>
          <p:nvPr/>
        </p:nvSpPr>
        <p:spPr>
          <a:xfrm>
            <a:off x="251400" y="19167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6" name="Rechteck 145"/>
          <p:cNvSpPr/>
          <p:nvPr/>
        </p:nvSpPr>
        <p:spPr>
          <a:xfrm>
            <a:off x="467430" y="19888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7" name="Rechteck 146"/>
          <p:cNvSpPr/>
          <p:nvPr/>
        </p:nvSpPr>
        <p:spPr>
          <a:xfrm>
            <a:off x="251400" y="19888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8" name="Rechteck 147"/>
          <p:cNvSpPr/>
          <p:nvPr/>
        </p:nvSpPr>
        <p:spPr>
          <a:xfrm>
            <a:off x="467430" y="20608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49" name="Rechteck 148"/>
          <p:cNvSpPr/>
          <p:nvPr/>
        </p:nvSpPr>
        <p:spPr>
          <a:xfrm>
            <a:off x="251400" y="20608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0" name="Rechteck 149"/>
          <p:cNvSpPr/>
          <p:nvPr/>
        </p:nvSpPr>
        <p:spPr>
          <a:xfrm>
            <a:off x="467430" y="21328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1" name="Rechteck 150"/>
          <p:cNvSpPr/>
          <p:nvPr/>
        </p:nvSpPr>
        <p:spPr>
          <a:xfrm>
            <a:off x="251400" y="21328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2" name="Rechteck 151"/>
          <p:cNvSpPr/>
          <p:nvPr/>
        </p:nvSpPr>
        <p:spPr>
          <a:xfrm>
            <a:off x="467430" y="22048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3" name="Rechteck 152"/>
          <p:cNvSpPr/>
          <p:nvPr/>
        </p:nvSpPr>
        <p:spPr>
          <a:xfrm>
            <a:off x="251400" y="22048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4" name="Rechteck 153"/>
          <p:cNvSpPr/>
          <p:nvPr/>
        </p:nvSpPr>
        <p:spPr>
          <a:xfrm>
            <a:off x="467430" y="22768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5" name="Rechteck 154"/>
          <p:cNvSpPr/>
          <p:nvPr/>
        </p:nvSpPr>
        <p:spPr>
          <a:xfrm>
            <a:off x="251400" y="22768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6" name="Rechteck 155"/>
          <p:cNvSpPr/>
          <p:nvPr/>
        </p:nvSpPr>
        <p:spPr>
          <a:xfrm>
            <a:off x="467430" y="234885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7" name="Rechteck 156"/>
          <p:cNvSpPr/>
          <p:nvPr/>
        </p:nvSpPr>
        <p:spPr>
          <a:xfrm>
            <a:off x="251400" y="234885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59" name="Rechteck 158"/>
          <p:cNvSpPr/>
          <p:nvPr/>
        </p:nvSpPr>
        <p:spPr>
          <a:xfrm>
            <a:off x="467430" y="242086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0" name="Rechteck 159"/>
          <p:cNvSpPr/>
          <p:nvPr/>
        </p:nvSpPr>
        <p:spPr>
          <a:xfrm>
            <a:off x="251400" y="24208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1" name="Rechteck 160"/>
          <p:cNvSpPr/>
          <p:nvPr/>
        </p:nvSpPr>
        <p:spPr>
          <a:xfrm>
            <a:off x="467430" y="249287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2" name="Rechteck 161"/>
          <p:cNvSpPr/>
          <p:nvPr/>
        </p:nvSpPr>
        <p:spPr>
          <a:xfrm>
            <a:off x="251400" y="24928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3" name="Rechteck 162"/>
          <p:cNvSpPr/>
          <p:nvPr/>
        </p:nvSpPr>
        <p:spPr>
          <a:xfrm>
            <a:off x="467430" y="256488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4" name="Rechteck 163"/>
          <p:cNvSpPr/>
          <p:nvPr/>
        </p:nvSpPr>
        <p:spPr>
          <a:xfrm>
            <a:off x="251400" y="25648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5" name="Rechteck 164"/>
          <p:cNvSpPr/>
          <p:nvPr/>
        </p:nvSpPr>
        <p:spPr>
          <a:xfrm>
            <a:off x="467430" y="263689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6" name="Rechteck 165"/>
          <p:cNvSpPr/>
          <p:nvPr/>
        </p:nvSpPr>
        <p:spPr>
          <a:xfrm>
            <a:off x="251400" y="26368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7" name="Rechteck 166"/>
          <p:cNvSpPr/>
          <p:nvPr/>
        </p:nvSpPr>
        <p:spPr>
          <a:xfrm>
            <a:off x="467430" y="270890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8" name="Rechteck 167"/>
          <p:cNvSpPr/>
          <p:nvPr/>
        </p:nvSpPr>
        <p:spPr>
          <a:xfrm>
            <a:off x="251400" y="27089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69" name="Rechteck 168"/>
          <p:cNvSpPr/>
          <p:nvPr/>
        </p:nvSpPr>
        <p:spPr>
          <a:xfrm>
            <a:off x="467430" y="278091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0" name="Rechteck 169"/>
          <p:cNvSpPr/>
          <p:nvPr/>
        </p:nvSpPr>
        <p:spPr>
          <a:xfrm>
            <a:off x="251400" y="27809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1" name="Rechteck 170"/>
          <p:cNvSpPr/>
          <p:nvPr/>
        </p:nvSpPr>
        <p:spPr>
          <a:xfrm>
            <a:off x="467430" y="285292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2" name="Rechteck 171"/>
          <p:cNvSpPr/>
          <p:nvPr/>
        </p:nvSpPr>
        <p:spPr>
          <a:xfrm>
            <a:off x="251400" y="28529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3" name="Rechteck 172"/>
          <p:cNvSpPr/>
          <p:nvPr/>
        </p:nvSpPr>
        <p:spPr>
          <a:xfrm>
            <a:off x="467430" y="292493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4" name="Rechteck 173"/>
          <p:cNvSpPr/>
          <p:nvPr/>
        </p:nvSpPr>
        <p:spPr>
          <a:xfrm>
            <a:off x="251400" y="29249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5" name="Rechteck 174"/>
          <p:cNvSpPr/>
          <p:nvPr/>
        </p:nvSpPr>
        <p:spPr>
          <a:xfrm>
            <a:off x="467430" y="2996940"/>
            <a:ext cx="14400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176" name="Rechteck 175"/>
          <p:cNvSpPr/>
          <p:nvPr/>
        </p:nvSpPr>
        <p:spPr>
          <a:xfrm>
            <a:off x="251400" y="29969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19" name="Rechteck 218"/>
          <p:cNvSpPr/>
          <p:nvPr/>
        </p:nvSpPr>
        <p:spPr>
          <a:xfrm>
            <a:off x="2987780" y="15567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0" name="Rechteck 219"/>
          <p:cNvSpPr/>
          <p:nvPr/>
        </p:nvSpPr>
        <p:spPr>
          <a:xfrm>
            <a:off x="3131800" y="162875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1" name="Rechteck 220"/>
          <p:cNvSpPr/>
          <p:nvPr/>
        </p:nvSpPr>
        <p:spPr>
          <a:xfrm>
            <a:off x="3131800" y="170076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2" name="Rechteck 221"/>
          <p:cNvSpPr/>
          <p:nvPr/>
        </p:nvSpPr>
        <p:spPr>
          <a:xfrm>
            <a:off x="3131800" y="177277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3" name="Rechteck 222"/>
          <p:cNvSpPr/>
          <p:nvPr/>
        </p:nvSpPr>
        <p:spPr>
          <a:xfrm>
            <a:off x="2843760" y="191679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4" name="Rechteck 223"/>
          <p:cNvSpPr/>
          <p:nvPr/>
        </p:nvSpPr>
        <p:spPr>
          <a:xfrm>
            <a:off x="4139940" y="198880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5" name="Rechteck 224"/>
          <p:cNvSpPr/>
          <p:nvPr/>
        </p:nvSpPr>
        <p:spPr>
          <a:xfrm>
            <a:off x="4139940" y="206081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6" name="Rechteck 225"/>
          <p:cNvSpPr/>
          <p:nvPr/>
        </p:nvSpPr>
        <p:spPr>
          <a:xfrm>
            <a:off x="4139940" y="2204830"/>
            <a:ext cx="144020" cy="72010"/>
          </a:xfrm>
          <a:prstGeom prst="rect">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7" name="Rechteck 226"/>
          <p:cNvSpPr/>
          <p:nvPr/>
        </p:nvSpPr>
        <p:spPr>
          <a:xfrm>
            <a:off x="3995920" y="213282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8" name="Rechteck 227"/>
          <p:cNvSpPr/>
          <p:nvPr/>
        </p:nvSpPr>
        <p:spPr>
          <a:xfrm>
            <a:off x="3995920" y="22768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29" name="Rechteck 228"/>
          <p:cNvSpPr/>
          <p:nvPr/>
        </p:nvSpPr>
        <p:spPr>
          <a:xfrm>
            <a:off x="3563860" y="234885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0" name="Rechteck 229"/>
          <p:cNvSpPr/>
          <p:nvPr/>
        </p:nvSpPr>
        <p:spPr>
          <a:xfrm>
            <a:off x="2699740" y="335699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1" name="Rechteck 230"/>
          <p:cNvSpPr/>
          <p:nvPr/>
        </p:nvSpPr>
        <p:spPr>
          <a:xfrm>
            <a:off x="2699740" y="342900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2" name="Rechteck 231"/>
          <p:cNvSpPr/>
          <p:nvPr/>
        </p:nvSpPr>
        <p:spPr>
          <a:xfrm>
            <a:off x="2699740" y="350101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3" name="Rechteck 232"/>
          <p:cNvSpPr/>
          <p:nvPr/>
        </p:nvSpPr>
        <p:spPr>
          <a:xfrm>
            <a:off x="3275820" y="263689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4" name="Rechteck 233"/>
          <p:cNvSpPr/>
          <p:nvPr/>
        </p:nvSpPr>
        <p:spPr>
          <a:xfrm>
            <a:off x="3419840" y="270890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5" name="Rechteck 234"/>
          <p:cNvSpPr/>
          <p:nvPr/>
        </p:nvSpPr>
        <p:spPr>
          <a:xfrm>
            <a:off x="3419840" y="278091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6" name="Rechteck 235"/>
          <p:cNvSpPr/>
          <p:nvPr/>
        </p:nvSpPr>
        <p:spPr>
          <a:xfrm>
            <a:off x="2699740" y="285292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7" name="Rechteck 236"/>
          <p:cNvSpPr/>
          <p:nvPr/>
        </p:nvSpPr>
        <p:spPr>
          <a:xfrm>
            <a:off x="2699740" y="292493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8" name="Rechteck 237"/>
          <p:cNvSpPr/>
          <p:nvPr/>
        </p:nvSpPr>
        <p:spPr>
          <a:xfrm>
            <a:off x="3851900" y="29969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39" name="Rechteck 238"/>
          <p:cNvSpPr/>
          <p:nvPr/>
        </p:nvSpPr>
        <p:spPr>
          <a:xfrm>
            <a:off x="4427980" y="2132820"/>
            <a:ext cx="144020" cy="50407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0" name="Rechteck 239"/>
          <p:cNvSpPr/>
          <p:nvPr/>
        </p:nvSpPr>
        <p:spPr>
          <a:xfrm>
            <a:off x="4572000" y="213282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Expression referring to columns</a:t>
            </a:r>
            <a:br>
              <a:rPr lang="en-US" sz="1000" dirty="0">
                <a:solidFill>
                  <a:schemeClr val="tx1"/>
                </a:solidFill>
              </a:rPr>
            </a:br>
            <a:r>
              <a:rPr lang="en-US" sz="1000" dirty="0">
                <a:solidFill>
                  <a:schemeClr val="tx1"/>
                </a:solidFill>
              </a:rPr>
              <a:t>to generate a key for spreading</a:t>
            </a:r>
            <a:br>
              <a:rPr lang="en-US" sz="1000" dirty="0">
                <a:solidFill>
                  <a:schemeClr val="tx1"/>
                </a:solidFill>
              </a:rPr>
            </a:br>
            <a:r>
              <a:rPr lang="en-US" sz="1000" dirty="0">
                <a:solidFill>
                  <a:schemeClr val="tx1"/>
                </a:solidFill>
              </a:rPr>
              <a:t>the values (Parameter 3)</a:t>
            </a:r>
          </a:p>
        </p:txBody>
      </p:sp>
      <p:sp>
        <p:nvSpPr>
          <p:cNvPr id="241" name="Rechteck 240"/>
          <p:cNvSpPr/>
          <p:nvPr/>
        </p:nvSpPr>
        <p:spPr>
          <a:xfrm>
            <a:off x="6516270" y="1484730"/>
            <a:ext cx="144020" cy="504070"/>
          </a:xfrm>
          <a:prstGeom prst="rect">
            <a:avLst/>
          </a:prstGeom>
          <a:solidFill>
            <a:schemeClr val="accent4">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2" name="Rechteck 241"/>
          <p:cNvSpPr/>
          <p:nvPr/>
        </p:nvSpPr>
        <p:spPr>
          <a:xfrm>
            <a:off x="6660290" y="148473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Header names</a:t>
            </a:r>
            <a:br>
              <a:rPr lang="en-US" sz="1000" dirty="0">
                <a:solidFill>
                  <a:schemeClr val="tx1"/>
                </a:solidFill>
              </a:rPr>
            </a:br>
            <a:r>
              <a:rPr lang="en-US" sz="1000" dirty="0">
                <a:solidFill>
                  <a:schemeClr val="tx1"/>
                </a:solidFill>
              </a:rPr>
              <a:t>(only with function </a:t>
            </a:r>
            <a:r>
              <a:rPr lang="en-US" sz="1000" b="1" dirty="0">
                <a:solidFill>
                  <a:schemeClr val="tx1"/>
                </a:solidFill>
              </a:rPr>
              <a:t>spread given headers</a:t>
            </a:r>
            <a:r>
              <a:rPr lang="en-US" sz="1000" dirty="0">
                <a:solidFill>
                  <a:schemeClr val="tx1"/>
                </a:solidFill>
              </a:rPr>
              <a:t>(),</a:t>
            </a:r>
          </a:p>
          <a:p>
            <a:r>
              <a:rPr lang="en-US" sz="1000" dirty="0">
                <a:solidFill>
                  <a:schemeClr val="tx1"/>
                </a:solidFill>
              </a:rPr>
              <a:t>(Parameter 4), otherwise columns are</a:t>
            </a:r>
            <a:br>
              <a:rPr lang="en-US" sz="1000" dirty="0">
                <a:solidFill>
                  <a:schemeClr val="tx1"/>
                </a:solidFill>
              </a:rPr>
            </a:br>
            <a:r>
              <a:rPr lang="en-US" sz="1000" dirty="0">
                <a:solidFill>
                  <a:schemeClr val="tx1"/>
                </a:solidFill>
              </a:rPr>
              <a:t>generated automatically.</a:t>
            </a:r>
          </a:p>
        </p:txBody>
      </p:sp>
      <p:sp>
        <p:nvSpPr>
          <p:cNvPr id="243" name="Rechteck 242"/>
          <p:cNvSpPr/>
          <p:nvPr/>
        </p:nvSpPr>
        <p:spPr>
          <a:xfrm>
            <a:off x="6516270" y="2132820"/>
            <a:ext cx="144020" cy="50407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4" name="Rechteck 243"/>
          <p:cNvSpPr/>
          <p:nvPr/>
        </p:nvSpPr>
        <p:spPr>
          <a:xfrm>
            <a:off x="6660290" y="2132820"/>
            <a:ext cx="1728000" cy="50407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t" anchorCtr="0"/>
          <a:lstStyle/>
          <a:p>
            <a:r>
              <a:rPr lang="en-US" sz="1000" dirty="0">
                <a:solidFill>
                  <a:schemeClr val="tx1"/>
                </a:solidFill>
              </a:rPr>
              <a:t>Header for remaining values</a:t>
            </a:r>
            <a:br>
              <a:rPr lang="en-US" sz="1000" dirty="0">
                <a:solidFill>
                  <a:schemeClr val="tx1"/>
                </a:solidFill>
              </a:rPr>
            </a:br>
            <a:r>
              <a:rPr lang="en-US" sz="1000" dirty="0">
                <a:solidFill>
                  <a:schemeClr val="tx1"/>
                </a:solidFill>
              </a:rPr>
              <a:t>which could not be allocated.</a:t>
            </a:r>
          </a:p>
          <a:p>
            <a:r>
              <a:rPr lang="en-US" sz="1000" b="1" dirty="0">
                <a:solidFill>
                  <a:schemeClr val="tx1"/>
                </a:solidFill>
              </a:rPr>
              <a:t>spread</a:t>
            </a:r>
            <a:r>
              <a:rPr lang="en-US" sz="1000" dirty="0">
                <a:solidFill>
                  <a:schemeClr val="tx1"/>
                </a:solidFill>
              </a:rPr>
              <a:t>(): Parameter 6</a:t>
            </a:r>
            <a:br>
              <a:rPr lang="en-US" sz="1000" dirty="0">
                <a:solidFill>
                  <a:schemeClr val="tx1"/>
                </a:solidFill>
              </a:rPr>
            </a:br>
            <a:r>
              <a:rPr lang="en-US" sz="1000" b="1" dirty="0">
                <a:solidFill>
                  <a:schemeClr val="tx1"/>
                </a:solidFill>
              </a:rPr>
              <a:t>spread given headers</a:t>
            </a:r>
            <a:r>
              <a:rPr lang="en-US" sz="1000" dirty="0">
                <a:solidFill>
                  <a:schemeClr val="tx1"/>
                </a:solidFill>
              </a:rPr>
              <a:t>(): Parameter 5</a:t>
            </a:r>
          </a:p>
        </p:txBody>
      </p:sp>
      <p:sp>
        <p:nvSpPr>
          <p:cNvPr id="245" name="Rechteck 244"/>
          <p:cNvSpPr/>
          <p:nvPr/>
        </p:nvSpPr>
        <p:spPr>
          <a:xfrm>
            <a:off x="176376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Spread Table</a:t>
            </a:r>
          </a:p>
        </p:txBody>
      </p:sp>
      <p:sp>
        <p:nvSpPr>
          <p:cNvPr id="246" name="Rechteck 245"/>
          <p:cNvSpPr/>
          <p:nvPr/>
        </p:nvSpPr>
        <p:spPr>
          <a:xfrm>
            <a:off x="4356120" y="112468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Functions</a:t>
            </a:r>
            <a:r>
              <a:rPr lang="en-US" sz="1100" b="1" dirty="0">
                <a:solidFill>
                  <a:schemeClr val="tx1"/>
                </a:solidFill>
              </a:rPr>
              <a:t> spread() </a:t>
            </a:r>
            <a:r>
              <a:rPr lang="en-US" sz="1100" dirty="0">
                <a:solidFill>
                  <a:schemeClr val="tx1"/>
                </a:solidFill>
              </a:rPr>
              <a:t>and</a:t>
            </a:r>
            <a:r>
              <a:rPr lang="en-US" sz="1100" b="1" dirty="0">
                <a:solidFill>
                  <a:schemeClr val="tx1"/>
                </a:solidFill>
              </a:rPr>
              <a:t> spread given headers()</a:t>
            </a:r>
          </a:p>
        </p:txBody>
      </p:sp>
      <p:cxnSp>
        <p:nvCxnSpPr>
          <p:cNvPr id="5" name="Gerade Verbindung 4"/>
          <p:cNvCxnSpPr/>
          <p:nvPr/>
        </p:nvCxnSpPr>
        <p:spPr>
          <a:xfrm>
            <a:off x="1691600" y="3356990"/>
            <a:ext cx="0" cy="1656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Gerade Verbindung 135"/>
          <p:cNvCxnSpPr/>
          <p:nvPr/>
        </p:nvCxnSpPr>
        <p:spPr>
          <a:xfrm>
            <a:off x="2195670" y="3356990"/>
            <a:ext cx="0" cy="10801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157"/>
          <p:cNvCxnSpPr/>
          <p:nvPr/>
        </p:nvCxnSpPr>
        <p:spPr>
          <a:xfrm>
            <a:off x="2699740" y="3356990"/>
            <a:ext cx="0" cy="10801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Gerade Verbindung 246"/>
          <p:cNvCxnSpPr/>
          <p:nvPr/>
        </p:nvCxnSpPr>
        <p:spPr>
          <a:xfrm>
            <a:off x="2843760" y="3356990"/>
            <a:ext cx="0" cy="10801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8" name="Rechteck 247"/>
          <p:cNvSpPr/>
          <p:nvPr/>
        </p:nvSpPr>
        <p:spPr>
          <a:xfrm>
            <a:off x="2699740" y="357302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49" name="Rechteck 248"/>
          <p:cNvSpPr/>
          <p:nvPr/>
        </p:nvSpPr>
        <p:spPr>
          <a:xfrm>
            <a:off x="2699740" y="364503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0" name="Rechteck 249"/>
          <p:cNvSpPr/>
          <p:nvPr/>
        </p:nvSpPr>
        <p:spPr>
          <a:xfrm>
            <a:off x="2699740" y="371704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1" name="Rechteck 250"/>
          <p:cNvSpPr/>
          <p:nvPr/>
        </p:nvSpPr>
        <p:spPr>
          <a:xfrm>
            <a:off x="1691600" y="33569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2" name="Rechteck 251"/>
          <p:cNvSpPr/>
          <p:nvPr/>
        </p:nvSpPr>
        <p:spPr>
          <a:xfrm>
            <a:off x="1691600" y="34290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3" name="Rechteck 252"/>
          <p:cNvSpPr/>
          <p:nvPr/>
        </p:nvSpPr>
        <p:spPr>
          <a:xfrm>
            <a:off x="1691600" y="35010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54" name="Gerade Verbindung 253"/>
          <p:cNvCxnSpPr/>
          <p:nvPr/>
        </p:nvCxnSpPr>
        <p:spPr>
          <a:xfrm>
            <a:off x="1835620" y="3356990"/>
            <a:ext cx="0" cy="1656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5" name="Rechteck 254"/>
          <p:cNvSpPr/>
          <p:nvPr/>
        </p:nvSpPr>
        <p:spPr>
          <a:xfrm>
            <a:off x="1691600" y="357302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6" name="Rechteck 255"/>
          <p:cNvSpPr/>
          <p:nvPr/>
        </p:nvSpPr>
        <p:spPr>
          <a:xfrm>
            <a:off x="1691600" y="364503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7" name="Rechteck 256"/>
          <p:cNvSpPr/>
          <p:nvPr/>
        </p:nvSpPr>
        <p:spPr>
          <a:xfrm>
            <a:off x="1691600" y="371704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8" name="Rechteck 257"/>
          <p:cNvSpPr/>
          <p:nvPr/>
        </p:nvSpPr>
        <p:spPr>
          <a:xfrm>
            <a:off x="1691600" y="386106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59" name="Rechteck 258"/>
          <p:cNvSpPr/>
          <p:nvPr/>
        </p:nvSpPr>
        <p:spPr>
          <a:xfrm>
            <a:off x="1691600" y="393307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0" name="Rechteck 259"/>
          <p:cNvSpPr/>
          <p:nvPr/>
        </p:nvSpPr>
        <p:spPr>
          <a:xfrm>
            <a:off x="1691600" y="400508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1" name="Rechteck 260"/>
          <p:cNvSpPr/>
          <p:nvPr/>
        </p:nvSpPr>
        <p:spPr>
          <a:xfrm>
            <a:off x="1691600" y="407709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2" name="Rechteck 261"/>
          <p:cNvSpPr/>
          <p:nvPr/>
        </p:nvSpPr>
        <p:spPr>
          <a:xfrm>
            <a:off x="1691600" y="414910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3" name="Rechteck 262"/>
          <p:cNvSpPr/>
          <p:nvPr/>
        </p:nvSpPr>
        <p:spPr>
          <a:xfrm>
            <a:off x="1691600" y="42211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4" name="Rechteck 263"/>
          <p:cNvSpPr/>
          <p:nvPr/>
        </p:nvSpPr>
        <p:spPr>
          <a:xfrm>
            <a:off x="2699740" y="386106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5" name="Rechteck 264"/>
          <p:cNvSpPr/>
          <p:nvPr/>
        </p:nvSpPr>
        <p:spPr>
          <a:xfrm>
            <a:off x="2699740" y="393307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6" name="Rechteck 265"/>
          <p:cNvSpPr/>
          <p:nvPr/>
        </p:nvSpPr>
        <p:spPr>
          <a:xfrm>
            <a:off x="2699740" y="400508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7" name="Rechteck 266"/>
          <p:cNvSpPr/>
          <p:nvPr/>
        </p:nvSpPr>
        <p:spPr>
          <a:xfrm>
            <a:off x="2699740" y="407709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8" name="Rechteck 267"/>
          <p:cNvSpPr/>
          <p:nvPr/>
        </p:nvSpPr>
        <p:spPr>
          <a:xfrm>
            <a:off x="2699740" y="414910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69" name="Rechteck 268"/>
          <p:cNvSpPr/>
          <p:nvPr/>
        </p:nvSpPr>
        <p:spPr>
          <a:xfrm>
            <a:off x="2699740" y="4221110"/>
            <a:ext cx="144020" cy="72010"/>
          </a:xfrm>
          <a:prstGeom prst="rect">
            <a:avLst/>
          </a:prstGeom>
          <a:solidFill>
            <a:srgbClr val="99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0" name="Rechteck 269"/>
          <p:cNvSpPr/>
          <p:nvPr/>
        </p:nvSpPr>
        <p:spPr>
          <a:xfrm>
            <a:off x="2699740" y="4941210"/>
            <a:ext cx="144020" cy="72010"/>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cxnSp>
        <p:nvCxnSpPr>
          <p:cNvPr id="271" name="Gerade Verbindung 270"/>
          <p:cNvCxnSpPr/>
          <p:nvPr/>
        </p:nvCxnSpPr>
        <p:spPr>
          <a:xfrm>
            <a:off x="1619590" y="3356990"/>
            <a:ext cx="0" cy="1656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2" name="Rechteck 271"/>
          <p:cNvSpPr/>
          <p:nvPr/>
        </p:nvSpPr>
        <p:spPr>
          <a:xfrm>
            <a:off x="1475570" y="335699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3" name="Rechteck 272"/>
          <p:cNvSpPr/>
          <p:nvPr/>
        </p:nvSpPr>
        <p:spPr>
          <a:xfrm>
            <a:off x="1475570" y="342900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4" name="Rechteck 273"/>
          <p:cNvSpPr/>
          <p:nvPr/>
        </p:nvSpPr>
        <p:spPr>
          <a:xfrm>
            <a:off x="1475570" y="350101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5" name="Rechteck 274"/>
          <p:cNvSpPr/>
          <p:nvPr/>
        </p:nvSpPr>
        <p:spPr>
          <a:xfrm>
            <a:off x="1475570" y="357302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6" name="Rechteck 275"/>
          <p:cNvSpPr/>
          <p:nvPr/>
        </p:nvSpPr>
        <p:spPr>
          <a:xfrm>
            <a:off x="1475570" y="364503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7" name="Rechteck 276"/>
          <p:cNvSpPr/>
          <p:nvPr/>
        </p:nvSpPr>
        <p:spPr>
          <a:xfrm>
            <a:off x="1475570" y="371704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8" name="Rechteck 277"/>
          <p:cNvSpPr/>
          <p:nvPr/>
        </p:nvSpPr>
        <p:spPr>
          <a:xfrm>
            <a:off x="1475570" y="378905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79" name="Rechteck 278"/>
          <p:cNvSpPr/>
          <p:nvPr/>
        </p:nvSpPr>
        <p:spPr>
          <a:xfrm>
            <a:off x="1475570" y="386106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0" name="Rechteck 279"/>
          <p:cNvSpPr/>
          <p:nvPr/>
        </p:nvSpPr>
        <p:spPr>
          <a:xfrm>
            <a:off x="1475570" y="393307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1" name="Rechteck 280"/>
          <p:cNvSpPr/>
          <p:nvPr/>
        </p:nvSpPr>
        <p:spPr>
          <a:xfrm>
            <a:off x="1475570" y="400508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2" name="Rechteck 281"/>
          <p:cNvSpPr/>
          <p:nvPr/>
        </p:nvSpPr>
        <p:spPr>
          <a:xfrm>
            <a:off x="1475570" y="407709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3" name="Rechteck 282"/>
          <p:cNvSpPr/>
          <p:nvPr/>
        </p:nvSpPr>
        <p:spPr>
          <a:xfrm>
            <a:off x="1475570" y="414910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4" name="Rechteck 283"/>
          <p:cNvSpPr/>
          <p:nvPr/>
        </p:nvSpPr>
        <p:spPr>
          <a:xfrm>
            <a:off x="1475570" y="422111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5" name="Rechteck 284"/>
          <p:cNvSpPr/>
          <p:nvPr/>
        </p:nvSpPr>
        <p:spPr>
          <a:xfrm>
            <a:off x="1475570" y="429312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6" name="Rechteck 285"/>
          <p:cNvSpPr/>
          <p:nvPr/>
        </p:nvSpPr>
        <p:spPr>
          <a:xfrm>
            <a:off x="1475570" y="436513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7" name="Rechteck 286"/>
          <p:cNvSpPr/>
          <p:nvPr/>
        </p:nvSpPr>
        <p:spPr>
          <a:xfrm>
            <a:off x="1475570" y="443714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8" name="Rechteck 287"/>
          <p:cNvSpPr/>
          <p:nvPr/>
        </p:nvSpPr>
        <p:spPr>
          <a:xfrm>
            <a:off x="1475570" y="450915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89" name="Rechteck 288"/>
          <p:cNvSpPr/>
          <p:nvPr/>
        </p:nvSpPr>
        <p:spPr>
          <a:xfrm>
            <a:off x="1475570" y="458116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0" name="Rechteck 289"/>
          <p:cNvSpPr/>
          <p:nvPr/>
        </p:nvSpPr>
        <p:spPr>
          <a:xfrm>
            <a:off x="1475570" y="465317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1" name="Rechteck 290"/>
          <p:cNvSpPr/>
          <p:nvPr/>
        </p:nvSpPr>
        <p:spPr>
          <a:xfrm>
            <a:off x="1475570" y="472518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2" name="Rechteck 291"/>
          <p:cNvSpPr/>
          <p:nvPr/>
        </p:nvSpPr>
        <p:spPr>
          <a:xfrm>
            <a:off x="1475570" y="479719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3" name="Rechteck 292"/>
          <p:cNvSpPr/>
          <p:nvPr/>
        </p:nvSpPr>
        <p:spPr>
          <a:xfrm>
            <a:off x="1475570" y="486920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
        <p:nvSpPr>
          <p:cNvPr id="294" name="Rechteck 293"/>
          <p:cNvSpPr/>
          <p:nvPr/>
        </p:nvSpPr>
        <p:spPr>
          <a:xfrm>
            <a:off x="1475570" y="4941210"/>
            <a:ext cx="144020" cy="72010"/>
          </a:xfrm>
          <a:prstGeom prst="rect">
            <a:avLst/>
          </a:prstGeom>
          <a:solidFill>
            <a:srgbClr val="FFCC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dirty="0">
              <a:solidFill>
                <a:schemeClr val="tx1"/>
              </a:solidFill>
            </a:endParaRPr>
          </a:p>
        </p:txBody>
      </p:sp>
    </p:spTree>
    <p:extLst>
      <p:ext uri="{BB962C8B-B14F-4D97-AF65-F5344CB8AC3E}">
        <p14:creationId xmlns:p14="http://schemas.microsoft.com/office/powerpoint/2010/main" val="23470117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Rechteck 335"/>
          <p:cNvSpPr/>
          <p:nvPr/>
        </p:nvSpPr>
        <p:spPr>
          <a:xfrm>
            <a:off x="6660000" y="270949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7" name="Rechteck 336"/>
          <p:cNvSpPr/>
          <p:nvPr/>
        </p:nvSpPr>
        <p:spPr>
          <a:xfrm>
            <a:off x="3924280" y="270948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5" name="Rechteck 334"/>
          <p:cNvSpPr/>
          <p:nvPr/>
        </p:nvSpPr>
        <p:spPr>
          <a:xfrm>
            <a:off x="6660000" y="501349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4" name="Rechteck 333"/>
          <p:cNvSpPr/>
          <p:nvPr/>
        </p:nvSpPr>
        <p:spPr>
          <a:xfrm>
            <a:off x="3924424" y="501348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 name="Titel 1"/>
          <p:cNvSpPr>
            <a:spLocks noGrp="1"/>
          </p:cNvSpPr>
          <p:nvPr>
            <p:ph type="title"/>
          </p:nvPr>
        </p:nvSpPr>
        <p:spPr/>
        <p:txBody>
          <a:bodyPr/>
          <a:lstStyle/>
          <a:p>
            <a:r>
              <a:rPr lang="en-US" dirty="0"/>
              <a:t>Table Process – Output Models</a:t>
            </a:r>
          </a:p>
        </p:txBody>
      </p:sp>
      <p:sp>
        <p:nvSpPr>
          <p:cNvPr id="4" name="Textplatzhalter 3"/>
          <p:cNvSpPr>
            <a:spLocks noGrp="1"/>
          </p:cNvSpPr>
          <p:nvPr>
            <p:ph type="body" sz="quarter" idx="16"/>
          </p:nvPr>
        </p:nvSpPr>
        <p:spPr/>
        <p:txBody>
          <a:bodyPr/>
          <a:lstStyle/>
          <a:p>
            <a:endParaRPr lang="en-US"/>
          </a:p>
        </p:txBody>
      </p:sp>
      <p:sp>
        <p:nvSpPr>
          <p:cNvPr id="389" name="Rechteck 388"/>
          <p:cNvSpPr/>
          <p:nvPr/>
        </p:nvSpPr>
        <p:spPr>
          <a:xfrm>
            <a:off x="3204000" y="1053248"/>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process selected rows fast (…)</a:t>
            </a:r>
          </a:p>
        </p:txBody>
      </p:sp>
      <p:sp>
        <p:nvSpPr>
          <p:cNvPr id="57" name="Rechteck 56"/>
          <p:cNvSpPr/>
          <p:nvPr/>
        </p:nvSpPr>
        <p:spPr>
          <a:xfrm>
            <a:off x="3924280" y="1557276"/>
            <a:ext cx="936144"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8" name="Rechteck 57"/>
          <p:cNvSpPr/>
          <p:nvPr/>
        </p:nvSpPr>
        <p:spPr>
          <a:xfrm>
            <a:off x="3923944" y="1629286"/>
            <a:ext cx="936144"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9" name="Gerade Verbindung 374"/>
          <p:cNvCxnSpPr/>
          <p:nvPr/>
        </p:nvCxnSpPr>
        <p:spPr>
          <a:xfrm>
            <a:off x="3924280" y="1629286"/>
            <a:ext cx="936144"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Rechteck 63"/>
          <p:cNvSpPr/>
          <p:nvPr/>
        </p:nvSpPr>
        <p:spPr>
          <a:xfrm>
            <a:off x="3924280" y="213327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5" name="Rechteck 64"/>
          <p:cNvSpPr/>
          <p:nvPr/>
        </p:nvSpPr>
        <p:spPr>
          <a:xfrm>
            <a:off x="3924280" y="220549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6" name="Rechteck 65"/>
          <p:cNvSpPr/>
          <p:nvPr/>
        </p:nvSpPr>
        <p:spPr>
          <a:xfrm>
            <a:off x="3924280" y="227748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67" name="Rechteck 66"/>
          <p:cNvSpPr/>
          <p:nvPr/>
        </p:nvSpPr>
        <p:spPr>
          <a:xfrm>
            <a:off x="3924280" y="234922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1" name="Rechteck 70"/>
          <p:cNvSpPr/>
          <p:nvPr/>
        </p:nvSpPr>
        <p:spPr>
          <a:xfrm>
            <a:off x="3924280" y="242123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2" name="Rechteck 71"/>
          <p:cNvSpPr/>
          <p:nvPr/>
        </p:nvSpPr>
        <p:spPr>
          <a:xfrm>
            <a:off x="3924280" y="278119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3" name="Rechteck 72"/>
          <p:cNvSpPr/>
          <p:nvPr/>
        </p:nvSpPr>
        <p:spPr>
          <a:xfrm>
            <a:off x="3924280" y="285320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5" name="Rechteck 74"/>
          <p:cNvSpPr/>
          <p:nvPr/>
        </p:nvSpPr>
        <p:spPr>
          <a:xfrm>
            <a:off x="3923800" y="292521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6" name="Rechteck 75"/>
          <p:cNvSpPr/>
          <p:nvPr/>
        </p:nvSpPr>
        <p:spPr>
          <a:xfrm>
            <a:off x="3923800" y="184526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7" name="Rechteck 76"/>
          <p:cNvSpPr/>
          <p:nvPr/>
        </p:nvSpPr>
        <p:spPr>
          <a:xfrm>
            <a:off x="3924280" y="177353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79" name="Rechteck 78"/>
          <p:cNvSpPr/>
          <p:nvPr/>
        </p:nvSpPr>
        <p:spPr>
          <a:xfrm>
            <a:off x="3923944" y="249322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0" name="Rechteck 79"/>
          <p:cNvSpPr/>
          <p:nvPr/>
        </p:nvSpPr>
        <p:spPr>
          <a:xfrm>
            <a:off x="3923608" y="256522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81" name="Rechteck 80"/>
          <p:cNvSpPr/>
          <p:nvPr/>
        </p:nvSpPr>
        <p:spPr>
          <a:xfrm>
            <a:off x="3923944" y="191726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7" name="Gerade Verbindung mit Pfeil 6"/>
          <p:cNvCxnSpPr/>
          <p:nvPr/>
        </p:nvCxnSpPr>
        <p:spPr>
          <a:xfrm>
            <a:off x="3492424" y="162927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2" name="Rechteck 81"/>
          <p:cNvSpPr/>
          <p:nvPr/>
        </p:nvSpPr>
        <p:spPr>
          <a:xfrm>
            <a:off x="3492424" y="14852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83" name="Gerade Verbindung mit Pfeil 82"/>
          <p:cNvCxnSpPr/>
          <p:nvPr/>
        </p:nvCxnSpPr>
        <p:spPr>
          <a:xfrm>
            <a:off x="4860424" y="198927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4" name="Rechteck 83"/>
          <p:cNvSpPr/>
          <p:nvPr/>
        </p:nvSpPr>
        <p:spPr>
          <a:xfrm>
            <a:off x="4860424" y="18452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85" name="Gerade Verbindung mit Pfeil 84"/>
          <p:cNvCxnSpPr/>
          <p:nvPr/>
        </p:nvCxnSpPr>
        <p:spPr>
          <a:xfrm>
            <a:off x="4572424" y="1773496"/>
            <a:ext cx="0" cy="2157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Gerade Verbindung mit Pfeil 85"/>
          <p:cNvCxnSpPr/>
          <p:nvPr/>
        </p:nvCxnSpPr>
        <p:spPr>
          <a:xfrm>
            <a:off x="3492424" y="1989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Gerade Verbindung mit Pfeil 86"/>
          <p:cNvCxnSpPr/>
          <p:nvPr/>
        </p:nvCxnSpPr>
        <p:spPr>
          <a:xfrm>
            <a:off x="4860424" y="242127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Gerade Verbindung mit Pfeil 87"/>
          <p:cNvCxnSpPr/>
          <p:nvPr/>
        </p:nvCxnSpPr>
        <p:spPr>
          <a:xfrm>
            <a:off x="4428424" y="2133496"/>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Rechteck 89"/>
          <p:cNvSpPr/>
          <p:nvPr/>
        </p:nvSpPr>
        <p:spPr>
          <a:xfrm>
            <a:off x="3492424" y="1845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91" name="Rechteck 90"/>
          <p:cNvSpPr/>
          <p:nvPr/>
        </p:nvSpPr>
        <p:spPr>
          <a:xfrm>
            <a:off x="4860424" y="22772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96" name="Rechteck 95"/>
          <p:cNvSpPr/>
          <p:nvPr/>
        </p:nvSpPr>
        <p:spPr>
          <a:xfrm>
            <a:off x="3924424" y="1197496"/>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Processing option:</a:t>
            </a:r>
          </a:p>
          <a:p>
            <a:r>
              <a:rPr lang="en-US" sz="1100" b="1" dirty="0">
                <a:solidFill>
                  <a:schemeClr val="tx1"/>
                </a:solidFill>
              </a:rPr>
              <a:t>continue</a:t>
            </a:r>
          </a:p>
        </p:txBody>
      </p:sp>
      <p:cxnSp>
        <p:nvCxnSpPr>
          <p:cNvPr id="97" name="Gerade Verbindung mit Pfeil 96"/>
          <p:cNvCxnSpPr/>
          <p:nvPr/>
        </p:nvCxnSpPr>
        <p:spPr>
          <a:xfrm>
            <a:off x="3492424" y="242149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8" name="Rechteck 97"/>
          <p:cNvSpPr/>
          <p:nvPr/>
        </p:nvSpPr>
        <p:spPr>
          <a:xfrm>
            <a:off x="3492424" y="22774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99" name="Gerade Verbindung mit Pfeil 98"/>
          <p:cNvCxnSpPr/>
          <p:nvPr/>
        </p:nvCxnSpPr>
        <p:spPr>
          <a:xfrm>
            <a:off x="4284088" y="2421496"/>
            <a:ext cx="336" cy="2159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Gerade Verbindung mit Pfeil 99"/>
          <p:cNvCxnSpPr/>
          <p:nvPr/>
        </p:nvCxnSpPr>
        <p:spPr>
          <a:xfrm>
            <a:off x="4860424" y="263749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1" name="Rechteck 100"/>
          <p:cNvSpPr/>
          <p:nvPr/>
        </p:nvSpPr>
        <p:spPr>
          <a:xfrm>
            <a:off x="4860424" y="2493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102" name="Gerade Verbindung mit Pfeil 101"/>
          <p:cNvCxnSpPr/>
          <p:nvPr/>
        </p:nvCxnSpPr>
        <p:spPr>
          <a:xfrm>
            <a:off x="3492424" y="263749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3" name="Rechteck 102"/>
          <p:cNvSpPr/>
          <p:nvPr/>
        </p:nvSpPr>
        <p:spPr>
          <a:xfrm>
            <a:off x="3492424" y="24934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106" name="Gerade Verbindung mit Pfeil 105"/>
          <p:cNvCxnSpPr/>
          <p:nvPr/>
        </p:nvCxnSpPr>
        <p:spPr>
          <a:xfrm>
            <a:off x="4140424" y="278149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Gerade Verbindung mit Pfeil 106"/>
          <p:cNvCxnSpPr/>
          <p:nvPr/>
        </p:nvCxnSpPr>
        <p:spPr>
          <a:xfrm>
            <a:off x="4860424" y="299747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0" name="Rechteck 109"/>
          <p:cNvSpPr/>
          <p:nvPr/>
        </p:nvSpPr>
        <p:spPr>
          <a:xfrm>
            <a:off x="4860424" y="28534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111" name="Gerade Verbindung mit Pfeil 110"/>
          <p:cNvCxnSpPr/>
          <p:nvPr/>
        </p:nvCxnSpPr>
        <p:spPr>
          <a:xfrm>
            <a:off x="3492424" y="2997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2" name="Rechteck 111"/>
          <p:cNvSpPr/>
          <p:nvPr/>
        </p:nvSpPr>
        <p:spPr>
          <a:xfrm>
            <a:off x="3492424" y="2853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113" name="Gerade Verbindung mit Pfeil 112"/>
          <p:cNvCxnSpPr/>
          <p:nvPr/>
        </p:nvCxnSpPr>
        <p:spPr>
          <a:xfrm>
            <a:off x="4860424" y="314987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8" name="Rechteck 117"/>
          <p:cNvSpPr/>
          <p:nvPr/>
        </p:nvSpPr>
        <p:spPr>
          <a:xfrm>
            <a:off x="4860424" y="30058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119" name="Rechteck 118"/>
          <p:cNvSpPr/>
          <p:nvPr/>
        </p:nvSpPr>
        <p:spPr>
          <a:xfrm>
            <a:off x="6659856" y="1557276"/>
            <a:ext cx="936144"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0" name="Rechteck 119"/>
          <p:cNvSpPr/>
          <p:nvPr/>
        </p:nvSpPr>
        <p:spPr>
          <a:xfrm>
            <a:off x="6659520" y="1629286"/>
            <a:ext cx="936144"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21" name="Gerade Verbindung 374"/>
          <p:cNvCxnSpPr/>
          <p:nvPr/>
        </p:nvCxnSpPr>
        <p:spPr>
          <a:xfrm>
            <a:off x="6659856" y="1629286"/>
            <a:ext cx="936144" cy="0"/>
          </a:xfrm>
          <a:prstGeom prst="line">
            <a:avLst/>
          </a:prstGeom>
        </p:spPr>
        <p:style>
          <a:lnRef idx="1">
            <a:schemeClr val="accent1"/>
          </a:lnRef>
          <a:fillRef idx="0">
            <a:schemeClr val="accent1"/>
          </a:fillRef>
          <a:effectRef idx="0">
            <a:schemeClr val="accent1"/>
          </a:effectRef>
          <a:fontRef idx="minor">
            <a:schemeClr val="tx1"/>
          </a:fontRef>
        </p:style>
      </p:cxnSp>
      <p:sp>
        <p:nvSpPr>
          <p:cNvPr id="122" name="Rechteck 121"/>
          <p:cNvSpPr/>
          <p:nvPr/>
        </p:nvSpPr>
        <p:spPr>
          <a:xfrm>
            <a:off x="6659856" y="213327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3" name="Rechteck 122"/>
          <p:cNvSpPr/>
          <p:nvPr/>
        </p:nvSpPr>
        <p:spPr>
          <a:xfrm>
            <a:off x="6659856" y="220549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4" name="Rechteck 123"/>
          <p:cNvSpPr/>
          <p:nvPr/>
        </p:nvSpPr>
        <p:spPr>
          <a:xfrm>
            <a:off x="6659856" y="227748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5" name="Rechteck 124"/>
          <p:cNvSpPr/>
          <p:nvPr/>
        </p:nvSpPr>
        <p:spPr>
          <a:xfrm>
            <a:off x="6659856" y="234922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6" name="Rechteck 125"/>
          <p:cNvSpPr/>
          <p:nvPr/>
        </p:nvSpPr>
        <p:spPr>
          <a:xfrm>
            <a:off x="6659856" y="242123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7" name="Rechteck 126"/>
          <p:cNvSpPr/>
          <p:nvPr/>
        </p:nvSpPr>
        <p:spPr>
          <a:xfrm>
            <a:off x="6659856" y="278119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8" name="Rechteck 127"/>
          <p:cNvSpPr/>
          <p:nvPr/>
        </p:nvSpPr>
        <p:spPr>
          <a:xfrm>
            <a:off x="6659856" y="285320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29" name="Rechteck 128"/>
          <p:cNvSpPr/>
          <p:nvPr/>
        </p:nvSpPr>
        <p:spPr>
          <a:xfrm>
            <a:off x="6659376" y="292521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0" name="Rechteck 129"/>
          <p:cNvSpPr/>
          <p:nvPr/>
        </p:nvSpPr>
        <p:spPr>
          <a:xfrm>
            <a:off x="6659376" y="184526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1" name="Rechteck 130"/>
          <p:cNvSpPr/>
          <p:nvPr/>
        </p:nvSpPr>
        <p:spPr>
          <a:xfrm>
            <a:off x="6659856" y="177353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2" name="Rechteck 131"/>
          <p:cNvSpPr/>
          <p:nvPr/>
        </p:nvSpPr>
        <p:spPr>
          <a:xfrm>
            <a:off x="6659520" y="249322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3" name="Rechteck 132"/>
          <p:cNvSpPr/>
          <p:nvPr/>
        </p:nvSpPr>
        <p:spPr>
          <a:xfrm>
            <a:off x="6659184" y="256522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34" name="Rechteck 133"/>
          <p:cNvSpPr/>
          <p:nvPr/>
        </p:nvSpPr>
        <p:spPr>
          <a:xfrm>
            <a:off x="6659520" y="191726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35" name="Gerade Verbindung mit Pfeil 134"/>
          <p:cNvCxnSpPr/>
          <p:nvPr/>
        </p:nvCxnSpPr>
        <p:spPr>
          <a:xfrm>
            <a:off x="6228000" y="162927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6" name="Rechteck 135"/>
          <p:cNvSpPr/>
          <p:nvPr/>
        </p:nvSpPr>
        <p:spPr>
          <a:xfrm>
            <a:off x="6228000" y="14852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137" name="Gerade Verbindung mit Pfeil 136"/>
          <p:cNvCxnSpPr/>
          <p:nvPr/>
        </p:nvCxnSpPr>
        <p:spPr>
          <a:xfrm>
            <a:off x="7596000" y="177349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8" name="Rechteck 137"/>
          <p:cNvSpPr/>
          <p:nvPr/>
        </p:nvSpPr>
        <p:spPr>
          <a:xfrm>
            <a:off x="7596000" y="1629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140" name="Gerade Verbindung mit Pfeil 139"/>
          <p:cNvCxnSpPr/>
          <p:nvPr/>
        </p:nvCxnSpPr>
        <p:spPr>
          <a:xfrm>
            <a:off x="6228000" y="1773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Gerade Verbindung mit Pfeil 140"/>
          <p:cNvCxnSpPr/>
          <p:nvPr/>
        </p:nvCxnSpPr>
        <p:spPr>
          <a:xfrm>
            <a:off x="7596000" y="213349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Gerade Verbindung mit Pfeil 141"/>
          <p:cNvCxnSpPr/>
          <p:nvPr/>
        </p:nvCxnSpPr>
        <p:spPr>
          <a:xfrm>
            <a:off x="7236000" y="2133496"/>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3" name="Rechteck 142"/>
          <p:cNvSpPr/>
          <p:nvPr/>
        </p:nvSpPr>
        <p:spPr>
          <a:xfrm>
            <a:off x="6228000" y="1629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144" name="Rechteck 143"/>
          <p:cNvSpPr/>
          <p:nvPr/>
        </p:nvSpPr>
        <p:spPr>
          <a:xfrm>
            <a:off x="7596000" y="1989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145" name="Rechteck 144"/>
          <p:cNvSpPr/>
          <p:nvPr/>
        </p:nvSpPr>
        <p:spPr>
          <a:xfrm>
            <a:off x="6660000" y="1197496"/>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Processing </a:t>
            </a:r>
            <a:r>
              <a:rPr lang="en-US" sz="1100" dirty="0" err="1">
                <a:solidFill>
                  <a:schemeClr val="tx1"/>
                </a:solidFill>
              </a:rPr>
              <a:t>optoin</a:t>
            </a:r>
            <a:r>
              <a:rPr lang="en-US" sz="1100" dirty="0">
                <a:solidFill>
                  <a:schemeClr val="tx1"/>
                </a:solidFill>
              </a:rPr>
              <a:t>:</a:t>
            </a:r>
          </a:p>
          <a:p>
            <a:r>
              <a:rPr lang="en-US" sz="1100" b="1" dirty="0">
                <a:solidFill>
                  <a:schemeClr val="tx1"/>
                </a:solidFill>
              </a:rPr>
              <a:t>repeat</a:t>
            </a:r>
          </a:p>
        </p:txBody>
      </p:sp>
      <p:cxnSp>
        <p:nvCxnSpPr>
          <p:cNvPr id="146" name="Gerade Verbindung mit Pfeil 145"/>
          <p:cNvCxnSpPr/>
          <p:nvPr/>
        </p:nvCxnSpPr>
        <p:spPr>
          <a:xfrm>
            <a:off x="6228000" y="2133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7" name="Rechteck 146"/>
          <p:cNvSpPr/>
          <p:nvPr/>
        </p:nvSpPr>
        <p:spPr>
          <a:xfrm>
            <a:off x="6228000" y="1989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148" name="Gerade Verbindung mit Pfeil 147"/>
          <p:cNvCxnSpPr/>
          <p:nvPr/>
        </p:nvCxnSpPr>
        <p:spPr>
          <a:xfrm>
            <a:off x="7092128" y="2421496"/>
            <a:ext cx="336" cy="2159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Gerade Verbindung mit Pfeil 148"/>
          <p:cNvCxnSpPr/>
          <p:nvPr/>
        </p:nvCxnSpPr>
        <p:spPr>
          <a:xfrm>
            <a:off x="7596000" y="242149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0" name="Rechteck 149"/>
          <p:cNvSpPr/>
          <p:nvPr/>
        </p:nvSpPr>
        <p:spPr>
          <a:xfrm>
            <a:off x="7596000" y="2277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151" name="Gerade Verbindung mit Pfeil 150"/>
          <p:cNvCxnSpPr/>
          <p:nvPr/>
        </p:nvCxnSpPr>
        <p:spPr>
          <a:xfrm>
            <a:off x="6228000" y="2421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2" name="Rechteck 151"/>
          <p:cNvSpPr/>
          <p:nvPr/>
        </p:nvSpPr>
        <p:spPr>
          <a:xfrm>
            <a:off x="6228000" y="2277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153" name="Gerade Verbindung mit Pfeil 152"/>
          <p:cNvCxnSpPr/>
          <p:nvPr/>
        </p:nvCxnSpPr>
        <p:spPr>
          <a:xfrm>
            <a:off x="6948112" y="278149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Gerade Verbindung mit Pfeil 153"/>
          <p:cNvCxnSpPr/>
          <p:nvPr/>
        </p:nvCxnSpPr>
        <p:spPr>
          <a:xfrm>
            <a:off x="7596000" y="278147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5" name="Rechteck 154"/>
          <p:cNvSpPr/>
          <p:nvPr/>
        </p:nvSpPr>
        <p:spPr>
          <a:xfrm>
            <a:off x="7596000" y="26374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156" name="Gerade Verbindung mit Pfeil 155"/>
          <p:cNvCxnSpPr/>
          <p:nvPr/>
        </p:nvCxnSpPr>
        <p:spPr>
          <a:xfrm>
            <a:off x="6228000" y="2781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57" name="Rechteck 156"/>
          <p:cNvSpPr/>
          <p:nvPr/>
        </p:nvSpPr>
        <p:spPr>
          <a:xfrm>
            <a:off x="6228000" y="2637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160" name="Rechteck 159"/>
          <p:cNvSpPr/>
          <p:nvPr/>
        </p:nvSpPr>
        <p:spPr>
          <a:xfrm>
            <a:off x="3276424" y="1485496"/>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1" name="Rechteck 160"/>
          <p:cNvSpPr/>
          <p:nvPr/>
        </p:nvSpPr>
        <p:spPr>
          <a:xfrm>
            <a:off x="3276424" y="1845496"/>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2" name="Rechteck 161"/>
          <p:cNvSpPr/>
          <p:nvPr/>
        </p:nvSpPr>
        <p:spPr>
          <a:xfrm>
            <a:off x="3276424" y="2277496"/>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3" name="Rechteck 162"/>
          <p:cNvSpPr/>
          <p:nvPr/>
        </p:nvSpPr>
        <p:spPr>
          <a:xfrm>
            <a:off x="3276424" y="2493496"/>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4" name="Rechteck 163"/>
          <p:cNvSpPr/>
          <p:nvPr/>
        </p:nvSpPr>
        <p:spPr>
          <a:xfrm>
            <a:off x="6012000" y="1485496"/>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5" name="Rechteck 164"/>
          <p:cNvSpPr/>
          <p:nvPr/>
        </p:nvSpPr>
        <p:spPr>
          <a:xfrm>
            <a:off x="6012000" y="1629496"/>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6" name="Rechteck 165"/>
          <p:cNvSpPr/>
          <p:nvPr/>
        </p:nvSpPr>
        <p:spPr>
          <a:xfrm>
            <a:off x="6012000" y="1989516"/>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7" name="Rechteck 166"/>
          <p:cNvSpPr/>
          <p:nvPr/>
        </p:nvSpPr>
        <p:spPr>
          <a:xfrm>
            <a:off x="6012000" y="2277516"/>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8" name="Rechteck 167"/>
          <p:cNvSpPr/>
          <p:nvPr/>
        </p:nvSpPr>
        <p:spPr>
          <a:xfrm>
            <a:off x="3276424" y="2853496"/>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69" name="Rechteck 168"/>
          <p:cNvSpPr/>
          <p:nvPr/>
        </p:nvSpPr>
        <p:spPr>
          <a:xfrm>
            <a:off x="6012000" y="2637496"/>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70" name="Gerade Verbindung mit Pfeil 169"/>
          <p:cNvCxnSpPr/>
          <p:nvPr/>
        </p:nvCxnSpPr>
        <p:spPr>
          <a:xfrm>
            <a:off x="3996424" y="2997496"/>
            <a:ext cx="0" cy="14400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Gerade Verbindung mit Pfeil 170"/>
          <p:cNvCxnSpPr/>
          <p:nvPr/>
        </p:nvCxnSpPr>
        <p:spPr>
          <a:xfrm>
            <a:off x="6732088" y="2781440"/>
            <a:ext cx="0" cy="360000"/>
          </a:xfrm>
          <a:prstGeom prst="straightConnector1">
            <a:avLst/>
          </a:prstGeom>
          <a:ln>
            <a:solidFill>
              <a:srgbClr val="FFCC8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2" name="Rechteck 171"/>
          <p:cNvSpPr/>
          <p:nvPr/>
        </p:nvSpPr>
        <p:spPr>
          <a:xfrm>
            <a:off x="5364424" y="1845496"/>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3" name="Rechteck 172"/>
          <p:cNvSpPr/>
          <p:nvPr/>
        </p:nvSpPr>
        <p:spPr>
          <a:xfrm>
            <a:off x="5364424" y="2277496"/>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4" name="Rechteck 173"/>
          <p:cNvSpPr/>
          <p:nvPr/>
        </p:nvSpPr>
        <p:spPr>
          <a:xfrm>
            <a:off x="5364424" y="2493496"/>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5" name="Rechteck 174"/>
          <p:cNvSpPr/>
          <p:nvPr/>
        </p:nvSpPr>
        <p:spPr>
          <a:xfrm>
            <a:off x="5364424" y="2853496"/>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76" name="Rechteck 175"/>
          <p:cNvSpPr/>
          <p:nvPr/>
        </p:nvSpPr>
        <p:spPr>
          <a:xfrm>
            <a:off x="5364424" y="3069496"/>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77" name="Gerade Verbindung mit Pfeil 176"/>
          <p:cNvCxnSpPr/>
          <p:nvPr/>
        </p:nvCxnSpPr>
        <p:spPr>
          <a:xfrm flipV="1">
            <a:off x="7452000" y="1773328"/>
            <a:ext cx="0" cy="216024"/>
          </a:xfrm>
          <a:prstGeom prst="straightConnector1">
            <a:avLst/>
          </a:prstGeom>
          <a:ln>
            <a:solidFill>
              <a:srgbClr val="CBEC0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Gerader Verbinder 25"/>
          <p:cNvCxnSpPr/>
          <p:nvPr/>
        </p:nvCxnSpPr>
        <p:spPr>
          <a:xfrm>
            <a:off x="4572424" y="1629496"/>
            <a:ext cx="0" cy="144000"/>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cxnSp>
        <p:nvCxnSpPr>
          <p:cNvPr id="179" name="Gerader Verbinder 178"/>
          <p:cNvCxnSpPr/>
          <p:nvPr/>
        </p:nvCxnSpPr>
        <p:spPr>
          <a:xfrm>
            <a:off x="4428424" y="1989496"/>
            <a:ext cx="0" cy="144000"/>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cxnSp>
        <p:nvCxnSpPr>
          <p:cNvPr id="180" name="Gerader Verbinder 179"/>
          <p:cNvCxnSpPr/>
          <p:nvPr/>
        </p:nvCxnSpPr>
        <p:spPr>
          <a:xfrm>
            <a:off x="4140424" y="2637496"/>
            <a:ext cx="0" cy="144000"/>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1" name="Gerade Verbindung mit Pfeil 180"/>
          <p:cNvCxnSpPr/>
          <p:nvPr/>
        </p:nvCxnSpPr>
        <p:spPr>
          <a:xfrm>
            <a:off x="7380160" y="1773496"/>
            <a:ext cx="0" cy="2157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Gerader Verbinder 181"/>
          <p:cNvCxnSpPr/>
          <p:nvPr/>
        </p:nvCxnSpPr>
        <p:spPr>
          <a:xfrm>
            <a:off x="7380160" y="1629496"/>
            <a:ext cx="0" cy="144000"/>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sp>
        <p:nvSpPr>
          <p:cNvPr id="184" name="Rechteck 183"/>
          <p:cNvSpPr/>
          <p:nvPr/>
        </p:nvSpPr>
        <p:spPr>
          <a:xfrm>
            <a:off x="5868000" y="1629496"/>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85" name="Rechteck 184"/>
          <p:cNvSpPr/>
          <p:nvPr/>
        </p:nvSpPr>
        <p:spPr>
          <a:xfrm>
            <a:off x="8100000" y="1629496"/>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88" name="Gerader Verbinder 187"/>
          <p:cNvCxnSpPr/>
          <p:nvPr/>
        </p:nvCxnSpPr>
        <p:spPr>
          <a:xfrm>
            <a:off x="7236144" y="1773496"/>
            <a:ext cx="0" cy="36000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92" name="Rechteck 191"/>
          <p:cNvSpPr/>
          <p:nvPr/>
        </p:nvSpPr>
        <p:spPr>
          <a:xfrm>
            <a:off x="8100000" y="1989496"/>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93" name="Rechteck 192"/>
          <p:cNvSpPr/>
          <p:nvPr/>
        </p:nvSpPr>
        <p:spPr>
          <a:xfrm>
            <a:off x="5868000" y="1989496"/>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194" name="Gerader Verbinder 193"/>
          <p:cNvCxnSpPr/>
          <p:nvPr/>
        </p:nvCxnSpPr>
        <p:spPr>
          <a:xfrm>
            <a:off x="7092464" y="2133496"/>
            <a:ext cx="0" cy="28800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97" name="Rechteck 196"/>
          <p:cNvSpPr/>
          <p:nvPr/>
        </p:nvSpPr>
        <p:spPr>
          <a:xfrm>
            <a:off x="8100000" y="2277496"/>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198" name="Rechteck 197"/>
          <p:cNvSpPr/>
          <p:nvPr/>
        </p:nvSpPr>
        <p:spPr>
          <a:xfrm>
            <a:off x="5868000" y="2277496"/>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00" name="Gerader Verbinder 199"/>
          <p:cNvCxnSpPr/>
          <p:nvPr/>
        </p:nvCxnSpPr>
        <p:spPr>
          <a:xfrm>
            <a:off x="6948112" y="2421496"/>
            <a:ext cx="0" cy="360000"/>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3" name="Rechteck 202"/>
          <p:cNvSpPr/>
          <p:nvPr/>
        </p:nvSpPr>
        <p:spPr>
          <a:xfrm>
            <a:off x="8100000" y="2637496"/>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5" name="Rechteck 204"/>
          <p:cNvSpPr/>
          <p:nvPr/>
        </p:nvSpPr>
        <p:spPr>
          <a:xfrm>
            <a:off x="5868000" y="2637496"/>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06" name="Rechteck 205"/>
          <p:cNvSpPr/>
          <p:nvPr/>
        </p:nvSpPr>
        <p:spPr>
          <a:xfrm>
            <a:off x="8244000" y="2637496"/>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0" name="Rechteck 209"/>
          <p:cNvSpPr/>
          <p:nvPr/>
        </p:nvSpPr>
        <p:spPr>
          <a:xfrm>
            <a:off x="3924280" y="3861276"/>
            <a:ext cx="936144"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1" name="Rechteck 210"/>
          <p:cNvSpPr/>
          <p:nvPr/>
        </p:nvSpPr>
        <p:spPr>
          <a:xfrm>
            <a:off x="3923944" y="3933286"/>
            <a:ext cx="936144"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12" name="Gerade Verbindung 374"/>
          <p:cNvCxnSpPr/>
          <p:nvPr/>
        </p:nvCxnSpPr>
        <p:spPr>
          <a:xfrm>
            <a:off x="3924280" y="3933286"/>
            <a:ext cx="936144" cy="0"/>
          </a:xfrm>
          <a:prstGeom prst="line">
            <a:avLst/>
          </a:prstGeom>
        </p:spPr>
        <p:style>
          <a:lnRef idx="1">
            <a:schemeClr val="accent1"/>
          </a:lnRef>
          <a:fillRef idx="0">
            <a:schemeClr val="accent1"/>
          </a:fillRef>
          <a:effectRef idx="0">
            <a:schemeClr val="accent1"/>
          </a:effectRef>
          <a:fontRef idx="minor">
            <a:schemeClr val="tx1"/>
          </a:fontRef>
        </p:style>
      </p:cxnSp>
      <p:sp>
        <p:nvSpPr>
          <p:cNvPr id="213" name="Rechteck 212"/>
          <p:cNvSpPr/>
          <p:nvPr/>
        </p:nvSpPr>
        <p:spPr>
          <a:xfrm>
            <a:off x="3924280" y="443727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4" name="Rechteck 213"/>
          <p:cNvSpPr/>
          <p:nvPr/>
        </p:nvSpPr>
        <p:spPr>
          <a:xfrm>
            <a:off x="3924280" y="450949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5" name="Rechteck 214"/>
          <p:cNvSpPr/>
          <p:nvPr/>
        </p:nvSpPr>
        <p:spPr>
          <a:xfrm>
            <a:off x="3924280" y="458148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7" name="Rechteck 216"/>
          <p:cNvSpPr/>
          <p:nvPr/>
        </p:nvSpPr>
        <p:spPr>
          <a:xfrm>
            <a:off x="3924280" y="465322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8" name="Rechteck 217"/>
          <p:cNvSpPr/>
          <p:nvPr/>
        </p:nvSpPr>
        <p:spPr>
          <a:xfrm>
            <a:off x="3924280" y="472523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19" name="Rechteck 218"/>
          <p:cNvSpPr/>
          <p:nvPr/>
        </p:nvSpPr>
        <p:spPr>
          <a:xfrm>
            <a:off x="3924280" y="508519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0" name="Rechteck 219"/>
          <p:cNvSpPr/>
          <p:nvPr/>
        </p:nvSpPr>
        <p:spPr>
          <a:xfrm>
            <a:off x="3924280" y="515720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1" name="Rechteck 220"/>
          <p:cNvSpPr/>
          <p:nvPr/>
        </p:nvSpPr>
        <p:spPr>
          <a:xfrm>
            <a:off x="3923800" y="522921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2" name="Rechteck 221"/>
          <p:cNvSpPr/>
          <p:nvPr/>
        </p:nvSpPr>
        <p:spPr>
          <a:xfrm>
            <a:off x="3923800" y="414926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3" name="Rechteck 222"/>
          <p:cNvSpPr/>
          <p:nvPr/>
        </p:nvSpPr>
        <p:spPr>
          <a:xfrm>
            <a:off x="3924280" y="407753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4" name="Rechteck 223"/>
          <p:cNvSpPr/>
          <p:nvPr/>
        </p:nvSpPr>
        <p:spPr>
          <a:xfrm>
            <a:off x="3923944" y="479722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5" name="Rechteck 224"/>
          <p:cNvSpPr/>
          <p:nvPr/>
        </p:nvSpPr>
        <p:spPr>
          <a:xfrm>
            <a:off x="3923608" y="486922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26" name="Rechteck 225"/>
          <p:cNvSpPr/>
          <p:nvPr/>
        </p:nvSpPr>
        <p:spPr>
          <a:xfrm>
            <a:off x="3923944" y="422126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31" name="Gerade Verbindung mit Pfeil 230"/>
          <p:cNvCxnSpPr/>
          <p:nvPr/>
        </p:nvCxnSpPr>
        <p:spPr>
          <a:xfrm>
            <a:off x="4644424" y="4077496"/>
            <a:ext cx="0" cy="2157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7" name="Rechteck 236"/>
          <p:cNvSpPr/>
          <p:nvPr/>
        </p:nvSpPr>
        <p:spPr>
          <a:xfrm>
            <a:off x="3924424" y="3501496"/>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Processing option:</a:t>
            </a:r>
          </a:p>
          <a:p>
            <a:r>
              <a:rPr lang="en-US" sz="1100" b="1" dirty="0">
                <a:solidFill>
                  <a:schemeClr val="tx1"/>
                </a:solidFill>
              </a:rPr>
              <a:t>repeat revolving</a:t>
            </a:r>
          </a:p>
        </p:txBody>
      </p:sp>
      <p:sp>
        <p:nvSpPr>
          <p:cNvPr id="252" name="Rechteck 251"/>
          <p:cNvSpPr/>
          <p:nvPr/>
        </p:nvSpPr>
        <p:spPr>
          <a:xfrm>
            <a:off x="6659856" y="3861276"/>
            <a:ext cx="936144"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3" name="Rechteck 252"/>
          <p:cNvSpPr/>
          <p:nvPr/>
        </p:nvSpPr>
        <p:spPr>
          <a:xfrm>
            <a:off x="6659520" y="3933286"/>
            <a:ext cx="936144"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54" name="Gerade Verbindung 374"/>
          <p:cNvCxnSpPr/>
          <p:nvPr/>
        </p:nvCxnSpPr>
        <p:spPr>
          <a:xfrm>
            <a:off x="6659856" y="3933286"/>
            <a:ext cx="936144" cy="0"/>
          </a:xfrm>
          <a:prstGeom prst="line">
            <a:avLst/>
          </a:prstGeom>
        </p:spPr>
        <p:style>
          <a:lnRef idx="1">
            <a:schemeClr val="accent1"/>
          </a:lnRef>
          <a:fillRef idx="0">
            <a:schemeClr val="accent1"/>
          </a:fillRef>
          <a:effectRef idx="0">
            <a:schemeClr val="accent1"/>
          </a:effectRef>
          <a:fontRef idx="minor">
            <a:schemeClr val="tx1"/>
          </a:fontRef>
        </p:style>
      </p:cxnSp>
      <p:sp>
        <p:nvSpPr>
          <p:cNvPr id="255" name="Rechteck 254"/>
          <p:cNvSpPr/>
          <p:nvPr/>
        </p:nvSpPr>
        <p:spPr>
          <a:xfrm>
            <a:off x="6659856" y="443727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6" name="Rechteck 255"/>
          <p:cNvSpPr/>
          <p:nvPr/>
        </p:nvSpPr>
        <p:spPr>
          <a:xfrm>
            <a:off x="6659856" y="450949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7" name="Rechteck 256"/>
          <p:cNvSpPr/>
          <p:nvPr/>
        </p:nvSpPr>
        <p:spPr>
          <a:xfrm>
            <a:off x="6659856" y="458148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8" name="Rechteck 257"/>
          <p:cNvSpPr/>
          <p:nvPr/>
        </p:nvSpPr>
        <p:spPr>
          <a:xfrm>
            <a:off x="6659856" y="465322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59" name="Rechteck 258"/>
          <p:cNvSpPr/>
          <p:nvPr/>
        </p:nvSpPr>
        <p:spPr>
          <a:xfrm>
            <a:off x="6659856" y="472523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1" name="Rechteck 260"/>
          <p:cNvSpPr/>
          <p:nvPr/>
        </p:nvSpPr>
        <p:spPr>
          <a:xfrm>
            <a:off x="6659856" y="508519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2" name="Rechteck 261"/>
          <p:cNvSpPr/>
          <p:nvPr/>
        </p:nvSpPr>
        <p:spPr>
          <a:xfrm>
            <a:off x="6659856" y="515720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3" name="Rechteck 262"/>
          <p:cNvSpPr/>
          <p:nvPr/>
        </p:nvSpPr>
        <p:spPr>
          <a:xfrm>
            <a:off x="6659376" y="522921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4" name="Rechteck 263"/>
          <p:cNvSpPr/>
          <p:nvPr/>
        </p:nvSpPr>
        <p:spPr>
          <a:xfrm>
            <a:off x="6659376" y="414926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5" name="Rechteck 264"/>
          <p:cNvSpPr/>
          <p:nvPr/>
        </p:nvSpPr>
        <p:spPr>
          <a:xfrm>
            <a:off x="6659856" y="407753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6" name="Rechteck 265"/>
          <p:cNvSpPr/>
          <p:nvPr/>
        </p:nvSpPr>
        <p:spPr>
          <a:xfrm>
            <a:off x="6659520" y="479722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7" name="Rechteck 266"/>
          <p:cNvSpPr/>
          <p:nvPr/>
        </p:nvSpPr>
        <p:spPr>
          <a:xfrm>
            <a:off x="6659184" y="486922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68" name="Rechteck 267"/>
          <p:cNvSpPr/>
          <p:nvPr/>
        </p:nvSpPr>
        <p:spPr>
          <a:xfrm>
            <a:off x="6659520" y="422126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269" name="Gerade Verbindung mit Pfeil 268"/>
          <p:cNvCxnSpPr/>
          <p:nvPr/>
        </p:nvCxnSpPr>
        <p:spPr>
          <a:xfrm>
            <a:off x="6228000" y="393327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70" name="Rechteck 269"/>
          <p:cNvSpPr/>
          <p:nvPr/>
        </p:nvSpPr>
        <p:spPr>
          <a:xfrm>
            <a:off x="6228000" y="37892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271" name="Gerade Verbindung mit Pfeil 270"/>
          <p:cNvCxnSpPr/>
          <p:nvPr/>
        </p:nvCxnSpPr>
        <p:spPr>
          <a:xfrm>
            <a:off x="7596000" y="407749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2" name="Rechteck 271"/>
          <p:cNvSpPr/>
          <p:nvPr/>
        </p:nvSpPr>
        <p:spPr>
          <a:xfrm>
            <a:off x="7596000" y="3933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273" name="Gerade Verbindung mit Pfeil 272"/>
          <p:cNvCxnSpPr/>
          <p:nvPr/>
        </p:nvCxnSpPr>
        <p:spPr>
          <a:xfrm>
            <a:off x="6228000" y="4077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4" name="Gerade Verbindung mit Pfeil 273"/>
          <p:cNvCxnSpPr/>
          <p:nvPr/>
        </p:nvCxnSpPr>
        <p:spPr>
          <a:xfrm>
            <a:off x="7596000" y="443749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Gerade Verbindung mit Pfeil 274"/>
          <p:cNvCxnSpPr/>
          <p:nvPr/>
        </p:nvCxnSpPr>
        <p:spPr>
          <a:xfrm>
            <a:off x="7236000" y="4437496"/>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6" name="Rechteck 275"/>
          <p:cNvSpPr/>
          <p:nvPr/>
        </p:nvSpPr>
        <p:spPr>
          <a:xfrm>
            <a:off x="6228000" y="3933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277" name="Rechteck 276"/>
          <p:cNvSpPr/>
          <p:nvPr/>
        </p:nvSpPr>
        <p:spPr>
          <a:xfrm>
            <a:off x="7596000" y="4293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278" name="Rechteck 277"/>
          <p:cNvSpPr/>
          <p:nvPr/>
        </p:nvSpPr>
        <p:spPr>
          <a:xfrm>
            <a:off x="6660000" y="3501496"/>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a:solidFill>
                  <a:schemeClr val="tx1"/>
                </a:solidFill>
              </a:rPr>
              <a:t>Processing option:</a:t>
            </a:r>
          </a:p>
          <a:p>
            <a:r>
              <a:rPr lang="en-US" sz="1100" b="1" dirty="0">
                <a:solidFill>
                  <a:schemeClr val="tx1"/>
                </a:solidFill>
              </a:rPr>
              <a:t>repeat remaining</a:t>
            </a:r>
          </a:p>
        </p:txBody>
      </p:sp>
      <p:cxnSp>
        <p:nvCxnSpPr>
          <p:cNvPr id="279" name="Gerade Verbindung mit Pfeil 278"/>
          <p:cNvCxnSpPr/>
          <p:nvPr/>
        </p:nvCxnSpPr>
        <p:spPr>
          <a:xfrm>
            <a:off x="6228000" y="4437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0" name="Rechteck 279"/>
          <p:cNvSpPr/>
          <p:nvPr/>
        </p:nvSpPr>
        <p:spPr>
          <a:xfrm>
            <a:off x="6228000" y="4293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281" name="Gerade Verbindung mit Pfeil 280"/>
          <p:cNvCxnSpPr/>
          <p:nvPr/>
        </p:nvCxnSpPr>
        <p:spPr>
          <a:xfrm>
            <a:off x="7091792" y="4725496"/>
            <a:ext cx="336" cy="2159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Gerade Verbindung mit Pfeil 281"/>
          <p:cNvCxnSpPr/>
          <p:nvPr/>
        </p:nvCxnSpPr>
        <p:spPr>
          <a:xfrm>
            <a:off x="7596000" y="472549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3" name="Rechteck 282"/>
          <p:cNvSpPr/>
          <p:nvPr/>
        </p:nvSpPr>
        <p:spPr>
          <a:xfrm>
            <a:off x="7596000" y="4581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284" name="Gerade Verbindung mit Pfeil 283"/>
          <p:cNvCxnSpPr/>
          <p:nvPr/>
        </p:nvCxnSpPr>
        <p:spPr>
          <a:xfrm>
            <a:off x="6228000" y="4725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5" name="Rechteck 284"/>
          <p:cNvSpPr/>
          <p:nvPr/>
        </p:nvSpPr>
        <p:spPr>
          <a:xfrm>
            <a:off x="6228000" y="4581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286" name="Gerade Verbindung mit Pfeil 285"/>
          <p:cNvCxnSpPr/>
          <p:nvPr/>
        </p:nvCxnSpPr>
        <p:spPr>
          <a:xfrm>
            <a:off x="6948112" y="508549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Gerade Verbindung mit Pfeil 286"/>
          <p:cNvCxnSpPr/>
          <p:nvPr/>
        </p:nvCxnSpPr>
        <p:spPr>
          <a:xfrm>
            <a:off x="7596000" y="508547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8" name="Rechteck 287"/>
          <p:cNvSpPr/>
          <p:nvPr/>
        </p:nvSpPr>
        <p:spPr>
          <a:xfrm>
            <a:off x="7596000" y="494147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289" name="Gerade Verbindung mit Pfeil 288"/>
          <p:cNvCxnSpPr/>
          <p:nvPr/>
        </p:nvCxnSpPr>
        <p:spPr>
          <a:xfrm>
            <a:off x="6228000" y="5085516"/>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0" name="Rechteck 289"/>
          <p:cNvSpPr/>
          <p:nvPr/>
        </p:nvSpPr>
        <p:spPr>
          <a:xfrm>
            <a:off x="6228000" y="49414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295" name="Rechteck 294"/>
          <p:cNvSpPr/>
          <p:nvPr/>
        </p:nvSpPr>
        <p:spPr>
          <a:xfrm>
            <a:off x="6012000" y="3789496"/>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299" name="Rechteck 298"/>
          <p:cNvSpPr/>
          <p:nvPr/>
        </p:nvSpPr>
        <p:spPr>
          <a:xfrm>
            <a:off x="6012000" y="3933496"/>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0" name="Rechteck 299"/>
          <p:cNvSpPr/>
          <p:nvPr/>
        </p:nvSpPr>
        <p:spPr>
          <a:xfrm>
            <a:off x="6012000" y="4293516"/>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1" name="Rechteck 300"/>
          <p:cNvSpPr/>
          <p:nvPr/>
        </p:nvSpPr>
        <p:spPr>
          <a:xfrm>
            <a:off x="6012000" y="4581516"/>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03" name="Rechteck 302"/>
          <p:cNvSpPr/>
          <p:nvPr/>
        </p:nvSpPr>
        <p:spPr>
          <a:xfrm>
            <a:off x="6012000" y="4941496"/>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05" name="Gerade Verbindung mit Pfeil 304"/>
          <p:cNvCxnSpPr/>
          <p:nvPr/>
        </p:nvCxnSpPr>
        <p:spPr>
          <a:xfrm>
            <a:off x="6732000" y="5085704"/>
            <a:ext cx="0" cy="360000"/>
          </a:xfrm>
          <a:prstGeom prst="straightConnector1">
            <a:avLst/>
          </a:prstGeom>
          <a:ln>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Gerade Verbindung mit Pfeil 310"/>
          <p:cNvCxnSpPr/>
          <p:nvPr/>
        </p:nvCxnSpPr>
        <p:spPr>
          <a:xfrm flipV="1">
            <a:off x="7452000" y="4077496"/>
            <a:ext cx="0" cy="1368000"/>
          </a:xfrm>
          <a:prstGeom prst="straightConnector1">
            <a:avLst/>
          </a:prstGeom>
          <a:ln>
            <a:solidFill>
              <a:srgbClr val="CBEC04"/>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Gerade Verbindung mit Pfeil 314"/>
          <p:cNvCxnSpPr/>
          <p:nvPr/>
        </p:nvCxnSpPr>
        <p:spPr>
          <a:xfrm>
            <a:off x="7380000" y="4077496"/>
            <a:ext cx="0" cy="2157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6" name="Gerader Verbinder 315"/>
          <p:cNvCxnSpPr/>
          <p:nvPr/>
        </p:nvCxnSpPr>
        <p:spPr>
          <a:xfrm>
            <a:off x="7380000" y="3933496"/>
            <a:ext cx="0" cy="144000"/>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sp>
        <p:nvSpPr>
          <p:cNvPr id="317" name="Rechteck 316"/>
          <p:cNvSpPr/>
          <p:nvPr/>
        </p:nvSpPr>
        <p:spPr>
          <a:xfrm>
            <a:off x="5868000" y="3933496"/>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18" name="Rechteck 317"/>
          <p:cNvSpPr/>
          <p:nvPr/>
        </p:nvSpPr>
        <p:spPr>
          <a:xfrm>
            <a:off x="8100000" y="3933496"/>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19" name="Gerader Verbinder 318"/>
          <p:cNvCxnSpPr/>
          <p:nvPr/>
        </p:nvCxnSpPr>
        <p:spPr>
          <a:xfrm>
            <a:off x="7236000" y="4077496"/>
            <a:ext cx="0" cy="360000"/>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sp>
        <p:nvSpPr>
          <p:cNvPr id="321" name="Rechteck 320"/>
          <p:cNvSpPr/>
          <p:nvPr/>
        </p:nvSpPr>
        <p:spPr>
          <a:xfrm>
            <a:off x="8100000" y="4293496"/>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2" name="Rechteck 321"/>
          <p:cNvSpPr/>
          <p:nvPr/>
        </p:nvSpPr>
        <p:spPr>
          <a:xfrm>
            <a:off x="5868000" y="4293496"/>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23" name="Gerader Verbinder 322"/>
          <p:cNvCxnSpPr/>
          <p:nvPr/>
        </p:nvCxnSpPr>
        <p:spPr>
          <a:xfrm>
            <a:off x="7092128" y="4437496"/>
            <a:ext cx="0" cy="28800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326" name="Rechteck 325"/>
          <p:cNvSpPr/>
          <p:nvPr/>
        </p:nvSpPr>
        <p:spPr>
          <a:xfrm>
            <a:off x="8100000" y="4581496"/>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27" name="Rechteck 326"/>
          <p:cNvSpPr/>
          <p:nvPr/>
        </p:nvSpPr>
        <p:spPr>
          <a:xfrm>
            <a:off x="5868000" y="4581496"/>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28" name="Gerader Verbinder 327"/>
          <p:cNvCxnSpPr/>
          <p:nvPr/>
        </p:nvCxnSpPr>
        <p:spPr>
          <a:xfrm>
            <a:off x="6948112" y="4725496"/>
            <a:ext cx="0" cy="360000"/>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30" name="Rechteck 329"/>
          <p:cNvSpPr/>
          <p:nvPr/>
        </p:nvSpPr>
        <p:spPr>
          <a:xfrm>
            <a:off x="8100000" y="4941496"/>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1" name="Rechteck 330"/>
          <p:cNvSpPr/>
          <p:nvPr/>
        </p:nvSpPr>
        <p:spPr>
          <a:xfrm>
            <a:off x="5868000" y="4941496"/>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332" name="Rechteck 331"/>
          <p:cNvSpPr/>
          <p:nvPr/>
        </p:nvSpPr>
        <p:spPr>
          <a:xfrm>
            <a:off x="8244000" y="4941496"/>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354" name="Gerader Verbinder 353"/>
          <p:cNvCxnSpPr/>
          <p:nvPr/>
        </p:nvCxnSpPr>
        <p:spPr>
          <a:xfrm>
            <a:off x="7236000" y="4725496"/>
            <a:ext cx="0" cy="288000"/>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cxnSp>
        <p:nvCxnSpPr>
          <p:cNvPr id="355" name="Gerade Verbindung mit Pfeil 354"/>
          <p:cNvCxnSpPr/>
          <p:nvPr/>
        </p:nvCxnSpPr>
        <p:spPr>
          <a:xfrm>
            <a:off x="7236000" y="5013496"/>
            <a:ext cx="336" cy="719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0" name="Gerade Verbindung mit Pfeil 319"/>
          <p:cNvCxnSpPr/>
          <p:nvPr/>
        </p:nvCxnSpPr>
        <p:spPr>
          <a:xfrm flipV="1">
            <a:off x="7308000" y="4437632"/>
            <a:ext cx="0" cy="1008112"/>
          </a:xfrm>
          <a:prstGeom prst="straightConnector1">
            <a:avLst/>
          </a:prstGeom>
          <a:ln>
            <a:solidFill>
              <a:srgbClr val="00CC66"/>
            </a:solidFill>
            <a:tailEnd type="triangle"/>
          </a:ln>
        </p:spPr>
        <p:style>
          <a:lnRef idx="1">
            <a:schemeClr val="accent1"/>
          </a:lnRef>
          <a:fillRef idx="0">
            <a:schemeClr val="accent1"/>
          </a:fillRef>
          <a:effectRef idx="0">
            <a:schemeClr val="accent1"/>
          </a:effectRef>
          <a:fontRef idx="minor">
            <a:schemeClr val="tx1"/>
          </a:fontRef>
        </p:style>
      </p:cxnSp>
      <p:cxnSp>
        <p:nvCxnSpPr>
          <p:cNvPr id="357" name="Gerade Verbindung mit Pfeil 356"/>
          <p:cNvCxnSpPr/>
          <p:nvPr/>
        </p:nvCxnSpPr>
        <p:spPr>
          <a:xfrm>
            <a:off x="7380000" y="4293496"/>
            <a:ext cx="0" cy="1152000"/>
          </a:xfrm>
          <a:prstGeom prst="straightConnector1">
            <a:avLst/>
          </a:prstGeom>
          <a:ln>
            <a:solidFill>
              <a:srgbClr val="CBEC0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1" name="Gerader Verbinder 360"/>
          <p:cNvCxnSpPr/>
          <p:nvPr/>
        </p:nvCxnSpPr>
        <p:spPr>
          <a:xfrm>
            <a:off x="7236000" y="5085496"/>
            <a:ext cx="0" cy="360000"/>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cxnSp>
        <p:nvCxnSpPr>
          <p:cNvPr id="378" name="Gerader Verbinder 377"/>
          <p:cNvCxnSpPr/>
          <p:nvPr/>
        </p:nvCxnSpPr>
        <p:spPr>
          <a:xfrm>
            <a:off x="7092128" y="4941688"/>
            <a:ext cx="0" cy="504056"/>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2" name="Gerade Verbindung mit Pfeil 381"/>
          <p:cNvCxnSpPr/>
          <p:nvPr/>
        </p:nvCxnSpPr>
        <p:spPr>
          <a:xfrm flipH="1" flipV="1">
            <a:off x="7163796" y="4725236"/>
            <a:ext cx="204" cy="720508"/>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84" name="Gerader Verbinder 383"/>
          <p:cNvCxnSpPr/>
          <p:nvPr/>
        </p:nvCxnSpPr>
        <p:spPr>
          <a:xfrm>
            <a:off x="6948112" y="5301728"/>
            <a:ext cx="0" cy="144016"/>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87" name="Gerade Verbindung mit Pfeil 386"/>
          <p:cNvCxnSpPr/>
          <p:nvPr/>
        </p:nvCxnSpPr>
        <p:spPr>
          <a:xfrm flipH="1" flipV="1">
            <a:off x="7019796" y="5085704"/>
            <a:ext cx="204" cy="360468"/>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0" name="Gerade Verbindung mit Pfeil 389"/>
          <p:cNvCxnSpPr/>
          <p:nvPr/>
        </p:nvCxnSpPr>
        <p:spPr>
          <a:xfrm flipH="1" flipV="1">
            <a:off x="6803700" y="5085704"/>
            <a:ext cx="204" cy="360468"/>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91" name="Gerader Verbinder 390"/>
          <p:cNvCxnSpPr/>
          <p:nvPr/>
        </p:nvCxnSpPr>
        <p:spPr>
          <a:xfrm flipH="1">
            <a:off x="6732000" y="5445248"/>
            <a:ext cx="71904" cy="496"/>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95" name="Gerader Verbinder 394"/>
          <p:cNvCxnSpPr/>
          <p:nvPr/>
        </p:nvCxnSpPr>
        <p:spPr>
          <a:xfrm flipH="1">
            <a:off x="7380160" y="1989248"/>
            <a:ext cx="71840" cy="104"/>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cxnSp>
        <p:nvCxnSpPr>
          <p:cNvPr id="396" name="Gerader Verbinder 395"/>
          <p:cNvCxnSpPr/>
          <p:nvPr/>
        </p:nvCxnSpPr>
        <p:spPr>
          <a:xfrm flipH="1">
            <a:off x="7236144" y="2421248"/>
            <a:ext cx="71856" cy="152"/>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cxnSp>
        <p:nvCxnSpPr>
          <p:cNvPr id="398" name="Gerade Verbindung mit Pfeil 397"/>
          <p:cNvCxnSpPr/>
          <p:nvPr/>
        </p:nvCxnSpPr>
        <p:spPr>
          <a:xfrm flipV="1">
            <a:off x="7308000" y="2133368"/>
            <a:ext cx="0" cy="288032"/>
          </a:xfrm>
          <a:prstGeom prst="straightConnector1">
            <a:avLst/>
          </a:prstGeom>
          <a:ln>
            <a:solidFill>
              <a:srgbClr val="00CC66"/>
            </a:solidFill>
            <a:tailEnd type="triangle"/>
          </a:ln>
        </p:spPr>
        <p:style>
          <a:lnRef idx="1">
            <a:schemeClr val="accent1"/>
          </a:lnRef>
          <a:fillRef idx="0">
            <a:schemeClr val="accent1"/>
          </a:fillRef>
          <a:effectRef idx="0">
            <a:schemeClr val="accent1"/>
          </a:effectRef>
          <a:fontRef idx="minor">
            <a:schemeClr val="tx1"/>
          </a:fontRef>
        </p:style>
      </p:cxnSp>
      <p:cxnSp>
        <p:nvCxnSpPr>
          <p:cNvPr id="400" name="Gerade Verbindung mit Pfeil 399"/>
          <p:cNvCxnSpPr/>
          <p:nvPr/>
        </p:nvCxnSpPr>
        <p:spPr>
          <a:xfrm flipH="1" flipV="1">
            <a:off x="7163796" y="2421236"/>
            <a:ext cx="204" cy="216188"/>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03" name="Gerade Verbindung mit Pfeil 402"/>
          <p:cNvCxnSpPr/>
          <p:nvPr/>
        </p:nvCxnSpPr>
        <p:spPr>
          <a:xfrm flipH="1" flipV="1">
            <a:off x="7019796" y="2781440"/>
            <a:ext cx="204" cy="216188"/>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Gerader Verbinder 403"/>
          <p:cNvCxnSpPr/>
          <p:nvPr/>
        </p:nvCxnSpPr>
        <p:spPr>
          <a:xfrm flipH="1">
            <a:off x="6732088" y="3141248"/>
            <a:ext cx="71912" cy="232"/>
          </a:xfrm>
          <a:prstGeom prst="line">
            <a:avLst/>
          </a:prstGeom>
          <a:ln>
            <a:solidFill>
              <a:srgbClr val="FFCC84"/>
            </a:solidFill>
          </a:ln>
        </p:spPr>
        <p:style>
          <a:lnRef idx="1">
            <a:schemeClr val="accent1"/>
          </a:lnRef>
          <a:fillRef idx="0">
            <a:schemeClr val="accent1"/>
          </a:fillRef>
          <a:effectRef idx="0">
            <a:schemeClr val="accent1"/>
          </a:effectRef>
          <a:fontRef idx="minor">
            <a:schemeClr val="tx1"/>
          </a:fontRef>
        </p:style>
      </p:cxnSp>
      <p:cxnSp>
        <p:nvCxnSpPr>
          <p:cNvPr id="405" name="Gerade Verbindung mit Pfeil 404"/>
          <p:cNvCxnSpPr/>
          <p:nvPr/>
        </p:nvCxnSpPr>
        <p:spPr>
          <a:xfrm flipH="1" flipV="1">
            <a:off x="6803796" y="2781440"/>
            <a:ext cx="204" cy="360204"/>
          </a:xfrm>
          <a:prstGeom prst="straightConnector1">
            <a:avLst/>
          </a:prstGeom>
          <a:ln>
            <a:solidFill>
              <a:srgbClr val="FFCC84"/>
            </a:solidFill>
            <a:tailEnd type="triangle"/>
          </a:ln>
        </p:spPr>
        <p:style>
          <a:lnRef idx="1">
            <a:schemeClr val="accent1"/>
          </a:lnRef>
          <a:fillRef idx="0">
            <a:schemeClr val="accent1"/>
          </a:fillRef>
          <a:effectRef idx="0">
            <a:schemeClr val="accent1"/>
          </a:effectRef>
          <a:fontRef idx="minor">
            <a:schemeClr val="tx1"/>
          </a:fontRef>
        </p:style>
      </p:cxnSp>
      <p:sp>
        <p:nvSpPr>
          <p:cNvPr id="407" name="Rechteck 406"/>
          <p:cNvSpPr/>
          <p:nvPr/>
        </p:nvSpPr>
        <p:spPr>
          <a:xfrm>
            <a:off x="1331696" y="270900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8" name="Rechteck 407"/>
          <p:cNvSpPr/>
          <p:nvPr/>
        </p:nvSpPr>
        <p:spPr>
          <a:xfrm>
            <a:off x="1331696" y="1556796"/>
            <a:ext cx="936144"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09" name="Rechteck 408"/>
          <p:cNvSpPr/>
          <p:nvPr/>
        </p:nvSpPr>
        <p:spPr>
          <a:xfrm>
            <a:off x="1331360" y="1628806"/>
            <a:ext cx="936144"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410" name="Gerade Verbindung 374"/>
          <p:cNvCxnSpPr/>
          <p:nvPr/>
        </p:nvCxnSpPr>
        <p:spPr>
          <a:xfrm>
            <a:off x="1331696" y="1628806"/>
            <a:ext cx="936144" cy="0"/>
          </a:xfrm>
          <a:prstGeom prst="line">
            <a:avLst/>
          </a:prstGeom>
        </p:spPr>
        <p:style>
          <a:lnRef idx="1">
            <a:schemeClr val="accent1"/>
          </a:lnRef>
          <a:fillRef idx="0">
            <a:schemeClr val="accent1"/>
          </a:fillRef>
          <a:effectRef idx="0">
            <a:schemeClr val="accent1"/>
          </a:effectRef>
          <a:fontRef idx="minor">
            <a:schemeClr val="tx1"/>
          </a:fontRef>
        </p:style>
      </p:cxnSp>
      <p:sp>
        <p:nvSpPr>
          <p:cNvPr id="411" name="Rechteck 410"/>
          <p:cNvSpPr/>
          <p:nvPr/>
        </p:nvSpPr>
        <p:spPr>
          <a:xfrm>
            <a:off x="1331696" y="213279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2" name="Rechteck 411"/>
          <p:cNvSpPr/>
          <p:nvPr/>
        </p:nvSpPr>
        <p:spPr>
          <a:xfrm>
            <a:off x="1331696" y="220501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3" name="Rechteck 412"/>
          <p:cNvSpPr/>
          <p:nvPr/>
        </p:nvSpPr>
        <p:spPr>
          <a:xfrm>
            <a:off x="1331696" y="227700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4" name="Rechteck 413"/>
          <p:cNvSpPr/>
          <p:nvPr/>
        </p:nvSpPr>
        <p:spPr>
          <a:xfrm>
            <a:off x="1331696" y="2348746"/>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5" name="Rechteck 414"/>
          <p:cNvSpPr/>
          <p:nvPr/>
        </p:nvSpPr>
        <p:spPr>
          <a:xfrm>
            <a:off x="1331696" y="242075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6" name="Rechteck 415"/>
          <p:cNvSpPr/>
          <p:nvPr/>
        </p:nvSpPr>
        <p:spPr>
          <a:xfrm>
            <a:off x="1331696" y="278071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7" name="Rechteck 416"/>
          <p:cNvSpPr/>
          <p:nvPr/>
        </p:nvSpPr>
        <p:spPr>
          <a:xfrm>
            <a:off x="1331696" y="285272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8" name="Rechteck 417"/>
          <p:cNvSpPr/>
          <p:nvPr/>
        </p:nvSpPr>
        <p:spPr>
          <a:xfrm>
            <a:off x="1331216" y="2924736"/>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19" name="Rechteck 418"/>
          <p:cNvSpPr/>
          <p:nvPr/>
        </p:nvSpPr>
        <p:spPr>
          <a:xfrm>
            <a:off x="1331216" y="184478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0" name="Rechteck 419"/>
          <p:cNvSpPr/>
          <p:nvPr/>
        </p:nvSpPr>
        <p:spPr>
          <a:xfrm>
            <a:off x="1331696" y="177305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1" name="Rechteck 420"/>
          <p:cNvSpPr/>
          <p:nvPr/>
        </p:nvSpPr>
        <p:spPr>
          <a:xfrm>
            <a:off x="1331360" y="249274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2" name="Rechteck 421"/>
          <p:cNvSpPr/>
          <p:nvPr/>
        </p:nvSpPr>
        <p:spPr>
          <a:xfrm>
            <a:off x="1331024" y="2564746"/>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23" name="Rechteck 422"/>
          <p:cNvSpPr/>
          <p:nvPr/>
        </p:nvSpPr>
        <p:spPr>
          <a:xfrm>
            <a:off x="1331360" y="1916786"/>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424" name="Gerade Verbindung mit Pfeil 423"/>
          <p:cNvCxnSpPr/>
          <p:nvPr/>
        </p:nvCxnSpPr>
        <p:spPr>
          <a:xfrm>
            <a:off x="900000" y="1593044"/>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25" name="Rechteck 424"/>
          <p:cNvSpPr/>
          <p:nvPr/>
        </p:nvSpPr>
        <p:spPr>
          <a:xfrm>
            <a:off x="899840" y="1449044"/>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428" name="Gerade Verbindung mit Pfeil 427"/>
          <p:cNvCxnSpPr/>
          <p:nvPr/>
        </p:nvCxnSpPr>
        <p:spPr>
          <a:xfrm>
            <a:off x="1979840" y="1773016"/>
            <a:ext cx="0" cy="2157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1" name="Gerade Verbindung mit Pfeil 430"/>
          <p:cNvCxnSpPr/>
          <p:nvPr/>
        </p:nvCxnSpPr>
        <p:spPr>
          <a:xfrm>
            <a:off x="1835840" y="2133016"/>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7" name="Gerade Verbindung mit Pfeil 436"/>
          <p:cNvCxnSpPr/>
          <p:nvPr/>
        </p:nvCxnSpPr>
        <p:spPr>
          <a:xfrm>
            <a:off x="1691504" y="2421016"/>
            <a:ext cx="336" cy="2159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Gerade Verbindung mit Pfeil 441"/>
          <p:cNvCxnSpPr/>
          <p:nvPr/>
        </p:nvCxnSpPr>
        <p:spPr>
          <a:xfrm>
            <a:off x="1547840" y="278101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7" name="Gerade Verbindung mit Pfeil 446"/>
          <p:cNvCxnSpPr/>
          <p:nvPr/>
        </p:nvCxnSpPr>
        <p:spPr>
          <a:xfrm>
            <a:off x="2267840" y="3149396"/>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8" name="Rechteck 447"/>
          <p:cNvSpPr/>
          <p:nvPr/>
        </p:nvSpPr>
        <p:spPr>
          <a:xfrm>
            <a:off x="2267840" y="3005396"/>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449" name="Rechteck 448"/>
          <p:cNvSpPr/>
          <p:nvPr/>
        </p:nvSpPr>
        <p:spPr>
          <a:xfrm>
            <a:off x="575572" y="1485064"/>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50" name="Rechteck 449"/>
          <p:cNvSpPr/>
          <p:nvPr/>
        </p:nvSpPr>
        <p:spPr>
          <a:xfrm>
            <a:off x="719588" y="1485064"/>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51" name="Rechteck 450"/>
          <p:cNvSpPr/>
          <p:nvPr/>
        </p:nvSpPr>
        <p:spPr>
          <a:xfrm>
            <a:off x="575556" y="1629080"/>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52" name="Rechteck 451"/>
          <p:cNvSpPr/>
          <p:nvPr/>
        </p:nvSpPr>
        <p:spPr>
          <a:xfrm>
            <a:off x="719588" y="1629080"/>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53" name="Rechteck 452"/>
          <p:cNvSpPr/>
          <p:nvPr/>
        </p:nvSpPr>
        <p:spPr>
          <a:xfrm>
            <a:off x="863604" y="1629080"/>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454" name="Gerade Verbindung mit Pfeil 453"/>
          <p:cNvCxnSpPr/>
          <p:nvPr/>
        </p:nvCxnSpPr>
        <p:spPr>
          <a:xfrm>
            <a:off x="1403648" y="1629064"/>
            <a:ext cx="192" cy="1511952"/>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60" name="Gerader Verbinder 459"/>
          <p:cNvCxnSpPr/>
          <p:nvPr/>
        </p:nvCxnSpPr>
        <p:spPr>
          <a:xfrm>
            <a:off x="1979840" y="1629016"/>
            <a:ext cx="0" cy="144000"/>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cxnSp>
        <p:nvCxnSpPr>
          <p:cNvPr id="461" name="Gerader Verbinder 460"/>
          <p:cNvCxnSpPr/>
          <p:nvPr/>
        </p:nvCxnSpPr>
        <p:spPr>
          <a:xfrm>
            <a:off x="1835360" y="1628806"/>
            <a:ext cx="336" cy="503990"/>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cxnSp>
        <p:nvCxnSpPr>
          <p:cNvPr id="462" name="Gerader Verbinder 461"/>
          <p:cNvCxnSpPr/>
          <p:nvPr/>
        </p:nvCxnSpPr>
        <p:spPr>
          <a:xfrm>
            <a:off x="1547664" y="1629064"/>
            <a:ext cx="176" cy="1151952"/>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63" name="Gerader Verbinder 462"/>
          <p:cNvCxnSpPr/>
          <p:nvPr/>
        </p:nvCxnSpPr>
        <p:spPr>
          <a:xfrm>
            <a:off x="1979712" y="1989104"/>
            <a:ext cx="0" cy="1152128"/>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cxnSp>
        <p:nvCxnSpPr>
          <p:cNvPr id="467" name="Gerader Verbinder 466"/>
          <p:cNvCxnSpPr/>
          <p:nvPr/>
        </p:nvCxnSpPr>
        <p:spPr>
          <a:xfrm flipH="1">
            <a:off x="1835360" y="2420756"/>
            <a:ext cx="336" cy="720260"/>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cxnSp>
        <p:nvCxnSpPr>
          <p:cNvPr id="470" name="Gerader Verbinder 469"/>
          <p:cNvCxnSpPr/>
          <p:nvPr/>
        </p:nvCxnSpPr>
        <p:spPr>
          <a:xfrm>
            <a:off x="1691680" y="1629064"/>
            <a:ext cx="0" cy="792268"/>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72" name="Gerader Verbinder 471"/>
          <p:cNvCxnSpPr/>
          <p:nvPr/>
        </p:nvCxnSpPr>
        <p:spPr>
          <a:xfrm flipH="1">
            <a:off x="1691680" y="2637176"/>
            <a:ext cx="336" cy="504056"/>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74" name="Gerader Verbinder 473"/>
          <p:cNvCxnSpPr/>
          <p:nvPr/>
        </p:nvCxnSpPr>
        <p:spPr>
          <a:xfrm flipH="1">
            <a:off x="1547664" y="2997216"/>
            <a:ext cx="336" cy="144016"/>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78" name="Rechteck 477"/>
          <p:cNvSpPr/>
          <p:nvPr/>
        </p:nvSpPr>
        <p:spPr>
          <a:xfrm>
            <a:off x="2735796" y="3069224"/>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79" name="Rechteck 478"/>
          <p:cNvSpPr/>
          <p:nvPr/>
        </p:nvSpPr>
        <p:spPr>
          <a:xfrm>
            <a:off x="2879812" y="3069224"/>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0" name="Rechteck 479"/>
          <p:cNvSpPr/>
          <p:nvPr/>
        </p:nvSpPr>
        <p:spPr>
          <a:xfrm>
            <a:off x="2591780" y="3213240"/>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1" name="Rechteck 480"/>
          <p:cNvSpPr/>
          <p:nvPr/>
        </p:nvSpPr>
        <p:spPr>
          <a:xfrm>
            <a:off x="2735796" y="3213240"/>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2" name="Rechteck 481"/>
          <p:cNvSpPr/>
          <p:nvPr/>
        </p:nvSpPr>
        <p:spPr>
          <a:xfrm>
            <a:off x="2879812" y="3213240"/>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4" name="Rechteck 483"/>
          <p:cNvSpPr/>
          <p:nvPr/>
        </p:nvSpPr>
        <p:spPr>
          <a:xfrm>
            <a:off x="503548" y="1053000"/>
            <a:ext cx="108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b="1" dirty="0">
                <a:solidFill>
                  <a:schemeClr val="tx1"/>
                </a:solidFill>
              </a:rPr>
              <a:t>table process selected rows (…)</a:t>
            </a:r>
          </a:p>
        </p:txBody>
      </p:sp>
      <p:sp>
        <p:nvSpPr>
          <p:cNvPr id="485" name="Rechteck 484"/>
          <p:cNvSpPr/>
          <p:nvPr/>
        </p:nvSpPr>
        <p:spPr>
          <a:xfrm>
            <a:off x="1332000" y="5013238"/>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6" name="Rechteck 485"/>
          <p:cNvSpPr/>
          <p:nvPr/>
        </p:nvSpPr>
        <p:spPr>
          <a:xfrm>
            <a:off x="1331856" y="3861028"/>
            <a:ext cx="936144" cy="158422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87" name="Rechteck 486"/>
          <p:cNvSpPr/>
          <p:nvPr/>
        </p:nvSpPr>
        <p:spPr>
          <a:xfrm>
            <a:off x="1331520" y="3933038"/>
            <a:ext cx="936144" cy="151221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488" name="Gerade Verbindung 374"/>
          <p:cNvCxnSpPr/>
          <p:nvPr/>
        </p:nvCxnSpPr>
        <p:spPr>
          <a:xfrm>
            <a:off x="1331856" y="3933038"/>
            <a:ext cx="936144" cy="0"/>
          </a:xfrm>
          <a:prstGeom prst="line">
            <a:avLst/>
          </a:prstGeom>
        </p:spPr>
        <p:style>
          <a:lnRef idx="1">
            <a:schemeClr val="accent1"/>
          </a:lnRef>
          <a:fillRef idx="0">
            <a:schemeClr val="accent1"/>
          </a:fillRef>
          <a:effectRef idx="0">
            <a:schemeClr val="accent1"/>
          </a:effectRef>
          <a:fontRef idx="minor">
            <a:schemeClr val="tx1"/>
          </a:fontRef>
        </p:style>
      </p:cxnSp>
      <p:sp>
        <p:nvSpPr>
          <p:cNvPr id="489" name="Rechteck 488"/>
          <p:cNvSpPr/>
          <p:nvPr/>
        </p:nvSpPr>
        <p:spPr>
          <a:xfrm>
            <a:off x="1331856" y="4437028"/>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0" name="Rechteck 489"/>
          <p:cNvSpPr/>
          <p:nvPr/>
        </p:nvSpPr>
        <p:spPr>
          <a:xfrm>
            <a:off x="1331856" y="4509248"/>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1" name="Rechteck 490"/>
          <p:cNvSpPr/>
          <p:nvPr/>
        </p:nvSpPr>
        <p:spPr>
          <a:xfrm>
            <a:off x="1331856" y="4581238"/>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2" name="Rechteck 491"/>
          <p:cNvSpPr/>
          <p:nvPr/>
        </p:nvSpPr>
        <p:spPr>
          <a:xfrm>
            <a:off x="1331856" y="4652978"/>
            <a:ext cx="936144" cy="72010"/>
          </a:xfrm>
          <a:prstGeom prst="rect">
            <a:avLst/>
          </a:prstGeom>
          <a:solidFill>
            <a:srgbClr val="CCFF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3" name="Rechteck 492"/>
          <p:cNvSpPr/>
          <p:nvPr/>
        </p:nvSpPr>
        <p:spPr>
          <a:xfrm>
            <a:off x="1331856" y="4724988"/>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4" name="Rechteck 493"/>
          <p:cNvSpPr/>
          <p:nvPr/>
        </p:nvSpPr>
        <p:spPr>
          <a:xfrm>
            <a:off x="1331856" y="5084948"/>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5" name="Rechteck 494"/>
          <p:cNvSpPr/>
          <p:nvPr/>
        </p:nvSpPr>
        <p:spPr>
          <a:xfrm>
            <a:off x="1331856" y="5156958"/>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6" name="Rechteck 495"/>
          <p:cNvSpPr/>
          <p:nvPr/>
        </p:nvSpPr>
        <p:spPr>
          <a:xfrm>
            <a:off x="1331376" y="5228968"/>
            <a:ext cx="936144" cy="72010"/>
          </a:xfrm>
          <a:prstGeom prst="rect">
            <a:avLst/>
          </a:prstGeom>
          <a:solidFill>
            <a:srgbClr val="FFCCF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7" name="Rechteck 496"/>
          <p:cNvSpPr/>
          <p:nvPr/>
        </p:nvSpPr>
        <p:spPr>
          <a:xfrm>
            <a:off x="1331376" y="4149018"/>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8" name="Rechteck 497"/>
          <p:cNvSpPr/>
          <p:nvPr/>
        </p:nvSpPr>
        <p:spPr>
          <a:xfrm>
            <a:off x="1331856" y="4077288"/>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499" name="Rechteck 498"/>
          <p:cNvSpPr/>
          <p:nvPr/>
        </p:nvSpPr>
        <p:spPr>
          <a:xfrm>
            <a:off x="1331520" y="4796978"/>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0" name="Rechteck 499"/>
          <p:cNvSpPr/>
          <p:nvPr/>
        </p:nvSpPr>
        <p:spPr>
          <a:xfrm>
            <a:off x="1331184" y="4868978"/>
            <a:ext cx="936144" cy="72010"/>
          </a:xfrm>
          <a:prstGeom prst="rect">
            <a:avLst/>
          </a:prstGeom>
          <a:solidFill>
            <a:schemeClr val="accent3">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01" name="Rechteck 500"/>
          <p:cNvSpPr/>
          <p:nvPr/>
        </p:nvSpPr>
        <p:spPr>
          <a:xfrm>
            <a:off x="1331520" y="4221018"/>
            <a:ext cx="936144" cy="72010"/>
          </a:xfrm>
          <a:prstGeom prst="rect">
            <a:avLst/>
          </a:prstGeom>
          <a:solidFill>
            <a:schemeClr val="accent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02" name="Gerade Verbindung mit Pfeil 501"/>
          <p:cNvCxnSpPr/>
          <p:nvPr/>
        </p:nvCxnSpPr>
        <p:spPr>
          <a:xfrm>
            <a:off x="900000" y="393302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03" name="Rechteck 502"/>
          <p:cNvSpPr/>
          <p:nvPr/>
        </p:nvSpPr>
        <p:spPr>
          <a:xfrm>
            <a:off x="900000" y="37890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504" name="Gerade Verbindung mit Pfeil 503"/>
          <p:cNvCxnSpPr/>
          <p:nvPr/>
        </p:nvCxnSpPr>
        <p:spPr>
          <a:xfrm>
            <a:off x="2268000" y="3933248"/>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5" name="Rechteck 504"/>
          <p:cNvSpPr/>
          <p:nvPr/>
        </p:nvSpPr>
        <p:spPr>
          <a:xfrm>
            <a:off x="2268000" y="378924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506" name="Gerade Verbindung mit Pfeil 505"/>
          <p:cNvCxnSpPr/>
          <p:nvPr/>
        </p:nvCxnSpPr>
        <p:spPr>
          <a:xfrm>
            <a:off x="2052000" y="4077248"/>
            <a:ext cx="0" cy="2157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Gerade Verbindung mit Pfeil 506"/>
          <p:cNvCxnSpPr/>
          <p:nvPr/>
        </p:nvCxnSpPr>
        <p:spPr>
          <a:xfrm>
            <a:off x="900000" y="407724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Gerade Verbindung mit Pfeil 507"/>
          <p:cNvCxnSpPr/>
          <p:nvPr/>
        </p:nvCxnSpPr>
        <p:spPr>
          <a:xfrm>
            <a:off x="2268000" y="4725028"/>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9" name="Gerade Verbindung mit Pfeil 508"/>
          <p:cNvCxnSpPr/>
          <p:nvPr/>
        </p:nvCxnSpPr>
        <p:spPr>
          <a:xfrm>
            <a:off x="1836000" y="4437248"/>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0" name="Rechteck 509"/>
          <p:cNvSpPr/>
          <p:nvPr/>
        </p:nvSpPr>
        <p:spPr>
          <a:xfrm>
            <a:off x="900000" y="3933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511" name="Rechteck 510"/>
          <p:cNvSpPr/>
          <p:nvPr/>
        </p:nvSpPr>
        <p:spPr>
          <a:xfrm>
            <a:off x="2268000" y="45810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512" name="Rechteck 511"/>
          <p:cNvSpPr/>
          <p:nvPr/>
        </p:nvSpPr>
        <p:spPr>
          <a:xfrm>
            <a:off x="1332000" y="3501248"/>
            <a:ext cx="108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100" dirty="0" err="1">
                <a:solidFill>
                  <a:schemeClr val="tx1"/>
                </a:solidFill>
              </a:rPr>
              <a:t>Pocessing</a:t>
            </a:r>
            <a:r>
              <a:rPr lang="en-US" sz="1100" dirty="0">
                <a:solidFill>
                  <a:schemeClr val="tx1"/>
                </a:solidFill>
              </a:rPr>
              <a:t> option:</a:t>
            </a:r>
          </a:p>
          <a:p>
            <a:r>
              <a:rPr lang="en-US" sz="1100" b="1" dirty="0">
                <a:solidFill>
                  <a:schemeClr val="tx1"/>
                </a:solidFill>
              </a:rPr>
              <a:t>stop</a:t>
            </a:r>
          </a:p>
        </p:txBody>
      </p:sp>
      <p:cxnSp>
        <p:nvCxnSpPr>
          <p:cNvPr id="513" name="Gerade Verbindung mit Pfeil 512"/>
          <p:cNvCxnSpPr/>
          <p:nvPr/>
        </p:nvCxnSpPr>
        <p:spPr>
          <a:xfrm>
            <a:off x="900000" y="472524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14" name="Rechteck 513"/>
          <p:cNvSpPr/>
          <p:nvPr/>
        </p:nvSpPr>
        <p:spPr>
          <a:xfrm>
            <a:off x="900000" y="4581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515" name="Gerade Verbindung mit Pfeil 514"/>
          <p:cNvCxnSpPr/>
          <p:nvPr/>
        </p:nvCxnSpPr>
        <p:spPr>
          <a:xfrm>
            <a:off x="1691664" y="4725248"/>
            <a:ext cx="336" cy="2159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6" name="Gerade Verbindung mit Pfeil 515"/>
          <p:cNvCxnSpPr/>
          <p:nvPr/>
        </p:nvCxnSpPr>
        <p:spPr>
          <a:xfrm>
            <a:off x="2268000" y="4941248"/>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7" name="Rechteck 516"/>
          <p:cNvSpPr/>
          <p:nvPr/>
        </p:nvSpPr>
        <p:spPr>
          <a:xfrm>
            <a:off x="2268000" y="479724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518" name="Gerade Verbindung mit Pfeil 517"/>
          <p:cNvCxnSpPr/>
          <p:nvPr/>
        </p:nvCxnSpPr>
        <p:spPr>
          <a:xfrm>
            <a:off x="900000" y="494124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19" name="Rechteck 518"/>
          <p:cNvSpPr/>
          <p:nvPr/>
        </p:nvSpPr>
        <p:spPr>
          <a:xfrm>
            <a:off x="900000" y="4797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520" name="Gerade Verbindung mit Pfeil 519"/>
          <p:cNvCxnSpPr/>
          <p:nvPr/>
        </p:nvCxnSpPr>
        <p:spPr>
          <a:xfrm>
            <a:off x="1548000" y="5085248"/>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1" name="Gerade Verbindung mit Pfeil 520"/>
          <p:cNvCxnSpPr/>
          <p:nvPr/>
        </p:nvCxnSpPr>
        <p:spPr>
          <a:xfrm>
            <a:off x="2268000" y="5301228"/>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2" name="Rechteck 521"/>
          <p:cNvSpPr/>
          <p:nvPr/>
        </p:nvSpPr>
        <p:spPr>
          <a:xfrm>
            <a:off x="2268000" y="5157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cxnSp>
        <p:nvCxnSpPr>
          <p:cNvPr id="523" name="Gerade Verbindung mit Pfeil 522"/>
          <p:cNvCxnSpPr/>
          <p:nvPr/>
        </p:nvCxnSpPr>
        <p:spPr>
          <a:xfrm>
            <a:off x="900000" y="530126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24" name="Rechteck 523"/>
          <p:cNvSpPr/>
          <p:nvPr/>
        </p:nvSpPr>
        <p:spPr>
          <a:xfrm>
            <a:off x="900000" y="515724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525" name="Rechteck 524"/>
          <p:cNvSpPr/>
          <p:nvPr/>
        </p:nvSpPr>
        <p:spPr>
          <a:xfrm>
            <a:off x="684000" y="3789248"/>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6" name="Rechteck 525"/>
          <p:cNvSpPr/>
          <p:nvPr/>
        </p:nvSpPr>
        <p:spPr>
          <a:xfrm>
            <a:off x="684000" y="4581248"/>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7" name="Rechteck 526"/>
          <p:cNvSpPr/>
          <p:nvPr/>
        </p:nvSpPr>
        <p:spPr>
          <a:xfrm>
            <a:off x="684000" y="4797248"/>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8" name="Rechteck 527"/>
          <p:cNvSpPr/>
          <p:nvPr/>
        </p:nvSpPr>
        <p:spPr>
          <a:xfrm>
            <a:off x="684000" y="5229248"/>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29" name="Rechteck 528"/>
          <p:cNvSpPr/>
          <p:nvPr/>
        </p:nvSpPr>
        <p:spPr>
          <a:xfrm>
            <a:off x="2772000" y="3789248"/>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0" name="Rechteck 529"/>
          <p:cNvSpPr/>
          <p:nvPr/>
        </p:nvSpPr>
        <p:spPr>
          <a:xfrm>
            <a:off x="2772000" y="4581248"/>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1" name="Rechteck 530"/>
          <p:cNvSpPr/>
          <p:nvPr/>
        </p:nvSpPr>
        <p:spPr>
          <a:xfrm>
            <a:off x="2772000" y="4797248"/>
            <a:ext cx="144000" cy="144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2" name="Rechteck 531"/>
          <p:cNvSpPr/>
          <p:nvPr/>
        </p:nvSpPr>
        <p:spPr>
          <a:xfrm>
            <a:off x="2772000" y="5157248"/>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3" name="Rechteck 532"/>
          <p:cNvSpPr/>
          <p:nvPr/>
        </p:nvSpPr>
        <p:spPr>
          <a:xfrm>
            <a:off x="2916000" y="5157248"/>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34" name="Rechteck 533"/>
          <p:cNvSpPr/>
          <p:nvPr/>
        </p:nvSpPr>
        <p:spPr>
          <a:xfrm>
            <a:off x="684000" y="4005248"/>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35" name="Gerade Verbindung mit Pfeil 534"/>
          <p:cNvCxnSpPr/>
          <p:nvPr/>
        </p:nvCxnSpPr>
        <p:spPr>
          <a:xfrm>
            <a:off x="2268000" y="4293228"/>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6" name="Rechteck 535"/>
          <p:cNvSpPr/>
          <p:nvPr/>
        </p:nvSpPr>
        <p:spPr>
          <a:xfrm>
            <a:off x="2268000" y="4149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537" name="Rechteck 536"/>
          <p:cNvSpPr/>
          <p:nvPr/>
        </p:nvSpPr>
        <p:spPr>
          <a:xfrm>
            <a:off x="2772000" y="4221248"/>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38" name="Gerade Verbindung mit Pfeil 537"/>
          <p:cNvCxnSpPr/>
          <p:nvPr/>
        </p:nvCxnSpPr>
        <p:spPr>
          <a:xfrm>
            <a:off x="900000" y="443724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39" name="Rechteck 538"/>
          <p:cNvSpPr/>
          <p:nvPr/>
        </p:nvSpPr>
        <p:spPr>
          <a:xfrm>
            <a:off x="684000" y="4365248"/>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0" name="Rechteck 539"/>
          <p:cNvSpPr/>
          <p:nvPr/>
        </p:nvSpPr>
        <p:spPr>
          <a:xfrm>
            <a:off x="2916000" y="4797248"/>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41" name="Gerade Verbindung mit Pfeil 540"/>
          <p:cNvCxnSpPr/>
          <p:nvPr/>
        </p:nvCxnSpPr>
        <p:spPr>
          <a:xfrm>
            <a:off x="900000" y="429324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42" name="Rechteck 541"/>
          <p:cNvSpPr/>
          <p:nvPr/>
        </p:nvSpPr>
        <p:spPr>
          <a:xfrm>
            <a:off x="684000" y="4187352"/>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43" name="Rechteck 542"/>
          <p:cNvSpPr/>
          <p:nvPr/>
        </p:nvSpPr>
        <p:spPr>
          <a:xfrm>
            <a:off x="2916000" y="4221248"/>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44" name="Gerade Verbindung mit Pfeil 543"/>
          <p:cNvCxnSpPr/>
          <p:nvPr/>
        </p:nvCxnSpPr>
        <p:spPr>
          <a:xfrm>
            <a:off x="900000" y="509364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45" name="Rechteck 544"/>
          <p:cNvSpPr/>
          <p:nvPr/>
        </p:nvSpPr>
        <p:spPr>
          <a:xfrm>
            <a:off x="900000" y="49496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546" name="Rechteck 545"/>
          <p:cNvSpPr/>
          <p:nvPr/>
        </p:nvSpPr>
        <p:spPr>
          <a:xfrm>
            <a:off x="684000" y="5013248"/>
            <a:ext cx="144000" cy="144000"/>
          </a:xfrm>
          <a:prstGeom prst="rect">
            <a:avLst/>
          </a:prstGeom>
          <a:solidFill>
            <a:srgbClr val="FFCCFF"/>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47" name="Gerade Verbindung mit Pfeil 546"/>
          <p:cNvCxnSpPr/>
          <p:nvPr/>
        </p:nvCxnSpPr>
        <p:spPr>
          <a:xfrm>
            <a:off x="3492424" y="393326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48" name="Rechteck 547"/>
          <p:cNvSpPr/>
          <p:nvPr/>
        </p:nvSpPr>
        <p:spPr>
          <a:xfrm>
            <a:off x="3492424" y="378924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549" name="Rechteck 548"/>
          <p:cNvSpPr/>
          <p:nvPr/>
        </p:nvSpPr>
        <p:spPr>
          <a:xfrm>
            <a:off x="3276424" y="3789248"/>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50" name="Gerader Verbinder 549"/>
          <p:cNvCxnSpPr/>
          <p:nvPr/>
        </p:nvCxnSpPr>
        <p:spPr>
          <a:xfrm>
            <a:off x="4644424" y="3933248"/>
            <a:ext cx="0" cy="144000"/>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cxnSp>
        <p:nvCxnSpPr>
          <p:cNvPr id="556" name="Gerade Verbindung mit Pfeil 555"/>
          <p:cNvCxnSpPr/>
          <p:nvPr/>
        </p:nvCxnSpPr>
        <p:spPr>
          <a:xfrm flipV="1">
            <a:off x="4716264" y="4077224"/>
            <a:ext cx="0" cy="216024"/>
          </a:xfrm>
          <a:prstGeom prst="straightConnector1">
            <a:avLst/>
          </a:prstGeom>
          <a:ln>
            <a:solidFill>
              <a:srgbClr val="CBEC04"/>
            </a:solidFill>
            <a:tailEnd type="triangle"/>
          </a:ln>
        </p:spPr>
        <p:style>
          <a:lnRef idx="1">
            <a:schemeClr val="accent1"/>
          </a:lnRef>
          <a:fillRef idx="0">
            <a:schemeClr val="accent1"/>
          </a:fillRef>
          <a:effectRef idx="0">
            <a:schemeClr val="accent1"/>
          </a:effectRef>
          <a:fontRef idx="minor">
            <a:schemeClr val="tx1"/>
          </a:fontRef>
        </p:style>
      </p:cxnSp>
      <p:cxnSp>
        <p:nvCxnSpPr>
          <p:cNvPr id="557" name="Gerader Verbinder 556"/>
          <p:cNvCxnSpPr/>
          <p:nvPr/>
        </p:nvCxnSpPr>
        <p:spPr>
          <a:xfrm flipH="1">
            <a:off x="4644424" y="4293144"/>
            <a:ext cx="71840" cy="104"/>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cxnSp>
        <p:nvCxnSpPr>
          <p:cNvPr id="560" name="Gerader Verbinder 559"/>
          <p:cNvCxnSpPr/>
          <p:nvPr/>
        </p:nvCxnSpPr>
        <p:spPr>
          <a:xfrm flipH="1">
            <a:off x="6948000" y="5445248"/>
            <a:ext cx="71904" cy="496"/>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1" name="Gerader Verbinder 560"/>
          <p:cNvCxnSpPr/>
          <p:nvPr/>
        </p:nvCxnSpPr>
        <p:spPr>
          <a:xfrm flipH="1">
            <a:off x="7092000" y="5445248"/>
            <a:ext cx="71904" cy="496"/>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2" name="Gerader Verbinder 561"/>
          <p:cNvCxnSpPr/>
          <p:nvPr/>
        </p:nvCxnSpPr>
        <p:spPr>
          <a:xfrm flipH="1">
            <a:off x="7236000" y="5445248"/>
            <a:ext cx="71904" cy="496"/>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cxnSp>
        <p:nvCxnSpPr>
          <p:cNvPr id="563" name="Gerader Verbinder 562"/>
          <p:cNvCxnSpPr/>
          <p:nvPr/>
        </p:nvCxnSpPr>
        <p:spPr>
          <a:xfrm flipH="1">
            <a:off x="7380000" y="5445248"/>
            <a:ext cx="71904" cy="496"/>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cxnSp>
        <p:nvCxnSpPr>
          <p:cNvPr id="566" name="Gerader Verbinder 565"/>
          <p:cNvCxnSpPr/>
          <p:nvPr/>
        </p:nvCxnSpPr>
        <p:spPr>
          <a:xfrm flipH="1">
            <a:off x="6948000" y="2997248"/>
            <a:ext cx="71912" cy="232"/>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7" name="Gerader Verbinder 566"/>
          <p:cNvCxnSpPr/>
          <p:nvPr/>
        </p:nvCxnSpPr>
        <p:spPr>
          <a:xfrm flipH="1">
            <a:off x="7092000" y="2637248"/>
            <a:ext cx="71912" cy="232"/>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9" name="Gerade Verbindung mit Pfeil 568"/>
          <p:cNvCxnSpPr/>
          <p:nvPr/>
        </p:nvCxnSpPr>
        <p:spPr>
          <a:xfrm>
            <a:off x="3492424" y="472524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0" name="Rechteck 569"/>
          <p:cNvSpPr/>
          <p:nvPr/>
        </p:nvSpPr>
        <p:spPr>
          <a:xfrm>
            <a:off x="3492424" y="4581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571" name="Rechteck 570"/>
          <p:cNvSpPr/>
          <p:nvPr/>
        </p:nvSpPr>
        <p:spPr>
          <a:xfrm>
            <a:off x="3276424" y="4581228"/>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72" name="Gerader Verbinder 571"/>
          <p:cNvCxnSpPr/>
          <p:nvPr/>
        </p:nvCxnSpPr>
        <p:spPr>
          <a:xfrm>
            <a:off x="4500424" y="4725248"/>
            <a:ext cx="0" cy="720000"/>
          </a:xfrm>
          <a:prstGeom prst="line">
            <a:avLst/>
          </a:prstGeom>
          <a:ln>
            <a:solidFill>
              <a:srgbClr val="CBEC0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4" name="Gerader Verbinder 573"/>
          <p:cNvCxnSpPr/>
          <p:nvPr/>
        </p:nvCxnSpPr>
        <p:spPr>
          <a:xfrm flipH="1">
            <a:off x="4500424" y="5445248"/>
            <a:ext cx="71840" cy="104"/>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cxnSp>
        <p:nvCxnSpPr>
          <p:cNvPr id="576" name="Gerader Verbinder 575"/>
          <p:cNvCxnSpPr/>
          <p:nvPr/>
        </p:nvCxnSpPr>
        <p:spPr>
          <a:xfrm flipV="1">
            <a:off x="4572424" y="3933248"/>
            <a:ext cx="0" cy="1512000"/>
          </a:xfrm>
          <a:prstGeom prst="line">
            <a:avLst/>
          </a:prstGeom>
          <a:ln>
            <a:solidFill>
              <a:srgbClr val="CBEC04"/>
            </a:solidFill>
            <a:tailEnd type="triangle"/>
          </a:ln>
        </p:spPr>
        <p:style>
          <a:lnRef idx="1">
            <a:schemeClr val="accent1"/>
          </a:lnRef>
          <a:fillRef idx="0">
            <a:schemeClr val="accent1"/>
          </a:fillRef>
          <a:effectRef idx="0">
            <a:schemeClr val="accent1"/>
          </a:effectRef>
          <a:fontRef idx="minor">
            <a:schemeClr val="tx1"/>
          </a:fontRef>
        </p:style>
      </p:cxnSp>
      <p:cxnSp>
        <p:nvCxnSpPr>
          <p:cNvPr id="581" name="Gerade Verbindung mit Pfeil 580"/>
          <p:cNvCxnSpPr/>
          <p:nvPr/>
        </p:nvCxnSpPr>
        <p:spPr>
          <a:xfrm>
            <a:off x="4860424" y="4077248"/>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82" name="Rechteck 581"/>
          <p:cNvSpPr/>
          <p:nvPr/>
        </p:nvSpPr>
        <p:spPr>
          <a:xfrm>
            <a:off x="4860424" y="393324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583" name="Rechteck 582"/>
          <p:cNvSpPr/>
          <p:nvPr/>
        </p:nvSpPr>
        <p:spPr>
          <a:xfrm>
            <a:off x="5364424" y="3933248"/>
            <a:ext cx="144000" cy="14400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85" name="Gerade Verbindung mit Pfeil 584"/>
          <p:cNvCxnSpPr/>
          <p:nvPr/>
        </p:nvCxnSpPr>
        <p:spPr>
          <a:xfrm>
            <a:off x="3492424" y="443724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86" name="Rechteck 585"/>
          <p:cNvSpPr/>
          <p:nvPr/>
        </p:nvSpPr>
        <p:spPr>
          <a:xfrm>
            <a:off x="3492424" y="4293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sp>
        <p:nvSpPr>
          <p:cNvPr id="587" name="Rechteck 586"/>
          <p:cNvSpPr/>
          <p:nvPr/>
        </p:nvSpPr>
        <p:spPr>
          <a:xfrm>
            <a:off x="3276424" y="4293228"/>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88" name="Gerade Verbindung mit Pfeil 587"/>
          <p:cNvCxnSpPr/>
          <p:nvPr/>
        </p:nvCxnSpPr>
        <p:spPr>
          <a:xfrm>
            <a:off x="4284424" y="4437248"/>
            <a:ext cx="0" cy="2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9" name="Gerade Verbindung mit Pfeil 588"/>
          <p:cNvCxnSpPr/>
          <p:nvPr/>
        </p:nvCxnSpPr>
        <p:spPr>
          <a:xfrm flipV="1">
            <a:off x="4356424" y="3933286"/>
            <a:ext cx="0" cy="1512210"/>
          </a:xfrm>
          <a:prstGeom prst="straightConnector1">
            <a:avLst/>
          </a:prstGeom>
          <a:ln>
            <a:solidFill>
              <a:srgbClr val="00CC66"/>
            </a:solidFill>
            <a:tailEnd type="triangle"/>
          </a:ln>
        </p:spPr>
        <p:style>
          <a:lnRef idx="1">
            <a:schemeClr val="accent1"/>
          </a:lnRef>
          <a:fillRef idx="0">
            <a:schemeClr val="accent1"/>
          </a:fillRef>
          <a:effectRef idx="0">
            <a:schemeClr val="accent1"/>
          </a:effectRef>
          <a:fontRef idx="minor">
            <a:schemeClr val="tx1"/>
          </a:fontRef>
        </p:style>
      </p:cxnSp>
      <p:cxnSp>
        <p:nvCxnSpPr>
          <p:cNvPr id="590" name="Gerader Verbinder 589"/>
          <p:cNvCxnSpPr/>
          <p:nvPr/>
        </p:nvCxnSpPr>
        <p:spPr>
          <a:xfrm flipH="1">
            <a:off x="4284424" y="5445000"/>
            <a:ext cx="71840" cy="104"/>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cxnSp>
        <p:nvCxnSpPr>
          <p:cNvPr id="591" name="Gerade Verbindung mit Pfeil 590"/>
          <p:cNvCxnSpPr/>
          <p:nvPr/>
        </p:nvCxnSpPr>
        <p:spPr>
          <a:xfrm>
            <a:off x="4860424" y="4437228"/>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2" name="Rechteck 591"/>
          <p:cNvSpPr/>
          <p:nvPr/>
        </p:nvSpPr>
        <p:spPr>
          <a:xfrm>
            <a:off x="4860424" y="4293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593" name="Rechteck 592"/>
          <p:cNvSpPr/>
          <p:nvPr/>
        </p:nvSpPr>
        <p:spPr>
          <a:xfrm>
            <a:off x="5364424" y="4293248"/>
            <a:ext cx="144000" cy="144000"/>
          </a:xfrm>
          <a:prstGeom prst="rect">
            <a:avLst/>
          </a:prstGeom>
          <a:solidFill>
            <a:srgbClr val="CCFFCC"/>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sp>
        <p:nvSpPr>
          <p:cNvPr id="594" name="Rechteck 593"/>
          <p:cNvSpPr/>
          <p:nvPr/>
        </p:nvSpPr>
        <p:spPr>
          <a:xfrm>
            <a:off x="3276424" y="4941248"/>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595" name="Gerade Verbindung mit Pfeil 594"/>
          <p:cNvCxnSpPr/>
          <p:nvPr/>
        </p:nvCxnSpPr>
        <p:spPr>
          <a:xfrm>
            <a:off x="3492424" y="5085248"/>
            <a:ext cx="432000" cy="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96" name="Rechteck 595"/>
          <p:cNvSpPr/>
          <p:nvPr/>
        </p:nvSpPr>
        <p:spPr>
          <a:xfrm>
            <a:off x="3492424" y="4941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Start</a:t>
            </a:r>
          </a:p>
        </p:txBody>
      </p:sp>
      <p:cxnSp>
        <p:nvCxnSpPr>
          <p:cNvPr id="597" name="Gerader Verbinder 596"/>
          <p:cNvCxnSpPr/>
          <p:nvPr/>
        </p:nvCxnSpPr>
        <p:spPr>
          <a:xfrm>
            <a:off x="3996424" y="5085248"/>
            <a:ext cx="0" cy="360000"/>
          </a:xfrm>
          <a:prstGeom prst="line">
            <a:avLst/>
          </a:prstGeom>
          <a:ln>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9" name="Gerader Verbinder 598"/>
          <p:cNvCxnSpPr/>
          <p:nvPr/>
        </p:nvCxnSpPr>
        <p:spPr>
          <a:xfrm flipV="1">
            <a:off x="4068424" y="3933248"/>
            <a:ext cx="0" cy="1512000"/>
          </a:xfrm>
          <a:prstGeom prst="line">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00" name="Gerader Verbinder 599"/>
          <p:cNvCxnSpPr/>
          <p:nvPr/>
        </p:nvCxnSpPr>
        <p:spPr>
          <a:xfrm>
            <a:off x="4140424" y="3933248"/>
            <a:ext cx="0" cy="1152000"/>
          </a:xfrm>
          <a:prstGeom prst="line">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02" name="Gerade Verbindung mit Pfeil 601"/>
          <p:cNvCxnSpPr/>
          <p:nvPr/>
        </p:nvCxnSpPr>
        <p:spPr>
          <a:xfrm>
            <a:off x="4860424" y="5085228"/>
            <a:ext cx="432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03" name="Rechteck 602"/>
          <p:cNvSpPr/>
          <p:nvPr/>
        </p:nvSpPr>
        <p:spPr>
          <a:xfrm>
            <a:off x="4860424" y="4941228"/>
            <a:ext cx="360000" cy="1440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800" dirty="0">
                <a:solidFill>
                  <a:schemeClr val="tx1"/>
                </a:solidFill>
              </a:rPr>
              <a:t>Stop</a:t>
            </a:r>
          </a:p>
        </p:txBody>
      </p:sp>
      <p:sp>
        <p:nvSpPr>
          <p:cNvPr id="604" name="Rechteck 603"/>
          <p:cNvSpPr/>
          <p:nvPr/>
        </p:nvSpPr>
        <p:spPr>
          <a:xfrm>
            <a:off x="5364424" y="4941248"/>
            <a:ext cx="144000" cy="144000"/>
          </a:xfrm>
          <a:prstGeom prst="rect">
            <a:avLst/>
          </a:prstGeom>
          <a:solidFill>
            <a:srgbClr val="FFCC84"/>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endParaRPr lang="en-US" sz="1000" dirty="0">
              <a:solidFill>
                <a:schemeClr val="tx1"/>
              </a:solidFill>
            </a:endParaRPr>
          </a:p>
        </p:txBody>
      </p:sp>
      <p:cxnSp>
        <p:nvCxnSpPr>
          <p:cNvPr id="605" name="Gerader Verbinder 604"/>
          <p:cNvCxnSpPr/>
          <p:nvPr/>
        </p:nvCxnSpPr>
        <p:spPr>
          <a:xfrm flipH="1">
            <a:off x="3996424" y="5445248"/>
            <a:ext cx="71840" cy="10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6" name="Gerader Verbinder 605"/>
          <p:cNvCxnSpPr/>
          <p:nvPr/>
        </p:nvCxnSpPr>
        <p:spPr>
          <a:xfrm flipH="1">
            <a:off x="4068424" y="3933248"/>
            <a:ext cx="71840" cy="10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7" name="Gerader Verbinder 606"/>
          <p:cNvCxnSpPr/>
          <p:nvPr/>
        </p:nvCxnSpPr>
        <p:spPr>
          <a:xfrm flipH="1">
            <a:off x="4572424" y="3933248"/>
            <a:ext cx="71840" cy="104"/>
          </a:xfrm>
          <a:prstGeom prst="line">
            <a:avLst/>
          </a:prstGeom>
          <a:ln>
            <a:solidFill>
              <a:srgbClr val="CBEC04"/>
            </a:solidFill>
          </a:ln>
        </p:spPr>
        <p:style>
          <a:lnRef idx="1">
            <a:schemeClr val="accent1"/>
          </a:lnRef>
          <a:fillRef idx="0">
            <a:schemeClr val="accent1"/>
          </a:fillRef>
          <a:effectRef idx="0">
            <a:schemeClr val="accent1"/>
          </a:effectRef>
          <a:fontRef idx="minor">
            <a:schemeClr val="tx1"/>
          </a:fontRef>
        </p:style>
      </p:cxnSp>
      <p:sp>
        <p:nvSpPr>
          <p:cNvPr id="608" name="Rechteck 607"/>
          <p:cNvSpPr/>
          <p:nvPr/>
        </p:nvSpPr>
        <p:spPr>
          <a:xfrm>
            <a:off x="684000" y="5661000"/>
            <a:ext cx="7920000" cy="360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050" dirty="0">
                <a:solidFill>
                  <a:schemeClr val="tx1"/>
                </a:solidFill>
              </a:rPr>
              <a:t>Legend: Each color stands for a different condition which matches to corresponding rows.</a:t>
            </a:r>
          </a:p>
          <a:p>
            <a:r>
              <a:rPr lang="en-US" sz="1050" dirty="0">
                <a:solidFill>
                  <a:schemeClr val="tx1"/>
                </a:solidFill>
              </a:rPr>
              <a:t>Black arrows downward: These rows will be processed.  Colored arrows downward: These rows will be checked and skipped.</a:t>
            </a:r>
          </a:p>
          <a:p>
            <a:r>
              <a:rPr lang="en-US" sz="1050" dirty="0">
                <a:solidFill>
                  <a:schemeClr val="tx1"/>
                </a:solidFill>
              </a:rPr>
              <a:t>Colored arrows upward: Restart from row 1 (mode </a:t>
            </a:r>
            <a:r>
              <a:rPr lang="en-US" sz="1050" b="1" dirty="0">
                <a:solidFill>
                  <a:schemeClr val="tx1"/>
                </a:solidFill>
              </a:rPr>
              <a:t>repeat revolving </a:t>
            </a:r>
            <a:r>
              <a:rPr lang="en-US" sz="1050" dirty="0">
                <a:solidFill>
                  <a:schemeClr val="tx1"/>
                </a:solidFill>
              </a:rPr>
              <a:t>only)</a:t>
            </a:r>
          </a:p>
        </p:txBody>
      </p:sp>
      <p:cxnSp>
        <p:nvCxnSpPr>
          <p:cNvPr id="610" name="Gerader Verbinder 609"/>
          <p:cNvCxnSpPr/>
          <p:nvPr/>
        </p:nvCxnSpPr>
        <p:spPr>
          <a:xfrm>
            <a:off x="3204000" y="1053000"/>
            <a:ext cx="0" cy="237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1" name="Gerader Verbinder 610"/>
          <p:cNvCxnSpPr/>
          <p:nvPr/>
        </p:nvCxnSpPr>
        <p:spPr>
          <a:xfrm>
            <a:off x="468000" y="3429000"/>
            <a:ext cx="2736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0" name="Gerader Verbinder 369"/>
          <p:cNvCxnSpPr/>
          <p:nvPr/>
        </p:nvCxnSpPr>
        <p:spPr>
          <a:xfrm>
            <a:off x="4284424" y="5085000"/>
            <a:ext cx="0" cy="360000"/>
          </a:xfrm>
          <a:prstGeom prst="line">
            <a:avLst/>
          </a:prstGeom>
          <a:ln>
            <a:solidFill>
              <a:srgbClr val="00CC6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3" name="Gerader Verbinder 372"/>
          <p:cNvCxnSpPr/>
          <p:nvPr/>
        </p:nvCxnSpPr>
        <p:spPr>
          <a:xfrm>
            <a:off x="4284424" y="4725000"/>
            <a:ext cx="0" cy="288000"/>
          </a:xfrm>
          <a:prstGeom prst="line">
            <a:avLst/>
          </a:prstGeom>
          <a:ln>
            <a:solidFill>
              <a:srgbClr val="00CC66"/>
            </a:solidFill>
            <a:tailEnd type="triangle"/>
          </a:ln>
        </p:spPr>
        <p:style>
          <a:lnRef idx="1">
            <a:schemeClr val="accent1"/>
          </a:lnRef>
          <a:fillRef idx="0">
            <a:schemeClr val="accent1"/>
          </a:fillRef>
          <a:effectRef idx="0">
            <a:schemeClr val="accent1"/>
          </a:effectRef>
          <a:fontRef idx="minor">
            <a:schemeClr val="tx1"/>
          </a:fontRef>
        </p:style>
      </p:cxnSp>
      <p:cxnSp>
        <p:nvCxnSpPr>
          <p:cNvPr id="375" name="Gerade Verbindung mit Pfeil 374"/>
          <p:cNvCxnSpPr/>
          <p:nvPr/>
        </p:nvCxnSpPr>
        <p:spPr>
          <a:xfrm>
            <a:off x="4284424" y="5013000"/>
            <a:ext cx="0" cy="72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1" name="Gerader Verbinder 380"/>
          <p:cNvCxnSpPr/>
          <p:nvPr/>
        </p:nvCxnSpPr>
        <p:spPr>
          <a:xfrm>
            <a:off x="4428424" y="3933000"/>
            <a:ext cx="0" cy="504000"/>
          </a:xfrm>
          <a:prstGeom prst="line">
            <a:avLst/>
          </a:prstGeom>
          <a:ln>
            <a:solidFill>
              <a:srgbClr val="00CC66"/>
            </a:solidFill>
            <a:tailEnd type="triangle"/>
          </a:ln>
        </p:spPr>
        <p:style>
          <a:lnRef idx="1">
            <a:schemeClr val="accent1"/>
          </a:lnRef>
          <a:fillRef idx="0">
            <a:schemeClr val="accent1"/>
          </a:fillRef>
          <a:effectRef idx="0">
            <a:schemeClr val="accent1"/>
          </a:effectRef>
          <a:fontRef idx="minor">
            <a:schemeClr val="tx1"/>
          </a:fontRef>
        </p:style>
      </p:cxnSp>
      <p:cxnSp>
        <p:nvCxnSpPr>
          <p:cNvPr id="386" name="Gerader Verbinder 385"/>
          <p:cNvCxnSpPr/>
          <p:nvPr/>
        </p:nvCxnSpPr>
        <p:spPr>
          <a:xfrm flipH="1">
            <a:off x="4356424" y="3933000"/>
            <a:ext cx="71840" cy="104"/>
          </a:xfrm>
          <a:prstGeom prst="line">
            <a:avLst/>
          </a:prstGeom>
          <a:ln>
            <a:solidFill>
              <a:srgbClr val="00CC66"/>
            </a:solidFill>
          </a:ln>
        </p:spPr>
        <p:style>
          <a:lnRef idx="1">
            <a:schemeClr val="accent1"/>
          </a:lnRef>
          <a:fillRef idx="0">
            <a:schemeClr val="accent1"/>
          </a:fillRef>
          <a:effectRef idx="0">
            <a:schemeClr val="accent1"/>
          </a:effectRef>
          <a:fontRef idx="minor">
            <a:schemeClr val="tx1"/>
          </a:fontRef>
        </p:style>
      </p:cxnSp>
      <p:cxnSp>
        <p:nvCxnSpPr>
          <p:cNvPr id="376" name="Gerade Verbindung mit Pfeil 375"/>
          <p:cNvCxnSpPr/>
          <p:nvPr/>
        </p:nvCxnSpPr>
        <p:spPr>
          <a:xfrm>
            <a:off x="1836000" y="2709006"/>
            <a:ext cx="0" cy="717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9696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uppieren 45">
            <a:extLst>
              <a:ext uri="{FF2B5EF4-FFF2-40B4-BE49-F238E27FC236}">
                <a16:creationId xmlns:a16="http://schemas.microsoft.com/office/drawing/2014/main" id="{561A41B8-4C3D-484C-A3BB-CDC199309561}"/>
              </a:ext>
            </a:extLst>
          </p:cNvPr>
          <p:cNvGrpSpPr/>
          <p:nvPr/>
        </p:nvGrpSpPr>
        <p:grpSpPr>
          <a:xfrm>
            <a:off x="1044000" y="1340768"/>
            <a:ext cx="5040168" cy="3960232"/>
            <a:chOff x="1044000" y="1340768"/>
            <a:chExt cx="5040168" cy="3960232"/>
          </a:xfrm>
        </p:grpSpPr>
        <p:cxnSp>
          <p:nvCxnSpPr>
            <p:cNvPr id="5" name="Gerader Verbinder 4">
              <a:extLst>
                <a:ext uri="{FF2B5EF4-FFF2-40B4-BE49-F238E27FC236}">
                  <a16:creationId xmlns:a16="http://schemas.microsoft.com/office/drawing/2014/main" id="{54CB7624-2F58-4981-B5A7-3EC232787C2E}"/>
                </a:ext>
              </a:extLst>
            </p:cNvPr>
            <p:cNvCxnSpPr/>
            <p:nvPr/>
          </p:nvCxnSpPr>
          <p:spPr>
            <a:xfrm>
              <a:off x="104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C6CDA198-73AC-480F-9BAD-B834CF81C1DC}"/>
                </a:ext>
              </a:extLst>
            </p:cNvPr>
            <p:cNvCxnSpPr/>
            <p:nvPr/>
          </p:nvCxnSpPr>
          <p:spPr>
            <a:xfrm>
              <a:off x="140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AC809CBE-B87E-44CB-9EDC-A6369E6413DE}"/>
                </a:ext>
              </a:extLst>
            </p:cNvPr>
            <p:cNvCxnSpPr/>
            <p:nvPr/>
          </p:nvCxnSpPr>
          <p:spPr>
            <a:xfrm>
              <a:off x="1764000" y="1341000"/>
              <a:ext cx="0" cy="39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6ED5463B-7EC7-456A-A38D-914C40EB152F}"/>
                </a:ext>
              </a:extLst>
            </p:cNvPr>
            <p:cNvCxnSpPr/>
            <p:nvPr/>
          </p:nvCxnSpPr>
          <p:spPr>
            <a:xfrm>
              <a:off x="212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3E0BB2CC-CED8-4A30-A0A8-31B9B34370D7}"/>
                </a:ext>
              </a:extLst>
            </p:cNvPr>
            <p:cNvCxnSpPr/>
            <p:nvPr/>
          </p:nvCxnSpPr>
          <p:spPr>
            <a:xfrm>
              <a:off x="248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E50B7075-1FAE-4235-B4B5-86249E6A7109}"/>
                </a:ext>
              </a:extLst>
            </p:cNvPr>
            <p:cNvCxnSpPr/>
            <p:nvPr/>
          </p:nvCxnSpPr>
          <p:spPr>
            <a:xfrm>
              <a:off x="284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D34984D6-F955-412A-BF25-9664866E1156}"/>
                </a:ext>
              </a:extLst>
            </p:cNvPr>
            <p:cNvCxnSpPr/>
            <p:nvPr/>
          </p:nvCxnSpPr>
          <p:spPr>
            <a:xfrm>
              <a:off x="320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D324226C-3FEB-404C-B3BA-C8BA28B34722}"/>
                </a:ext>
              </a:extLst>
            </p:cNvPr>
            <p:cNvCxnSpPr/>
            <p:nvPr/>
          </p:nvCxnSpPr>
          <p:spPr>
            <a:xfrm>
              <a:off x="356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F230A98A-6590-48EA-8538-D92F4C2DAC9A}"/>
                </a:ext>
              </a:extLst>
            </p:cNvPr>
            <p:cNvCxnSpPr/>
            <p:nvPr/>
          </p:nvCxnSpPr>
          <p:spPr>
            <a:xfrm>
              <a:off x="392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175B8E21-E2CA-41A8-923C-4130ABF14E63}"/>
                </a:ext>
              </a:extLst>
            </p:cNvPr>
            <p:cNvCxnSpPr/>
            <p:nvPr/>
          </p:nvCxnSpPr>
          <p:spPr>
            <a:xfrm>
              <a:off x="428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90D98F26-E043-44DB-8220-484C04F8DA67}"/>
                </a:ext>
              </a:extLst>
            </p:cNvPr>
            <p:cNvCxnSpPr/>
            <p:nvPr/>
          </p:nvCxnSpPr>
          <p:spPr>
            <a:xfrm>
              <a:off x="464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2C0198F0-91CC-413E-B017-8C0B076CDF93}"/>
                </a:ext>
              </a:extLst>
            </p:cNvPr>
            <p:cNvCxnSpPr>
              <a:cxnSpLocks/>
            </p:cNvCxnSpPr>
            <p:nvPr/>
          </p:nvCxnSpPr>
          <p:spPr>
            <a:xfrm flipH="1">
              <a:off x="1044000" y="1341000"/>
              <a:ext cx="504016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0862E6CA-B0A2-4A54-978E-B5A8D7273369}"/>
                </a:ext>
              </a:extLst>
            </p:cNvPr>
            <p:cNvCxnSpPr>
              <a:cxnSpLocks/>
            </p:cNvCxnSpPr>
            <p:nvPr/>
          </p:nvCxnSpPr>
          <p:spPr>
            <a:xfrm rot="5400000">
              <a:off x="3564084" y="-819084"/>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A67BF3DE-0377-45D0-82FC-E940AD9AC456}"/>
                </a:ext>
              </a:extLst>
            </p:cNvPr>
            <p:cNvCxnSpPr>
              <a:cxnSpLocks/>
            </p:cNvCxnSpPr>
            <p:nvPr/>
          </p:nvCxnSpPr>
          <p:spPr>
            <a:xfrm rot="5400000">
              <a:off x="3564084" y="-459084"/>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15D9C01C-9001-4CE7-A450-D7B4B6427A69}"/>
                </a:ext>
              </a:extLst>
            </p:cNvPr>
            <p:cNvCxnSpPr>
              <a:cxnSpLocks/>
            </p:cNvCxnSpPr>
            <p:nvPr/>
          </p:nvCxnSpPr>
          <p:spPr>
            <a:xfrm rot="5400000">
              <a:off x="3564084" y="-99084"/>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FB9F17B-441A-4B46-9C0D-7AD5B7AE1BC4}"/>
                </a:ext>
              </a:extLst>
            </p:cNvPr>
            <p:cNvCxnSpPr>
              <a:cxnSpLocks/>
            </p:cNvCxnSpPr>
            <p:nvPr/>
          </p:nvCxnSpPr>
          <p:spPr>
            <a:xfrm rot="5400000">
              <a:off x="3564084" y="26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48B656B2-9B04-4E93-8C21-82E77CC94B4D}"/>
                </a:ext>
              </a:extLst>
            </p:cNvPr>
            <p:cNvCxnSpPr>
              <a:cxnSpLocks/>
            </p:cNvCxnSpPr>
            <p:nvPr/>
          </p:nvCxnSpPr>
          <p:spPr>
            <a:xfrm rot="5400000">
              <a:off x="3564084" y="62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D5FEBCF8-9DF6-47B5-948D-BBFD36B43896}"/>
                </a:ext>
              </a:extLst>
            </p:cNvPr>
            <p:cNvCxnSpPr>
              <a:cxnSpLocks/>
            </p:cNvCxnSpPr>
            <p:nvPr/>
          </p:nvCxnSpPr>
          <p:spPr>
            <a:xfrm rot="5400000">
              <a:off x="3564084" y="98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EA47BDE4-5BF6-4650-84E1-1C25FD1CE7D3}"/>
                </a:ext>
              </a:extLst>
            </p:cNvPr>
            <p:cNvCxnSpPr>
              <a:cxnSpLocks/>
            </p:cNvCxnSpPr>
            <p:nvPr/>
          </p:nvCxnSpPr>
          <p:spPr>
            <a:xfrm rot="5400000">
              <a:off x="3564084" y="134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0F2822EA-EBFB-40A4-AEED-90BF99719476}"/>
                </a:ext>
              </a:extLst>
            </p:cNvPr>
            <p:cNvCxnSpPr>
              <a:cxnSpLocks/>
            </p:cNvCxnSpPr>
            <p:nvPr/>
          </p:nvCxnSpPr>
          <p:spPr>
            <a:xfrm rot="5400000">
              <a:off x="3564084" y="170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5E26A64D-AD42-4BD1-883F-CBDFEB3281F7}"/>
                </a:ext>
              </a:extLst>
            </p:cNvPr>
            <p:cNvCxnSpPr>
              <a:cxnSpLocks/>
            </p:cNvCxnSpPr>
            <p:nvPr/>
          </p:nvCxnSpPr>
          <p:spPr>
            <a:xfrm rot="5400000">
              <a:off x="3564084" y="2060916"/>
              <a:ext cx="0" cy="50401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31642318-684D-4D14-8560-2A61993E5DA9}"/>
                </a:ext>
              </a:extLst>
            </p:cNvPr>
            <p:cNvCxnSpPr>
              <a:cxnSpLocks/>
            </p:cNvCxnSpPr>
            <p:nvPr/>
          </p:nvCxnSpPr>
          <p:spPr>
            <a:xfrm rot="5400000">
              <a:off x="3564084" y="242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9718D7F0-B667-4798-B4D4-8D764B6C33DC}"/>
                </a:ext>
              </a:extLst>
            </p:cNvPr>
            <p:cNvCxnSpPr>
              <a:cxnSpLocks/>
            </p:cNvCxnSpPr>
            <p:nvPr/>
          </p:nvCxnSpPr>
          <p:spPr>
            <a:xfrm rot="5400000">
              <a:off x="3564084" y="278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B338C98D-BF14-494A-94CB-E6CE95C1DEBA}"/>
                </a:ext>
              </a:extLst>
            </p:cNvPr>
            <p:cNvCxnSpPr/>
            <p:nvPr/>
          </p:nvCxnSpPr>
          <p:spPr>
            <a:xfrm>
              <a:off x="500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E8CBFC61-39D6-4967-A1A1-7D01AEE5BC94}"/>
                </a:ext>
              </a:extLst>
            </p:cNvPr>
            <p:cNvCxnSpPr/>
            <p:nvPr/>
          </p:nvCxnSpPr>
          <p:spPr>
            <a:xfrm>
              <a:off x="536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CE575859-34A6-49FA-A782-217BEDDCFF69}"/>
                </a:ext>
              </a:extLst>
            </p:cNvPr>
            <p:cNvCxnSpPr/>
            <p:nvPr/>
          </p:nvCxnSpPr>
          <p:spPr>
            <a:xfrm>
              <a:off x="572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29D9F375-A178-435A-8CDD-4CDD2A927411}"/>
                </a:ext>
              </a:extLst>
            </p:cNvPr>
            <p:cNvCxnSpPr/>
            <p:nvPr/>
          </p:nvCxnSpPr>
          <p:spPr>
            <a:xfrm>
              <a:off x="608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6" name="Gruppieren 15">
            <a:extLst>
              <a:ext uri="{FF2B5EF4-FFF2-40B4-BE49-F238E27FC236}">
                <a16:creationId xmlns:a16="http://schemas.microsoft.com/office/drawing/2014/main" id="{6F7D7FF5-5405-4AAC-964A-D9720C00118F}"/>
              </a:ext>
            </a:extLst>
          </p:cNvPr>
          <p:cNvGrpSpPr/>
          <p:nvPr/>
        </p:nvGrpSpPr>
        <p:grpSpPr>
          <a:xfrm>
            <a:off x="1547968" y="1701000"/>
            <a:ext cx="4536032" cy="3168000"/>
            <a:chOff x="1547968" y="1701000"/>
            <a:chExt cx="4536032" cy="3168000"/>
          </a:xfrm>
        </p:grpSpPr>
        <p:sp>
          <p:nvSpPr>
            <p:cNvPr id="4" name="Rechteck 3">
              <a:extLst>
                <a:ext uri="{FF2B5EF4-FFF2-40B4-BE49-F238E27FC236}">
                  <a16:creationId xmlns:a16="http://schemas.microsoft.com/office/drawing/2014/main" id="{09A6CC60-D691-4386-9879-BC5761701DD4}"/>
                </a:ext>
              </a:extLst>
            </p:cNvPr>
            <p:cNvSpPr/>
            <p:nvPr/>
          </p:nvSpPr>
          <p:spPr>
            <a:xfrm>
              <a:off x="226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2</a:t>
              </a:r>
            </a:p>
          </p:txBody>
        </p:sp>
        <p:sp>
          <p:nvSpPr>
            <p:cNvPr id="52" name="Rechteck 51">
              <a:extLst>
                <a:ext uri="{FF2B5EF4-FFF2-40B4-BE49-F238E27FC236}">
                  <a16:creationId xmlns:a16="http://schemas.microsoft.com/office/drawing/2014/main" id="{A0F06726-77F4-4C17-B0FA-67F5CB1023B3}"/>
                </a:ext>
              </a:extLst>
            </p:cNvPr>
            <p:cNvSpPr/>
            <p:nvPr/>
          </p:nvSpPr>
          <p:spPr>
            <a:xfrm>
              <a:off x="298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4</a:t>
              </a:r>
            </a:p>
          </p:txBody>
        </p:sp>
        <p:sp>
          <p:nvSpPr>
            <p:cNvPr id="53" name="Rechteck 52">
              <a:extLst>
                <a:ext uri="{FF2B5EF4-FFF2-40B4-BE49-F238E27FC236}">
                  <a16:creationId xmlns:a16="http://schemas.microsoft.com/office/drawing/2014/main" id="{3023E0D2-5DD0-4C1C-95D4-8BD263278128}"/>
                </a:ext>
              </a:extLst>
            </p:cNvPr>
            <p:cNvSpPr/>
            <p:nvPr/>
          </p:nvSpPr>
          <p:spPr>
            <a:xfrm>
              <a:off x="370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6</a:t>
              </a:r>
            </a:p>
          </p:txBody>
        </p:sp>
        <p:sp>
          <p:nvSpPr>
            <p:cNvPr id="54" name="Rechteck 53">
              <a:extLst>
                <a:ext uri="{FF2B5EF4-FFF2-40B4-BE49-F238E27FC236}">
                  <a16:creationId xmlns:a16="http://schemas.microsoft.com/office/drawing/2014/main" id="{6E2FA763-D782-40E9-844D-D267D35A7FEA}"/>
                </a:ext>
              </a:extLst>
            </p:cNvPr>
            <p:cNvSpPr/>
            <p:nvPr/>
          </p:nvSpPr>
          <p:spPr>
            <a:xfrm>
              <a:off x="442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8</a:t>
              </a:r>
            </a:p>
          </p:txBody>
        </p:sp>
        <p:sp>
          <p:nvSpPr>
            <p:cNvPr id="55" name="Rechteck 54">
              <a:extLst>
                <a:ext uri="{FF2B5EF4-FFF2-40B4-BE49-F238E27FC236}">
                  <a16:creationId xmlns:a16="http://schemas.microsoft.com/office/drawing/2014/main" id="{9C488342-FCC0-4DB9-B846-ED9612ADA5E5}"/>
                </a:ext>
              </a:extLst>
            </p:cNvPr>
            <p:cNvSpPr/>
            <p:nvPr/>
          </p:nvSpPr>
          <p:spPr>
            <a:xfrm>
              <a:off x="514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10</a:t>
              </a:r>
            </a:p>
          </p:txBody>
        </p:sp>
        <p:sp>
          <p:nvSpPr>
            <p:cNvPr id="56" name="Rechteck 55">
              <a:extLst>
                <a:ext uri="{FF2B5EF4-FFF2-40B4-BE49-F238E27FC236}">
                  <a16:creationId xmlns:a16="http://schemas.microsoft.com/office/drawing/2014/main" id="{D8600DF0-61CA-4075-8AB0-CDAC559BCAD8}"/>
                </a:ext>
              </a:extLst>
            </p:cNvPr>
            <p:cNvSpPr/>
            <p:nvPr/>
          </p:nvSpPr>
          <p:spPr>
            <a:xfrm>
              <a:off x="586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12</a:t>
              </a:r>
            </a:p>
          </p:txBody>
        </p:sp>
        <p:sp>
          <p:nvSpPr>
            <p:cNvPr id="57" name="Rechteck 56">
              <a:extLst>
                <a:ext uri="{FF2B5EF4-FFF2-40B4-BE49-F238E27FC236}">
                  <a16:creationId xmlns:a16="http://schemas.microsoft.com/office/drawing/2014/main" id="{889B548C-61E7-40BF-878D-A7ED591FC571}"/>
                </a:ext>
              </a:extLst>
            </p:cNvPr>
            <p:cNvSpPr/>
            <p:nvPr/>
          </p:nvSpPr>
          <p:spPr>
            <a:xfrm>
              <a:off x="1548000"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a:solidFill>
                    <a:schemeClr val="tx1"/>
                  </a:solidFill>
                </a:rPr>
                <a:t>0</a:t>
              </a:r>
              <a:endParaRPr lang="de-CH" sz="1000" dirty="0">
                <a:solidFill>
                  <a:schemeClr val="tx1"/>
                </a:solidFill>
              </a:endParaRPr>
            </a:p>
          </p:txBody>
        </p:sp>
        <p:sp>
          <p:nvSpPr>
            <p:cNvPr id="58" name="Rechteck 57">
              <a:extLst>
                <a:ext uri="{FF2B5EF4-FFF2-40B4-BE49-F238E27FC236}">
                  <a16:creationId xmlns:a16="http://schemas.microsoft.com/office/drawing/2014/main" id="{1B2086EC-672D-4949-9F22-AA7E7CDCF8B2}"/>
                </a:ext>
              </a:extLst>
            </p:cNvPr>
            <p:cNvSpPr/>
            <p:nvPr/>
          </p:nvSpPr>
          <p:spPr>
            <a:xfrm>
              <a:off x="1547968" y="386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2</a:t>
              </a:r>
            </a:p>
          </p:txBody>
        </p:sp>
        <p:sp>
          <p:nvSpPr>
            <p:cNvPr id="59" name="Rechteck 58">
              <a:extLst>
                <a:ext uri="{FF2B5EF4-FFF2-40B4-BE49-F238E27FC236}">
                  <a16:creationId xmlns:a16="http://schemas.microsoft.com/office/drawing/2014/main" id="{8567148D-B0FF-4BCD-AFA7-75D80AF9F55A}"/>
                </a:ext>
              </a:extLst>
            </p:cNvPr>
            <p:cNvSpPr/>
            <p:nvPr/>
          </p:nvSpPr>
          <p:spPr>
            <a:xfrm>
              <a:off x="1547968" y="314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4</a:t>
              </a:r>
            </a:p>
          </p:txBody>
        </p:sp>
        <p:sp>
          <p:nvSpPr>
            <p:cNvPr id="61" name="Rechteck 60">
              <a:extLst>
                <a:ext uri="{FF2B5EF4-FFF2-40B4-BE49-F238E27FC236}">
                  <a16:creationId xmlns:a16="http://schemas.microsoft.com/office/drawing/2014/main" id="{68A5DC72-EFE3-453C-9FAF-6BBF135222A1}"/>
                </a:ext>
              </a:extLst>
            </p:cNvPr>
            <p:cNvSpPr/>
            <p:nvPr/>
          </p:nvSpPr>
          <p:spPr>
            <a:xfrm>
              <a:off x="1547968" y="242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6</a:t>
              </a:r>
            </a:p>
          </p:txBody>
        </p:sp>
        <p:sp>
          <p:nvSpPr>
            <p:cNvPr id="62" name="Rechteck 61">
              <a:extLst>
                <a:ext uri="{FF2B5EF4-FFF2-40B4-BE49-F238E27FC236}">
                  <a16:creationId xmlns:a16="http://schemas.microsoft.com/office/drawing/2014/main" id="{508F1DA8-3ED7-458F-BAFF-2AEE22F01E0A}"/>
                </a:ext>
              </a:extLst>
            </p:cNvPr>
            <p:cNvSpPr/>
            <p:nvPr/>
          </p:nvSpPr>
          <p:spPr>
            <a:xfrm>
              <a:off x="1547968" y="170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8</a:t>
              </a:r>
            </a:p>
          </p:txBody>
        </p:sp>
      </p:grpSp>
      <p:sp>
        <p:nvSpPr>
          <p:cNvPr id="2" name="Titel 1"/>
          <p:cNvSpPr>
            <a:spLocks noGrp="1"/>
          </p:cNvSpPr>
          <p:nvPr>
            <p:ph type="title"/>
          </p:nvPr>
        </p:nvSpPr>
        <p:spPr/>
        <p:txBody>
          <a:bodyPr/>
          <a:lstStyle/>
          <a:p>
            <a:r>
              <a:rPr lang="en-US" dirty="0"/>
              <a:t>Interpolation Function – Nearest Neighbor</a:t>
            </a:r>
          </a:p>
        </p:txBody>
      </p:sp>
      <p:sp>
        <p:nvSpPr>
          <p:cNvPr id="3" name="Textplatzhalter 2"/>
          <p:cNvSpPr>
            <a:spLocks noGrp="1"/>
          </p:cNvSpPr>
          <p:nvPr>
            <p:ph type="body" sz="quarter" idx="16"/>
          </p:nvPr>
        </p:nvSpPr>
        <p:spPr/>
        <p:txBody>
          <a:bodyPr/>
          <a:lstStyle/>
          <a:p>
            <a:endParaRPr lang="en-US"/>
          </a:p>
        </p:txBody>
      </p:sp>
      <p:sp>
        <p:nvSpPr>
          <p:cNvPr id="39" name="Ellipse 38">
            <a:extLst>
              <a:ext uri="{FF2B5EF4-FFF2-40B4-BE49-F238E27FC236}">
                <a16:creationId xmlns:a16="http://schemas.microsoft.com/office/drawing/2014/main" id="{BD88BD26-9141-42E7-AAC2-095938B64312}"/>
              </a:ext>
            </a:extLst>
          </p:cNvPr>
          <p:cNvSpPr/>
          <p:nvPr/>
        </p:nvSpPr>
        <p:spPr>
          <a:xfrm>
            <a:off x="2087724" y="418508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7" name="Ellipse 46">
            <a:extLst>
              <a:ext uri="{FF2B5EF4-FFF2-40B4-BE49-F238E27FC236}">
                <a16:creationId xmlns:a16="http://schemas.microsoft.com/office/drawing/2014/main" id="{58DF80AA-E89F-4670-9C02-ECEB5F34AD6A}"/>
              </a:ext>
            </a:extLst>
          </p:cNvPr>
          <p:cNvSpPr/>
          <p:nvPr/>
        </p:nvSpPr>
        <p:spPr>
          <a:xfrm>
            <a:off x="2807804" y="346500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8" name="Ellipse 47">
            <a:extLst>
              <a:ext uri="{FF2B5EF4-FFF2-40B4-BE49-F238E27FC236}">
                <a16:creationId xmlns:a16="http://schemas.microsoft.com/office/drawing/2014/main" id="{D4157829-1C51-498D-B7F4-7B0087465E37}"/>
              </a:ext>
            </a:extLst>
          </p:cNvPr>
          <p:cNvSpPr/>
          <p:nvPr/>
        </p:nvSpPr>
        <p:spPr>
          <a:xfrm>
            <a:off x="3167844" y="274492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9" name="Ellipse 48">
            <a:extLst>
              <a:ext uri="{FF2B5EF4-FFF2-40B4-BE49-F238E27FC236}">
                <a16:creationId xmlns:a16="http://schemas.microsoft.com/office/drawing/2014/main" id="{C11B6F65-BE75-438D-95B9-5D357132B223}"/>
              </a:ext>
            </a:extLst>
          </p:cNvPr>
          <p:cNvSpPr/>
          <p:nvPr/>
        </p:nvSpPr>
        <p:spPr>
          <a:xfrm>
            <a:off x="4247964" y="382504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51" name="Gerader Verbinder 50">
            <a:extLst>
              <a:ext uri="{FF2B5EF4-FFF2-40B4-BE49-F238E27FC236}">
                <a16:creationId xmlns:a16="http://schemas.microsoft.com/office/drawing/2014/main" id="{7BF8F427-A243-4FDA-BA14-DFFF1FE27D8C}"/>
              </a:ext>
            </a:extLst>
          </p:cNvPr>
          <p:cNvCxnSpPr>
            <a:cxnSpLocks/>
          </p:cNvCxnSpPr>
          <p:nvPr/>
        </p:nvCxnSpPr>
        <p:spPr>
          <a:xfrm>
            <a:off x="2123728" y="4221088"/>
            <a:ext cx="3600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39948292-0D93-4359-A3CF-6CD10134CE10}"/>
              </a:ext>
            </a:extLst>
          </p:cNvPr>
          <p:cNvCxnSpPr>
            <a:cxnSpLocks/>
          </p:cNvCxnSpPr>
          <p:nvPr/>
        </p:nvCxnSpPr>
        <p:spPr>
          <a:xfrm>
            <a:off x="1043608" y="4221088"/>
            <a:ext cx="1080120"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4" name="Gerader Verbinder 93">
            <a:extLst>
              <a:ext uri="{FF2B5EF4-FFF2-40B4-BE49-F238E27FC236}">
                <a16:creationId xmlns:a16="http://schemas.microsoft.com/office/drawing/2014/main" id="{B956D65D-E988-4516-A2C0-05D24FDBB706}"/>
              </a:ext>
            </a:extLst>
          </p:cNvPr>
          <p:cNvCxnSpPr>
            <a:cxnSpLocks/>
          </p:cNvCxnSpPr>
          <p:nvPr/>
        </p:nvCxnSpPr>
        <p:spPr>
          <a:xfrm>
            <a:off x="4283968" y="3861048"/>
            <a:ext cx="1800200"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7" name="Gerader Verbinder 96">
            <a:extLst>
              <a:ext uri="{FF2B5EF4-FFF2-40B4-BE49-F238E27FC236}">
                <a16:creationId xmlns:a16="http://schemas.microsoft.com/office/drawing/2014/main" id="{95674938-A64D-4E6D-ADD4-906AC98D3173}"/>
              </a:ext>
            </a:extLst>
          </p:cNvPr>
          <p:cNvCxnSpPr>
            <a:cxnSpLocks/>
          </p:cNvCxnSpPr>
          <p:nvPr/>
        </p:nvCxnSpPr>
        <p:spPr>
          <a:xfrm>
            <a:off x="2483768" y="3501008"/>
            <a:ext cx="3600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8" name="Gerader Verbinder 97">
            <a:extLst>
              <a:ext uri="{FF2B5EF4-FFF2-40B4-BE49-F238E27FC236}">
                <a16:creationId xmlns:a16="http://schemas.microsoft.com/office/drawing/2014/main" id="{DFDAD5A6-F376-4B4D-A4F5-D66D06A76ABB}"/>
              </a:ext>
            </a:extLst>
          </p:cNvPr>
          <p:cNvCxnSpPr>
            <a:cxnSpLocks/>
          </p:cNvCxnSpPr>
          <p:nvPr/>
        </p:nvCxnSpPr>
        <p:spPr>
          <a:xfrm flipV="1">
            <a:off x="2483768" y="3501008"/>
            <a:ext cx="0" cy="7200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 name="Gerader Verbinder 100">
            <a:extLst>
              <a:ext uri="{FF2B5EF4-FFF2-40B4-BE49-F238E27FC236}">
                <a16:creationId xmlns:a16="http://schemas.microsoft.com/office/drawing/2014/main" id="{3CCE6D40-7646-47DD-A37C-96A77AB12C7D}"/>
              </a:ext>
            </a:extLst>
          </p:cNvPr>
          <p:cNvCxnSpPr>
            <a:cxnSpLocks/>
          </p:cNvCxnSpPr>
          <p:nvPr/>
        </p:nvCxnSpPr>
        <p:spPr>
          <a:xfrm>
            <a:off x="3023828" y="2780928"/>
            <a:ext cx="18002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Gerader Verbinder 105">
            <a:extLst>
              <a:ext uri="{FF2B5EF4-FFF2-40B4-BE49-F238E27FC236}">
                <a16:creationId xmlns:a16="http://schemas.microsoft.com/office/drawing/2014/main" id="{B648550F-7FB1-443A-8D62-86BF7A4AF279}"/>
              </a:ext>
            </a:extLst>
          </p:cNvPr>
          <p:cNvCxnSpPr>
            <a:cxnSpLocks/>
          </p:cNvCxnSpPr>
          <p:nvPr/>
        </p:nvCxnSpPr>
        <p:spPr>
          <a:xfrm flipV="1">
            <a:off x="3023828" y="2780928"/>
            <a:ext cx="0" cy="7200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Gerader Verbinder 107">
            <a:extLst>
              <a:ext uri="{FF2B5EF4-FFF2-40B4-BE49-F238E27FC236}">
                <a16:creationId xmlns:a16="http://schemas.microsoft.com/office/drawing/2014/main" id="{646A9010-C57E-4004-854C-D264F9283938}"/>
              </a:ext>
            </a:extLst>
          </p:cNvPr>
          <p:cNvCxnSpPr>
            <a:cxnSpLocks/>
          </p:cNvCxnSpPr>
          <p:nvPr/>
        </p:nvCxnSpPr>
        <p:spPr>
          <a:xfrm>
            <a:off x="2843808" y="3501008"/>
            <a:ext cx="18002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Gerader Verbinder 108">
            <a:extLst>
              <a:ext uri="{FF2B5EF4-FFF2-40B4-BE49-F238E27FC236}">
                <a16:creationId xmlns:a16="http://schemas.microsoft.com/office/drawing/2014/main" id="{E6918185-935C-4D16-B57B-C306DCE24E3E}"/>
              </a:ext>
            </a:extLst>
          </p:cNvPr>
          <p:cNvCxnSpPr>
            <a:cxnSpLocks/>
          </p:cNvCxnSpPr>
          <p:nvPr/>
        </p:nvCxnSpPr>
        <p:spPr>
          <a:xfrm flipV="1">
            <a:off x="3743908" y="2780928"/>
            <a:ext cx="0" cy="10801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Gerader Verbinder 110">
            <a:extLst>
              <a:ext uri="{FF2B5EF4-FFF2-40B4-BE49-F238E27FC236}">
                <a16:creationId xmlns:a16="http://schemas.microsoft.com/office/drawing/2014/main" id="{9FB2E21F-E53E-4193-81EA-8D8CEB3A3D82}"/>
              </a:ext>
            </a:extLst>
          </p:cNvPr>
          <p:cNvCxnSpPr>
            <a:cxnSpLocks/>
          </p:cNvCxnSpPr>
          <p:nvPr/>
        </p:nvCxnSpPr>
        <p:spPr>
          <a:xfrm>
            <a:off x="3203848" y="2780928"/>
            <a:ext cx="54006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3" name="Gerader Verbinder 112">
            <a:extLst>
              <a:ext uri="{FF2B5EF4-FFF2-40B4-BE49-F238E27FC236}">
                <a16:creationId xmlns:a16="http://schemas.microsoft.com/office/drawing/2014/main" id="{3EA64090-8BCA-4115-A173-7CE43D6E3B75}"/>
              </a:ext>
            </a:extLst>
          </p:cNvPr>
          <p:cNvCxnSpPr>
            <a:cxnSpLocks/>
          </p:cNvCxnSpPr>
          <p:nvPr/>
        </p:nvCxnSpPr>
        <p:spPr>
          <a:xfrm>
            <a:off x="3743908" y="3861048"/>
            <a:ext cx="54006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Ellipse 49">
            <a:extLst>
              <a:ext uri="{FF2B5EF4-FFF2-40B4-BE49-F238E27FC236}">
                <a16:creationId xmlns:a16="http://schemas.microsoft.com/office/drawing/2014/main" id="{0B3B093D-A5BF-483F-B166-9C56EBC8B5A8}"/>
              </a:ext>
            </a:extLst>
          </p:cNvPr>
          <p:cNvSpPr/>
          <p:nvPr/>
        </p:nvSpPr>
        <p:spPr>
          <a:xfrm>
            <a:off x="2411760" y="414908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3" name="Ellipse 62">
            <a:extLst>
              <a:ext uri="{FF2B5EF4-FFF2-40B4-BE49-F238E27FC236}">
                <a16:creationId xmlns:a16="http://schemas.microsoft.com/office/drawing/2014/main" id="{8B3FF5D0-F678-47A8-9D4D-E66068F6BDA9}"/>
              </a:ext>
            </a:extLst>
          </p:cNvPr>
          <p:cNvSpPr/>
          <p:nvPr/>
        </p:nvSpPr>
        <p:spPr>
          <a:xfrm>
            <a:off x="3671900" y="270900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4" name="Ellipse 63">
            <a:extLst>
              <a:ext uri="{FF2B5EF4-FFF2-40B4-BE49-F238E27FC236}">
                <a16:creationId xmlns:a16="http://schemas.microsoft.com/office/drawing/2014/main" id="{44EC0F12-BD6A-4C20-BEAC-2F6E6E946FBC}"/>
              </a:ext>
            </a:extLst>
          </p:cNvPr>
          <p:cNvSpPr/>
          <p:nvPr/>
        </p:nvSpPr>
        <p:spPr>
          <a:xfrm>
            <a:off x="3851920" y="378904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5" name="Ellipse 64">
            <a:extLst>
              <a:ext uri="{FF2B5EF4-FFF2-40B4-BE49-F238E27FC236}">
                <a16:creationId xmlns:a16="http://schemas.microsoft.com/office/drawing/2014/main" id="{744EBA48-75D9-4C79-BE97-41E8FF1D54D3}"/>
              </a:ext>
            </a:extLst>
          </p:cNvPr>
          <p:cNvSpPr/>
          <p:nvPr/>
        </p:nvSpPr>
        <p:spPr>
          <a:xfrm>
            <a:off x="4572000" y="378904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6" name="Rechteck 65">
            <a:extLst>
              <a:ext uri="{FF2B5EF4-FFF2-40B4-BE49-F238E27FC236}">
                <a16:creationId xmlns:a16="http://schemas.microsoft.com/office/drawing/2014/main" id="{A14EEAD7-D4B8-41EF-9903-DA86251A5059}"/>
              </a:ext>
            </a:extLst>
          </p:cNvPr>
          <p:cNvSpPr/>
          <p:nvPr/>
        </p:nvSpPr>
        <p:spPr>
          <a:xfrm>
            <a:off x="2483768" y="3933056"/>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A</a:t>
            </a:r>
            <a:endParaRPr lang="de-CH" sz="1000" b="1" dirty="0">
              <a:solidFill>
                <a:srgbClr val="0000FF"/>
              </a:solidFill>
            </a:endParaRPr>
          </a:p>
        </p:txBody>
      </p:sp>
      <p:sp>
        <p:nvSpPr>
          <p:cNvPr id="67" name="Rechteck 66">
            <a:extLst>
              <a:ext uri="{FF2B5EF4-FFF2-40B4-BE49-F238E27FC236}">
                <a16:creationId xmlns:a16="http://schemas.microsoft.com/office/drawing/2014/main" id="{0237FAD8-B532-46BC-A773-6C700A2F6BC6}"/>
              </a:ext>
            </a:extLst>
          </p:cNvPr>
          <p:cNvSpPr/>
          <p:nvPr/>
        </p:nvSpPr>
        <p:spPr>
          <a:xfrm>
            <a:off x="3635896" y="2456892"/>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B</a:t>
            </a:r>
            <a:endParaRPr lang="de-CH" sz="1000" b="1" dirty="0">
              <a:solidFill>
                <a:srgbClr val="0000FF"/>
              </a:solidFill>
            </a:endParaRPr>
          </a:p>
        </p:txBody>
      </p:sp>
      <p:sp>
        <p:nvSpPr>
          <p:cNvPr id="68" name="Rechteck 67">
            <a:extLst>
              <a:ext uri="{FF2B5EF4-FFF2-40B4-BE49-F238E27FC236}">
                <a16:creationId xmlns:a16="http://schemas.microsoft.com/office/drawing/2014/main" id="{B27A8284-F265-43EB-8005-BFFE03EC77E6}"/>
              </a:ext>
            </a:extLst>
          </p:cNvPr>
          <p:cNvSpPr/>
          <p:nvPr/>
        </p:nvSpPr>
        <p:spPr>
          <a:xfrm>
            <a:off x="3923928" y="3537012"/>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C</a:t>
            </a:r>
            <a:endParaRPr lang="de-CH" sz="1000" b="1" dirty="0">
              <a:solidFill>
                <a:srgbClr val="0000FF"/>
              </a:solidFill>
            </a:endParaRPr>
          </a:p>
        </p:txBody>
      </p:sp>
      <p:sp>
        <p:nvSpPr>
          <p:cNvPr id="69" name="Rechteck 68">
            <a:extLst>
              <a:ext uri="{FF2B5EF4-FFF2-40B4-BE49-F238E27FC236}">
                <a16:creationId xmlns:a16="http://schemas.microsoft.com/office/drawing/2014/main" id="{0597CCAA-9937-47A9-91C0-FC6E12D88734}"/>
              </a:ext>
            </a:extLst>
          </p:cNvPr>
          <p:cNvSpPr/>
          <p:nvPr/>
        </p:nvSpPr>
        <p:spPr>
          <a:xfrm>
            <a:off x="4644008" y="3897052"/>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D</a:t>
            </a:r>
            <a:endParaRPr lang="de-CH" sz="1000" b="1" dirty="0">
              <a:solidFill>
                <a:srgbClr val="0000FF"/>
              </a:solidFill>
            </a:endParaRPr>
          </a:p>
        </p:txBody>
      </p:sp>
      <p:sp>
        <p:nvSpPr>
          <p:cNvPr id="71" name="Ellipse 70">
            <a:extLst>
              <a:ext uri="{FF2B5EF4-FFF2-40B4-BE49-F238E27FC236}">
                <a16:creationId xmlns:a16="http://schemas.microsoft.com/office/drawing/2014/main" id="{820D3C1A-BE0A-4085-AB61-5B4B39BF181B}"/>
              </a:ext>
            </a:extLst>
          </p:cNvPr>
          <p:cNvSpPr/>
          <p:nvPr/>
        </p:nvSpPr>
        <p:spPr>
          <a:xfrm>
            <a:off x="2411760" y="342900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72" name="Rechteck 71">
            <a:extLst>
              <a:ext uri="{FF2B5EF4-FFF2-40B4-BE49-F238E27FC236}">
                <a16:creationId xmlns:a16="http://schemas.microsoft.com/office/drawing/2014/main" id="{B33D9CC9-85DD-48FC-B082-A61280E89249}"/>
              </a:ext>
            </a:extLst>
          </p:cNvPr>
          <p:cNvSpPr/>
          <p:nvPr/>
        </p:nvSpPr>
        <p:spPr>
          <a:xfrm>
            <a:off x="2519764" y="3212976"/>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A'</a:t>
            </a:r>
            <a:endParaRPr lang="de-CH" sz="1000" b="1" dirty="0">
              <a:solidFill>
                <a:srgbClr val="0000FF"/>
              </a:solidFill>
            </a:endParaRPr>
          </a:p>
        </p:txBody>
      </p:sp>
      <p:sp>
        <p:nvSpPr>
          <p:cNvPr id="73" name="Ellipse 72">
            <a:extLst>
              <a:ext uri="{FF2B5EF4-FFF2-40B4-BE49-F238E27FC236}">
                <a16:creationId xmlns:a16="http://schemas.microsoft.com/office/drawing/2014/main" id="{7862DB37-549B-49F7-BD21-E5945E091A42}"/>
              </a:ext>
            </a:extLst>
          </p:cNvPr>
          <p:cNvSpPr/>
          <p:nvPr/>
        </p:nvSpPr>
        <p:spPr>
          <a:xfrm>
            <a:off x="3671900" y="378904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74" name="Rechteck 73">
            <a:extLst>
              <a:ext uri="{FF2B5EF4-FFF2-40B4-BE49-F238E27FC236}">
                <a16:creationId xmlns:a16="http://schemas.microsoft.com/office/drawing/2014/main" id="{4C889BEC-A92B-43DE-895A-4F2A69BF1433}"/>
              </a:ext>
            </a:extLst>
          </p:cNvPr>
          <p:cNvSpPr/>
          <p:nvPr/>
        </p:nvSpPr>
        <p:spPr>
          <a:xfrm>
            <a:off x="3455876" y="3537012"/>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B'</a:t>
            </a:r>
            <a:endParaRPr lang="de-CH" sz="1000" b="1" dirty="0">
              <a:solidFill>
                <a:srgbClr val="0000FF"/>
              </a:solidFill>
            </a:endParaRPr>
          </a:p>
        </p:txBody>
      </p:sp>
      <p:cxnSp>
        <p:nvCxnSpPr>
          <p:cNvPr id="75" name="Gerader Verbinder 74">
            <a:extLst>
              <a:ext uri="{FF2B5EF4-FFF2-40B4-BE49-F238E27FC236}">
                <a16:creationId xmlns:a16="http://schemas.microsoft.com/office/drawing/2014/main" id="{8945B99A-B4B1-462D-85E1-E182393A8DF0}"/>
              </a:ext>
            </a:extLst>
          </p:cNvPr>
          <p:cNvCxnSpPr>
            <a:cxnSpLocks/>
          </p:cNvCxnSpPr>
          <p:nvPr/>
        </p:nvCxnSpPr>
        <p:spPr>
          <a:xfrm flipV="1">
            <a:off x="4283968" y="2960948"/>
            <a:ext cx="1800200" cy="902260"/>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76" name="Ellipse 75">
            <a:extLst>
              <a:ext uri="{FF2B5EF4-FFF2-40B4-BE49-F238E27FC236}">
                <a16:creationId xmlns:a16="http://schemas.microsoft.com/office/drawing/2014/main" id="{7FF476B9-261C-4B74-B6F1-82129C2EAD4F}"/>
              </a:ext>
            </a:extLst>
          </p:cNvPr>
          <p:cNvSpPr/>
          <p:nvPr/>
        </p:nvSpPr>
        <p:spPr>
          <a:xfrm>
            <a:off x="4572000" y="3609036"/>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77" name="Rechteck 76">
            <a:extLst>
              <a:ext uri="{FF2B5EF4-FFF2-40B4-BE49-F238E27FC236}">
                <a16:creationId xmlns:a16="http://schemas.microsoft.com/office/drawing/2014/main" id="{F58AA436-EA30-4C68-8F98-EA8754037200}"/>
              </a:ext>
            </a:extLst>
          </p:cNvPr>
          <p:cNvSpPr/>
          <p:nvPr/>
        </p:nvSpPr>
        <p:spPr>
          <a:xfrm>
            <a:off x="4680012" y="3284984"/>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D'</a:t>
            </a:r>
            <a:endParaRPr lang="de-CH" sz="1000" b="1" dirty="0">
              <a:solidFill>
                <a:srgbClr val="0000FF"/>
              </a:solidFill>
            </a:endParaRPr>
          </a:p>
        </p:txBody>
      </p:sp>
      <p:sp>
        <p:nvSpPr>
          <p:cNvPr id="78" name="Rechteck 77">
            <a:extLst>
              <a:ext uri="{FF2B5EF4-FFF2-40B4-BE49-F238E27FC236}">
                <a16:creationId xmlns:a16="http://schemas.microsoft.com/office/drawing/2014/main" id="{33E69B9B-9DBE-4746-AE16-E3738AD723B2}"/>
              </a:ext>
            </a:extLst>
          </p:cNvPr>
          <p:cNvSpPr/>
          <p:nvPr/>
        </p:nvSpPr>
        <p:spPr>
          <a:xfrm>
            <a:off x="3851920" y="1448780"/>
            <a:ext cx="2088232" cy="79208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188000" tIns="36000" rIns="36000" bIns="36000" rtlCol="0" anchor="ctr" anchorCtr="0"/>
          <a:lstStyle/>
          <a:p>
            <a:r>
              <a:rPr lang="en-US" sz="1400" dirty="0">
                <a:solidFill>
                  <a:schemeClr val="tx1"/>
                </a:solidFill>
              </a:rPr>
              <a:t>flat and</a:t>
            </a:r>
          </a:p>
          <a:p>
            <a:r>
              <a:rPr lang="en-US" sz="1400" dirty="0">
                <a:solidFill>
                  <a:schemeClr val="tx1"/>
                </a:solidFill>
              </a:rPr>
              <a:t>continue</a:t>
            </a:r>
          </a:p>
          <a:p>
            <a:r>
              <a:rPr lang="en-US" sz="1400" dirty="0">
                <a:solidFill>
                  <a:schemeClr val="tx1"/>
                </a:solidFill>
              </a:rPr>
              <a:t>slope +0.5</a:t>
            </a:r>
          </a:p>
        </p:txBody>
      </p:sp>
      <p:cxnSp>
        <p:nvCxnSpPr>
          <p:cNvPr id="79" name="Gerader Verbinder 78">
            <a:extLst>
              <a:ext uri="{FF2B5EF4-FFF2-40B4-BE49-F238E27FC236}">
                <a16:creationId xmlns:a16="http://schemas.microsoft.com/office/drawing/2014/main" id="{BE33347D-2411-48E1-B7F4-55204D842239}"/>
              </a:ext>
            </a:extLst>
          </p:cNvPr>
          <p:cNvCxnSpPr>
            <a:cxnSpLocks/>
          </p:cNvCxnSpPr>
          <p:nvPr/>
        </p:nvCxnSpPr>
        <p:spPr>
          <a:xfrm>
            <a:off x="3959932" y="1664804"/>
            <a:ext cx="756084"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1" name="Gerader Verbinder 80">
            <a:extLst>
              <a:ext uri="{FF2B5EF4-FFF2-40B4-BE49-F238E27FC236}">
                <a16:creationId xmlns:a16="http://schemas.microsoft.com/office/drawing/2014/main" id="{03C72511-0B6D-4AF3-B500-CE5774C53EB0}"/>
              </a:ext>
            </a:extLst>
          </p:cNvPr>
          <p:cNvCxnSpPr>
            <a:cxnSpLocks/>
          </p:cNvCxnSpPr>
          <p:nvPr/>
        </p:nvCxnSpPr>
        <p:spPr>
          <a:xfrm>
            <a:off x="3959932" y="2096852"/>
            <a:ext cx="756084" cy="0"/>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cxnSp>
        <p:nvCxnSpPr>
          <p:cNvPr id="82" name="Gerader Verbinder 81">
            <a:extLst>
              <a:ext uri="{FF2B5EF4-FFF2-40B4-BE49-F238E27FC236}">
                <a16:creationId xmlns:a16="http://schemas.microsoft.com/office/drawing/2014/main" id="{9A3A2275-97E5-4D70-8F62-4F7A8E7B4CDF}"/>
              </a:ext>
            </a:extLst>
          </p:cNvPr>
          <p:cNvCxnSpPr>
            <a:cxnSpLocks/>
          </p:cNvCxnSpPr>
          <p:nvPr/>
        </p:nvCxnSpPr>
        <p:spPr>
          <a:xfrm flipV="1">
            <a:off x="1043608" y="4221088"/>
            <a:ext cx="1080120" cy="540060"/>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84154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uppieren 45">
            <a:extLst>
              <a:ext uri="{FF2B5EF4-FFF2-40B4-BE49-F238E27FC236}">
                <a16:creationId xmlns:a16="http://schemas.microsoft.com/office/drawing/2014/main" id="{561A41B8-4C3D-484C-A3BB-CDC199309561}"/>
              </a:ext>
            </a:extLst>
          </p:cNvPr>
          <p:cNvGrpSpPr/>
          <p:nvPr/>
        </p:nvGrpSpPr>
        <p:grpSpPr>
          <a:xfrm>
            <a:off x="1044000" y="1340768"/>
            <a:ext cx="5040168" cy="3960232"/>
            <a:chOff x="1044000" y="1340768"/>
            <a:chExt cx="5040168" cy="3960232"/>
          </a:xfrm>
        </p:grpSpPr>
        <p:cxnSp>
          <p:nvCxnSpPr>
            <p:cNvPr id="5" name="Gerader Verbinder 4">
              <a:extLst>
                <a:ext uri="{FF2B5EF4-FFF2-40B4-BE49-F238E27FC236}">
                  <a16:creationId xmlns:a16="http://schemas.microsoft.com/office/drawing/2014/main" id="{54CB7624-2F58-4981-B5A7-3EC232787C2E}"/>
                </a:ext>
              </a:extLst>
            </p:cNvPr>
            <p:cNvCxnSpPr/>
            <p:nvPr/>
          </p:nvCxnSpPr>
          <p:spPr>
            <a:xfrm>
              <a:off x="104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C6CDA198-73AC-480F-9BAD-B834CF81C1DC}"/>
                </a:ext>
              </a:extLst>
            </p:cNvPr>
            <p:cNvCxnSpPr/>
            <p:nvPr/>
          </p:nvCxnSpPr>
          <p:spPr>
            <a:xfrm>
              <a:off x="140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AC809CBE-B87E-44CB-9EDC-A6369E6413DE}"/>
                </a:ext>
              </a:extLst>
            </p:cNvPr>
            <p:cNvCxnSpPr/>
            <p:nvPr/>
          </p:nvCxnSpPr>
          <p:spPr>
            <a:xfrm>
              <a:off x="1764000" y="1341000"/>
              <a:ext cx="0" cy="39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6ED5463B-7EC7-456A-A38D-914C40EB152F}"/>
                </a:ext>
              </a:extLst>
            </p:cNvPr>
            <p:cNvCxnSpPr/>
            <p:nvPr/>
          </p:nvCxnSpPr>
          <p:spPr>
            <a:xfrm>
              <a:off x="212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3E0BB2CC-CED8-4A30-A0A8-31B9B34370D7}"/>
                </a:ext>
              </a:extLst>
            </p:cNvPr>
            <p:cNvCxnSpPr/>
            <p:nvPr/>
          </p:nvCxnSpPr>
          <p:spPr>
            <a:xfrm>
              <a:off x="248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E50B7075-1FAE-4235-B4B5-86249E6A7109}"/>
                </a:ext>
              </a:extLst>
            </p:cNvPr>
            <p:cNvCxnSpPr/>
            <p:nvPr/>
          </p:nvCxnSpPr>
          <p:spPr>
            <a:xfrm>
              <a:off x="284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D34984D6-F955-412A-BF25-9664866E1156}"/>
                </a:ext>
              </a:extLst>
            </p:cNvPr>
            <p:cNvCxnSpPr/>
            <p:nvPr/>
          </p:nvCxnSpPr>
          <p:spPr>
            <a:xfrm>
              <a:off x="320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D324226C-3FEB-404C-B3BA-C8BA28B34722}"/>
                </a:ext>
              </a:extLst>
            </p:cNvPr>
            <p:cNvCxnSpPr/>
            <p:nvPr/>
          </p:nvCxnSpPr>
          <p:spPr>
            <a:xfrm>
              <a:off x="356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F230A98A-6590-48EA-8538-D92F4C2DAC9A}"/>
                </a:ext>
              </a:extLst>
            </p:cNvPr>
            <p:cNvCxnSpPr/>
            <p:nvPr/>
          </p:nvCxnSpPr>
          <p:spPr>
            <a:xfrm>
              <a:off x="392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175B8E21-E2CA-41A8-923C-4130ABF14E63}"/>
                </a:ext>
              </a:extLst>
            </p:cNvPr>
            <p:cNvCxnSpPr/>
            <p:nvPr/>
          </p:nvCxnSpPr>
          <p:spPr>
            <a:xfrm>
              <a:off x="428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90D98F26-E043-44DB-8220-484C04F8DA67}"/>
                </a:ext>
              </a:extLst>
            </p:cNvPr>
            <p:cNvCxnSpPr/>
            <p:nvPr/>
          </p:nvCxnSpPr>
          <p:spPr>
            <a:xfrm>
              <a:off x="464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2C0198F0-91CC-413E-B017-8C0B076CDF93}"/>
                </a:ext>
              </a:extLst>
            </p:cNvPr>
            <p:cNvCxnSpPr>
              <a:cxnSpLocks/>
            </p:cNvCxnSpPr>
            <p:nvPr/>
          </p:nvCxnSpPr>
          <p:spPr>
            <a:xfrm flipH="1">
              <a:off x="1044000" y="1341000"/>
              <a:ext cx="504016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0862E6CA-B0A2-4A54-978E-B5A8D7273369}"/>
                </a:ext>
              </a:extLst>
            </p:cNvPr>
            <p:cNvCxnSpPr>
              <a:cxnSpLocks/>
            </p:cNvCxnSpPr>
            <p:nvPr/>
          </p:nvCxnSpPr>
          <p:spPr>
            <a:xfrm rot="5400000">
              <a:off x="3564084" y="-819084"/>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A67BF3DE-0377-45D0-82FC-E940AD9AC456}"/>
                </a:ext>
              </a:extLst>
            </p:cNvPr>
            <p:cNvCxnSpPr>
              <a:cxnSpLocks/>
            </p:cNvCxnSpPr>
            <p:nvPr/>
          </p:nvCxnSpPr>
          <p:spPr>
            <a:xfrm rot="5400000">
              <a:off x="3564084" y="-459084"/>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15D9C01C-9001-4CE7-A450-D7B4B6427A69}"/>
                </a:ext>
              </a:extLst>
            </p:cNvPr>
            <p:cNvCxnSpPr>
              <a:cxnSpLocks/>
            </p:cNvCxnSpPr>
            <p:nvPr/>
          </p:nvCxnSpPr>
          <p:spPr>
            <a:xfrm rot="5400000">
              <a:off x="3564084" y="-99084"/>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FB9F17B-441A-4B46-9C0D-7AD5B7AE1BC4}"/>
                </a:ext>
              </a:extLst>
            </p:cNvPr>
            <p:cNvCxnSpPr>
              <a:cxnSpLocks/>
            </p:cNvCxnSpPr>
            <p:nvPr/>
          </p:nvCxnSpPr>
          <p:spPr>
            <a:xfrm rot="5400000">
              <a:off x="3564084" y="26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48B656B2-9B04-4E93-8C21-82E77CC94B4D}"/>
                </a:ext>
              </a:extLst>
            </p:cNvPr>
            <p:cNvCxnSpPr>
              <a:cxnSpLocks/>
            </p:cNvCxnSpPr>
            <p:nvPr/>
          </p:nvCxnSpPr>
          <p:spPr>
            <a:xfrm rot="5400000">
              <a:off x="3564084" y="62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D5FEBCF8-9DF6-47B5-948D-BBFD36B43896}"/>
                </a:ext>
              </a:extLst>
            </p:cNvPr>
            <p:cNvCxnSpPr>
              <a:cxnSpLocks/>
            </p:cNvCxnSpPr>
            <p:nvPr/>
          </p:nvCxnSpPr>
          <p:spPr>
            <a:xfrm rot="5400000">
              <a:off x="3564084" y="98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EA47BDE4-5BF6-4650-84E1-1C25FD1CE7D3}"/>
                </a:ext>
              </a:extLst>
            </p:cNvPr>
            <p:cNvCxnSpPr>
              <a:cxnSpLocks/>
            </p:cNvCxnSpPr>
            <p:nvPr/>
          </p:nvCxnSpPr>
          <p:spPr>
            <a:xfrm rot="5400000">
              <a:off x="3564084" y="134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0F2822EA-EBFB-40A4-AEED-90BF99719476}"/>
                </a:ext>
              </a:extLst>
            </p:cNvPr>
            <p:cNvCxnSpPr>
              <a:cxnSpLocks/>
            </p:cNvCxnSpPr>
            <p:nvPr/>
          </p:nvCxnSpPr>
          <p:spPr>
            <a:xfrm rot="5400000">
              <a:off x="3564084" y="170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5E26A64D-AD42-4BD1-883F-CBDFEB3281F7}"/>
                </a:ext>
              </a:extLst>
            </p:cNvPr>
            <p:cNvCxnSpPr>
              <a:cxnSpLocks/>
            </p:cNvCxnSpPr>
            <p:nvPr/>
          </p:nvCxnSpPr>
          <p:spPr>
            <a:xfrm rot="5400000">
              <a:off x="3564084" y="2060916"/>
              <a:ext cx="0" cy="50401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31642318-684D-4D14-8560-2A61993E5DA9}"/>
                </a:ext>
              </a:extLst>
            </p:cNvPr>
            <p:cNvCxnSpPr>
              <a:cxnSpLocks/>
            </p:cNvCxnSpPr>
            <p:nvPr/>
          </p:nvCxnSpPr>
          <p:spPr>
            <a:xfrm rot="5400000">
              <a:off x="3564084" y="242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9718D7F0-B667-4798-B4D4-8D764B6C33DC}"/>
                </a:ext>
              </a:extLst>
            </p:cNvPr>
            <p:cNvCxnSpPr>
              <a:cxnSpLocks/>
            </p:cNvCxnSpPr>
            <p:nvPr/>
          </p:nvCxnSpPr>
          <p:spPr>
            <a:xfrm rot="5400000">
              <a:off x="3564084" y="278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B338C98D-BF14-494A-94CB-E6CE95C1DEBA}"/>
                </a:ext>
              </a:extLst>
            </p:cNvPr>
            <p:cNvCxnSpPr/>
            <p:nvPr/>
          </p:nvCxnSpPr>
          <p:spPr>
            <a:xfrm>
              <a:off x="500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E8CBFC61-39D6-4967-A1A1-7D01AEE5BC94}"/>
                </a:ext>
              </a:extLst>
            </p:cNvPr>
            <p:cNvCxnSpPr/>
            <p:nvPr/>
          </p:nvCxnSpPr>
          <p:spPr>
            <a:xfrm>
              <a:off x="536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CE575859-34A6-49FA-A782-217BEDDCFF69}"/>
                </a:ext>
              </a:extLst>
            </p:cNvPr>
            <p:cNvCxnSpPr/>
            <p:nvPr/>
          </p:nvCxnSpPr>
          <p:spPr>
            <a:xfrm>
              <a:off x="572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29D9F375-A178-435A-8CDD-4CDD2A927411}"/>
                </a:ext>
              </a:extLst>
            </p:cNvPr>
            <p:cNvCxnSpPr/>
            <p:nvPr/>
          </p:nvCxnSpPr>
          <p:spPr>
            <a:xfrm>
              <a:off x="608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44" name="Gruppieren 43">
            <a:extLst>
              <a:ext uri="{FF2B5EF4-FFF2-40B4-BE49-F238E27FC236}">
                <a16:creationId xmlns:a16="http://schemas.microsoft.com/office/drawing/2014/main" id="{A3096F0E-9205-4799-AAE3-4CD5CC35756C}"/>
              </a:ext>
            </a:extLst>
          </p:cNvPr>
          <p:cNvGrpSpPr/>
          <p:nvPr/>
        </p:nvGrpSpPr>
        <p:grpSpPr>
          <a:xfrm>
            <a:off x="1547968" y="1701000"/>
            <a:ext cx="4536032" cy="3168000"/>
            <a:chOff x="1547968" y="1701000"/>
            <a:chExt cx="4536032" cy="3168000"/>
          </a:xfrm>
        </p:grpSpPr>
        <p:sp>
          <p:nvSpPr>
            <p:cNvPr id="45" name="Rechteck 44">
              <a:extLst>
                <a:ext uri="{FF2B5EF4-FFF2-40B4-BE49-F238E27FC236}">
                  <a16:creationId xmlns:a16="http://schemas.microsoft.com/office/drawing/2014/main" id="{3F7046BB-EB64-42FE-B4BA-F0A31CDD5655}"/>
                </a:ext>
              </a:extLst>
            </p:cNvPr>
            <p:cNvSpPr/>
            <p:nvPr/>
          </p:nvSpPr>
          <p:spPr>
            <a:xfrm>
              <a:off x="226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2</a:t>
              </a:r>
            </a:p>
          </p:txBody>
        </p:sp>
        <p:sp>
          <p:nvSpPr>
            <p:cNvPr id="50" name="Rechteck 49">
              <a:extLst>
                <a:ext uri="{FF2B5EF4-FFF2-40B4-BE49-F238E27FC236}">
                  <a16:creationId xmlns:a16="http://schemas.microsoft.com/office/drawing/2014/main" id="{02C2745A-17FA-4C6C-BA69-16F26D1BF2E1}"/>
                </a:ext>
              </a:extLst>
            </p:cNvPr>
            <p:cNvSpPr/>
            <p:nvPr/>
          </p:nvSpPr>
          <p:spPr>
            <a:xfrm>
              <a:off x="298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4</a:t>
              </a:r>
            </a:p>
          </p:txBody>
        </p:sp>
        <p:sp>
          <p:nvSpPr>
            <p:cNvPr id="52" name="Rechteck 51">
              <a:extLst>
                <a:ext uri="{FF2B5EF4-FFF2-40B4-BE49-F238E27FC236}">
                  <a16:creationId xmlns:a16="http://schemas.microsoft.com/office/drawing/2014/main" id="{C535042E-6DF9-4D3F-88D3-2440702BDC97}"/>
                </a:ext>
              </a:extLst>
            </p:cNvPr>
            <p:cNvSpPr/>
            <p:nvPr/>
          </p:nvSpPr>
          <p:spPr>
            <a:xfrm>
              <a:off x="370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6</a:t>
              </a:r>
            </a:p>
          </p:txBody>
        </p:sp>
        <p:sp>
          <p:nvSpPr>
            <p:cNvPr id="53" name="Rechteck 52">
              <a:extLst>
                <a:ext uri="{FF2B5EF4-FFF2-40B4-BE49-F238E27FC236}">
                  <a16:creationId xmlns:a16="http://schemas.microsoft.com/office/drawing/2014/main" id="{75BCB395-016C-45A3-9987-08D4D778C269}"/>
                </a:ext>
              </a:extLst>
            </p:cNvPr>
            <p:cNvSpPr/>
            <p:nvPr/>
          </p:nvSpPr>
          <p:spPr>
            <a:xfrm>
              <a:off x="442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8</a:t>
              </a:r>
            </a:p>
          </p:txBody>
        </p:sp>
        <p:sp>
          <p:nvSpPr>
            <p:cNvPr id="54" name="Rechteck 53">
              <a:extLst>
                <a:ext uri="{FF2B5EF4-FFF2-40B4-BE49-F238E27FC236}">
                  <a16:creationId xmlns:a16="http://schemas.microsoft.com/office/drawing/2014/main" id="{55C56205-5E82-4193-85BC-E431CDD4DBBA}"/>
                </a:ext>
              </a:extLst>
            </p:cNvPr>
            <p:cNvSpPr/>
            <p:nvPr/>
          </p:nvSpPr>
          <p:spPr>
            <a:xfrm>
              <a:off x="514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10</a:t>
              </a:r>
            </a:p>
          </p:txBody>
        </p:sp>
        <p:sp>
          <p:nvSpPr>
            <p:cNvPr id="55" name="Rechteck 54">
              <a:extLst>
                <a:ext uri="{FF2B5EF4-FFF2-40B4-BE49-F238E27FC236}">
                  <a16:creationId xmlns:a16="http://schemas.microsoft.com/office/drawing/2014/main" id="{12DD20FA-5709-44FC-8D03-0A5A2C64FD69}"/>
                </a:ext>
              </a:extLst>
            </p:cNvPr>
            <p:cNvSpPr/>
            <p:nvPr/>
          </p:nvSpPr>
          <p:spPr>
            <a:xfrm>
              <a:off x="586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12</a:t>
              </a:r>
            </a:p>
          </p:txBody>
        </p:sp>
        <p:sp>
          <p:nvSpPr>
            <p:cNvPr id="57" name="Rechteck 56">
              <a:extLst>
                <a:ext uri="{FF2B5EF4-FFF2-40B4-BE49-F238E27FC236}">
                  <a16:creationId xmlns:a16="http://schemas.microsoft.com/office/drawing/2014/main" id="{DD9191FC-1EEF-481A-A44F-A2309A28BA18}"/>
                </a:ext>
              </a:extLst>
            </p:cNvPr>
            <p:cNvSpPr/>
            <p:nvPr/>
          </p:nvSpPr>
          <p:spPr>
            <a:xfrm>
              <a:off x="1548000"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0</a:t>
              </a:r>
            </a:p>
          </p:txBody>
        </p:sp>
        <p:sp>
          <p:nvSpPr>
            <p:cNvPr id="59" name="Rechteck 58">
              <a:extLst>
                <a:ext uri="{FF2B5EF4-FFF2-40B4-BE49-F238E27FC236}">
                  <a16:creationId xmlns:a16="http://schemas.microsoft.com/office/drawing/2014/main" id="{26C5AF14-7172-4BB0-A49E-A03B0C1B6AEB}"/>
                </a:ext>
              </a:extLst>
            </p:cNvPr>
            <p:cNvSpPr/>
            <p:nvPr/>
          </p:nvSpPr>
          <p:spPr>
            <a:xfrm>
              <a:off x="1547968" y="386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2</a:t>
              </a:r>
            </a:p>
          </p:txBody>
        </p:sp>
        <p:sp>
          <p:nvSpPr>
            <p:cNvPr id="61" name="Rechteck 60">
              <a:extLst>
                <a:ext uri="{FF2B5EF4-FFF2-40B4-BE49-F238E27FC236}">
                  <a16:creationId xmlns:a16="http://schemas.microsoft.com/office/drawing/2014/main" id="{5223B715-AA52-49F1-9D1D-09ABC9D3FA8A}"/>
                </a:ext>
              </a:extLst>
            </p:cNvPr>
            <p:cNvSpPr/>
            <p:nvPr/>
          </p:nvSpPr>
          <p:spPr>
            <a:xfrm>
              <a:off x="1547968" y="314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4</a:t>
              </a:r>
            </a:p>
          </p:txBody>
        </p:sp>
        <p:sp>
          <p:nvSpPr>
            <p:cNvPr id="63" name="Rechteck 62">
              <a:extLst>
                <a:ext uri="{FF2B5EF4-FFF2-40B4-BE49-F238E27FC236}">
                  <a16:creationId xmlns:a16="http://schemas.microsoft.com/office/drawing/2014/main" id="{77FE510D-0B52-44FB-B0FB-7CD0BD3780CB}"/>
                </a:ext>
              </a:extLst>
            </p:cNvPr>
            <p:cNvSpPr/>
            <p:nvPr/>
          </p:nvSpPr>
          <p:spPr>
            <a:xfrm>
              <a:off x="1547968" y="242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6</a:t>
              </a:r>
            </a:p>
          </p:txBody>
        </p:sp>
        <p:sp>
          <p:nvSpPr>
            <p:cNvPr id="65" name="Rechteck 64">
              <a:extLst>
                <a:ext uri="{FF2B5EF4-FFF2-40B4-BE49-F238E27FC236}">
                  <a16:creationId xmlns:a16="http://schemas.microsoft.com/office/drawing/2014/main" id="{F97BCEE2-18A8-4AD5-9AF7-FCF46E6D13B6}"/>
                </a:ext>
              </a:extLst>
            </p:cNvPr>
            <p:cNvSpPr/>
            <p:nvPr/>
          </p:nvSpPr>
          <p:spPr>
            <a:xfrm>
              <a:off x="1547968" y="170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000">
                  <a:solidFill>
                    <a:schemeClr val="tx1"/>
                  </a:solidFill>
                </a:rPr>
                <a:t>8</a:t>
              </a:r>
            </a:p>
          </p:txBody>
        </p:sp>
      </p:grpSp>
      <p:sp>
        <p:nvSpPr>
          <p:cNvPr id="2" name="Titel 1"/>
          <p:cNvSpPr>
            <a:spLocks noGrp="1"/>
          </p:cNvSpPr>
          <p:nvPr>
            <p:ph type="title"/>
          </p:nvPr>
        </p:nvSpPr>
        <p:spPr/>
        <p:txBody>
          <a:bodyPr/>
          <a:lstStyle/>
          <a:p>
            <a:r>
              <a:rPr lang="en-US"/>
              <a:t>Interpolation Function - Linear</a:t>
            </a:r>
          </a:p>
        </p:txBody>
      </p:sp>
      <p:sp>
        <p:nvSpPr>
          <p:cNvPr id="3" name="Textplatzhalter 2"/>
          <p:cNvSpPr>
            <a:spLocks noGrp="1"/>
          </p:cNvSpPr>
          <p:nvPr>
            <p:ph type="body" sz="quarter" idx="16"/>
          </p:nvPr>
        </p:nvSpPr>
        <p:spPr/>
        <p:txBody>
          <a:bodyPr/>
          <a:lstStyle/>
          <a:p>
            <a:endParaRPr lang="en-US"/>
          </a:p>
        </p:txBody>
      </p:sp>
      <p:sp>
        <p:nvSpPr>
          <p:cNvPr id="39" name="Ellipse 38">
            <a:extLst>
              <a:ext uri="{FF2B5EF4-FFF2-40B4-BE49-F238E27FC236}">
                <a16:creationId xmlns:a16="http://schemas.microsoft.com/office/drawing/2014/main" id="{BD88BD26-9141-42E7-AAC2-095938B64312}"/>
              </a:ext>
            </a:extLst>
          </p:cNvPr>
          <p:cNvSpPr/>
          <p:nvPr/>
        </p:nvSpPr>
        <p:spPr>
          <a:xfrm>
            <a:off x="2087724" y="418508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47" name="Ellipse 46">
            <a:extLst>
              <a:ext uri="{FF2B5EF4-FFF2-40B4-BE49-F238E27FC236}">
                <a16:creationId xmlns:a16="http://schemas.microsoft.com/office/drawing/2014/main" id="{58DF80AA-E89F-4670-9C02-ECEB5F34AD6A}"/>
              </a:ext>
            </a:extLst>
          </p:cNvPr>
          <p:cNvSpPr/>
          <p:nvPr/>
        </p:nvSpPr>
        <p:spPr>
          <a:xfrm>
            <a:off x="2807804" y="346500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48" name="Ellipse 47">
            <a:extLst>
              <a:ext uri="{FF2B5EF4-FFF2-40B4-BE49-F238E27FC236}">
                <a16:creationId xmlns:a16="http://schemas.microsoft.com/office/drawing/2014/main" id="{D4157829-1C51-498D-B7F4-7B0087465E37}"/>
              </a:ext>
            </a:extLst>
          </p:cNvPr>
          <p:cNvSpPr/>
          <p:nvPr/>
        </p:nvSpPr>
        <p:spPr>
          <a:xfrm>
            <a:off x="3167844" y="274492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49" name="Ellipse 48">
            <a:extLst>
              <a:ext uri="{FF2B5EF4-FFF2-40B4-BE49-F238E27FC236}">
                <a16:creationId xmlns:a16="http://schemas.microsoft.com/office/drawing/2014/main" id="{C11B6F65-BE75-438D-95B9-5D357132B223}"/>
              </a:ext>
            </a:extLst>
          </p:cNvPr>
          <p:cNvSpPr/>
          <p:nvPr/>
        </p:nvSpPr>
        <p:spPr>
          <a:xfrm>
            <a:off x="4247964" y="382504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cxnSp>
        <p:nvCxnSpPr>
          <p:cNvPr id="51" name="Gerader Verbinder 50">
            <a:extLst>
              <a:ext uri="{FF2B5EF4-FFF2-40B4-BE49-F238E27FC236}">
                <a16:creationId xmlns:a16="http://schemas.microsoft.com/office/drawing/2014/main" id="{7BF8F427-A243-4FDA-BA14-DFFF1FE27D8C}"/>
              </a:ext>
            </a:extLst>
          </p:cNvPr>
          <p:cNvCxnSpPr>
            <a:cxnSpLocks/>
          </p:cNvCxnSpPr>
          <p:nvPr/>
        </p:nvCxnSpPr>
        <p:spPr>
          <a:xfrm flipV="1">
            <a:off x="2123728" y="3501008"/>
            <a:ext cx="720080" cy="7200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94DC15D8-5FCA-4EAC-BB34-BE01A2E60600}"/>
              </a:ext>
            </a:extLst>
          </p:cNvPr>
          <p:cNvCxnSpPr>
            <a:cxnSpLocks/>
          </p:cNvCxnSpPr>
          <p:nvPr/>
        </p:nvCxnSpPr>
        <p:spPr>
          <a:xfrm flipV="1">
            <a:off x="2843808" y="2780928"/>
            <a:ext cx="360040" cy="7200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Gerader Verbinder 57">
            <a:extLst>
              <a:ext uri="{FF2B5EF4-FFF2-40B4-BE49-F238E27FC236}">
                <a16:creationId xmlns:a16="http://schemas.microsoft.com/office/drawing/2014/main" id="{3832DE44-C26E-403B-AEB2-26675C0B4928}"/>
              </a:ext>
            </a:extLst>
          </p:cNvPr>
          <p:cNvCxnSpPr>
            <a:cxnSpLocks/>
          </p:cNvCxnSpPr>
          <p:nvPr/>
        </p:nvCxnSpPr>
        <p:spPr>
          <a:xfrm>
            <a:off x="3203848" y="2780928"/>
            <a:ext cx="1080120" cy="10801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39948292-0D93-4359-A3CF-6CD10134CE10}"/>
              </a:ext>
            </a:extLst>
          </p:cNvPr>
          <p:cNvCxnSpPr>
            <a:cxnSpLocks/>
          </p:cNvCxnSpPr>
          <p:nvPr/>
        </p:nvCxnSpPr>
        <p:spPr>
          <a:xfrm>
            <a:off x="1043608" y="4221088"/>
            <a:ext cx="1080120" cy="0"/>
          </a:xfrm>
          <a:prstGeom prst="line">
            <a:avLst/>
          </a:prstGeom>
          <a:ln w="19050">
            <a:solidFill>
              <a:srgbClr val="CC00CC"/>
            </a:solidFill>
            <a:prstDash val="dash"/>
          </a:ln>
        </p:spPr>
        <p:style>
          <a:lnRef idx="1">
            <a:schemeClr val="accent1"/>
          </a:lnRef>
          <a:fillRef idx="0">
            <a:schemeClr val="accent1"/>
          </a:fillRef>
          <a:effectRef idx="0">
            <a:schemeClr val="accent1"/>
          </a:effectRef>
          <a:fontRef idx="minor">
            <a:schemeClr val="tx1"/>
          </a:fontRef>
        </p:style>
      </p:cxnSp>
      <p:cxnSp>
        <p:nvCxnSpPr>
          <p:cNvPr id="62" name="Gerader Verbinder 61">
            <a:extLst>
              <a:ext uri="{FF2B5EF4-FFF2-40B4-BE49-F238E27FC236}">
                <a16:creationId xmlns:a16="http://schemas.microsoft.com/office/drawing/2014/main" id="{989DBEF1-3319-48DA-B60C-6CB32EFA89DF}"/>
              </a:ext>
            </a:extLst>
          </p:cNvPr>
          <p:cNvCxnSpPr>
            <a:cxnSpLocks/>
          </p:cNvCxnSpPr>
          <p:nvPr/>
        </p:nvCxnSpPr>
        <p:spPr>
          <a:xfrm flipV="1">
            <a:off x="1043608" y="4221088"/>
            <a:ext cx="1080120" cy="108012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F2888D6E-BB1A-492D-84B0-644B3B458ECE}"/>
              </a:ext>
            </a:extLst>
          </p:cNvPr>
          <p:cNvCxnSpPr>
            <a:cxnSpLocks/>
          </p:cNvCxnSpPr>
          <p:nvPr/>
        </p:nvCxnSpPr>
        <p:spPr>
          <a:xfrm flipH="1" flipV="1">
            <a:off x="4283968" y="3861048"/>
            <a:ext cx="1440160" cy="144016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4" name="Gerader Verbinder 93">
            <a:extLst>
              <a:ext uri="{FF2B5EF4-FFF2-40B4-BE49-F238E27FC236}">
                <a16:creationId xmlns:a16="http://schemas.microsoft.com/office/drawing/2014/main" id="{B956D65D-E988-4516-A2C0-05D24FDBB706}"/>
              </a:ext>
            </a:extLst>
          </p:cNvPr>
          <p:cNvCxnSpPr>
            <a:cxnSpLocks/>
          </p:cNvCxnSpPr>
          <p:nvPr/>
        </p:nvCxnSpPr>
        <p:spPr>
          <a:xfrm>
            <a:off x="4283968" y="3861048"/>
            <a:ext cx="1800200" cy="0"/>
          </a:xfrm>
          <a:prstGeom prst="line">
            <a:avLst/>
          </a:prstGeom>
          <a:ln w="19050">
            <a:solidFill>
              <a:srgbClr val="CC00CC"/>
            </a:solidFill>
            <a:prstDash val="dash"/>
          </a:ln>
        </p:spPr>
        <p:style>
          <a:lnRef idx="1">
            <a:schemeClr val="accent1"/>
          </a:lnRef>
          <a:fillRef idx="0">
            <a:schemeClr val="accent1"/>
          </a:fillRef>
          <a:effectRef idx="0">
            <a:schemeClr val="accent1"/>
          </a:effectRef>
          <a:fontRef idx="minor">
            <a:schemeClr val="tx1"/>
          </a:fontRef>
        </p:style>
      </p:cxnSp>
      <p:sp>
        <p:nvSpPr>
          <p:cNvPr id="66" name="Ellipse 65">
            <a:extLst>
              <a:ext uri="{FF2B5EF4-FFF2-40B4-BE49-F238E27FC236}">
                <a16:creationId xmlns:a16="http://schemas.microsoft.com/office/drawing/2014/main" id="{8DB8D080-1E72-480E-AC0C-CAD56F8EAF84}"/>
              </a:ext>
            </a:extLst>
          </p:cNvPr>
          <p:cNvSpPr/>
          <p:nvPr/>
        </p:nvSpPr>
        <p:spPr>
          <a:xfrm>
            <a:off x="2411760" y="378904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67" name="Ellipse 66">
            <a:extLst>
              <a:ext uri="{FF2B5EF4-FFF2-40B4-BE49-F238E27FC236}">
                <a16:creationId xmlns:a16="http://schemas.microsoft.com/office/drawing/2014/main" id="{C3D11BCF-7E63-41A5-BE46-607F6F7D550A}"/>
              </a:ext>
            </a:extLst>
          </p:cNvPr>
          <p:cNvSpPr/>
          <p:nvPr/>
        </p:nvSpPr>
        <p:spPr>
          <a:xfrm>
            <a:off x="3671900" y="3248996"/>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68" name="Ellipse 67">
            <a:extLst>
              <a:ext uri="{FF2B5EF4-FFF2-40B4-BE49-F238E27FC236}">
                <a16:creationId xmlns:a16="http://schemas.microsoft.com/office/drawing/2014/main" id="{8870627A-DC28-4A46-81C0-C41AA0DBF2FA}"/>
              </a:ext>
            </a:extLst>
          </p:cNvPr>
          <p:cNvSpPr/>
          <p:nvPr/>
        </p:nvSpPr>
        <p:spPr>
          <a:xfrm>
            <a:off x="3851920" y="342900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69" name="Ellipse 68">
            <a:extLst>
              <a:ext uri="{FF2B5EF4-FFF2-40B4-BE49-F238E27FC236}">
                <a16:creationId xmlns:a16="http://schemas.microsoft.com/office/drawing/2014/main" id="{A64E9A48-B551-46CD-86D7-5529B97D2125}"/>
              </a:ext>
            </a:extLst>
          </p:cNvPr>
          <p:cNvSpPr/>
          <p:nvPr/>
        </p:nvSpPr>
        <p:spPr>
          <a:xfrm>
            <a:off x="4572000" y="414908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70" name="Ellipse 69">
            <a:extLst>
              <a:ext uri="{FF2B5EF4-FFF2-40B4-BE49-F238E27FC236}">
                <a16:creationId xmlns:a16="http://schemas.microsoft.com/office/drawing/2014/main" id="{2F6321F8-7350-41EE-A854-23AB45519EA0}"/>
              </a:ext>
            </a:extLst>
          </p:cNvPr>
          <p:cNvSpPr/>
          <p:nvPr/>
        </p:nvSpPr>
        <p:spPr>
          <a:xfrm>
            <a:off x="4572000" y="378904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71" name="Rechteck 70">
            <a:extLst>
              <a:ext uri="{FF2B5EF4-FFF2-40B4-BE49-F238E27FC236}">
                <a16:creationId xmlns:a16="http://schemas.microsoft.com/office/drawing/2014/main" id="{F613AE0A-78C5-40FA-8FB9-87BF116C5836}"/>
              </a:ext>
            </a:extLst>
          </p:cNvPr>
          <p:cNvSpPr/>
          <p:nvPr/>
        </p:nvSpPr>
        <p:spPr>
          <a:xfrm>
            <a:off x="2267744" y="3573016"/>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200" b="1">
                <a:solidFill>
                  <a:srgbClr val="0000FF"/>
                </a:solidFill>
              </a:rPr>
              <a:t>A</a:t>
            </a:r>
            <a:endParaRPr lang="en-US" sz="1000" b="1">
              <a:solidFill>
                <a:srgbClr val="0000FF"/>
              </a:solidFill>
            </a:endParaRPr>
          </a:p>
        </p:txBody>
      </p:sp>
      <p:sp>
        <p:nvSpPr>
          <p:cNvPr id="72" name="Rechteck 71">
            <a:extLst>
              <a:ext uri="{FF2B5EF4-FFF2-40B4-BE49-F238E27FC236}">
                <a16:creationId xmlns:a16="http://schemas.microsoft.com/office/drawing/2014/main" id="{2E8634B4-9E07-4C4D-AD89-567F02A5D9B2}"/>
              </a:ext>
            </a:extLst>
          </p:cNvPr>
          <p:cNvSpPr/>
          <p:nvPr/>
        </p:nvSpPr>
        <p:spPr>
          <a:xfrm>
            <a:off x="3635896" y="2924944"/>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200" b="1">
                <a:solidFill>
                  <a:srgbClr val="0000FF"/>
                </a:solidFill>
              </a:rPr>
              <a:t>B</a:t>
            </a:r>
            <a:endParaRPr lang="en-US" sz="1000" b="1">
              <a:solidFill>
                <a:srgbClr val="0000FF"/>
              </a:solidFill>
            </a:endParaRPr>
          </a:p>
        </p:txBody>
      </p:sp>
      <p:sp>
        <p:nvSpPr>
          <p:cNvPr id="73" name="Rechteck 72">
            <a:extLst>
              <a:ext uri="{FF2B5EF4-FFF2-40B4-BE49-F238E27FC236}">
                <a16:creationId xmlns:a16="http://schemas.microsoft.com/office/drawing/2014/main" id="{997537B9-6FF9-4949-874E-4A61A34A7E12}"/>
              </a:ext>
            </a:extLst>
          </p:cNvPr>
          <p:cNvSpPr/>
          <p:nvPr/>
        </p:nvSpPr>
        <p:spPr>
          <a:xfrm>
            <a:off x="3959932" y="3212976"/>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200" b="1">
                <a:solidFill>
                  <a:srgbClr val="0000FF"/>
                </a:solidFill>
              </a:rPr>
              <a:t>C</a:t>
            </a:r>
            <a:endParaRPr lang="en-US" sz="1000" b="1">
              <a:solidFill>
                <a:srgbClr val="0000FF"/>
              </a:solidFill>
            </a:endParaRPr>
          </a:p>
        </p:txBody>
      </p:sp>
      <p:sp>
        <p:nvSpPr>
          <p:cNvPr id="74" name="Rechteck 73">
            <a:extLst>
              <a:ext uri="{FF2B5EF4-FFF2-40B4-BE49-F238E27FC236}">
                <a16:creationId xmlns:a16="http://schemas.microsoft.com/office/drawing/2014/main" id="{F9BBA55C-AD22-4C04-91BA-7CFD8951B9FE}"/>
              </a:ext>
            </a:extLst>
          </p:cNvPr>
          <p:cNvSpPr/>
          <p:nvPr/>
        </p:nvSpPr>
        <p:spPr>
          <a:xfrm>
            <a:off x="4644000" y="3537012"/>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200" b="1">
                <a:solidFill>
                  <a:srgbClr val="0000FF"/>
                </a:solidFill>
              </a:rPr>
              <a:t>D</a:t>
            </a:r>
            <a:endParaRPr lang="en-US" sz="1000" b="1">
              <a:solidFill>
                <a:srgbClr val="0000FF"/>
              </a:solidFill>
            </a:endParaRPr>
          </a:p>
        </p:txBody>
      </p:sp>
      <p:sp>
        <p:nvSpPr>
          <p:cNvPr id="75" name="Rechteck 74">
            <a:extLst>
              <a:ext uri="{FF2B5EF4-FFF2-40B4-BE49-F238E27FC236}">
                <a16:creationId xmlns:a16="http://schemas.microsoft.com/office/drawing/2014/main" id="{4D34F233-EDC9-44BA-9CBE-791D7EF3B480}"/>
              </a:ext>
            </a:extLst>
          </p:cNvPr>
          <p:cNvSpPr/>
          <p:nvPr/>
        </p:nvSpPr>
        <p:spPr>
          <a:xfrm>
            <a:off x="4824020" y="4185084"/>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200" b="1">
                <a:solidFill>
                  <a:srgbClr val="0000FF"/>
                </a:solidFill>
              </a:rPr>
              <a:t>D''</a:t>
            </a:r>
            <a:endParaRPr lang="en-US" sz="1000" b="1">
              <a:solidFill>
                <a:srgbClr val="0000FF"/>
              </a:solidFill>
            </a:endParaRPr>
          </a:p>
        </p:txBody>
      </p:sp>
      <p:cxnSp>
        <p:nvCxnSpPr>
          <p:cNvPr id="76" name="Gerader Verbinder 75">
            <a:extLst>
              <a:ext uri="{FF2B5EF4-FFF2-40B4-BE49-F238E27FC236}">
                <a16:creationId xmlns:a16="http://schemas.microsoft.com/office/drawing/2014/main" id="{4DA27D43-AA71-493D-87E5-C2E1B08AC040}"/>
              </a:ext>
            </a:extLst>
          </p:cNvPr>
          <p:cNvCxnSpPr>
            <a:cxnSpLocks/>
          </p:cNvCxnSpPr>
          <p:nvPr/>
        </p:nvCxnSpPr>
        <p:spPr>
          <a:xfrm>
            <a:off x="4283968" y="3861048"/>
            <a:ext cx="1800200" cy="900100"/>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77" name="Ellipse 76">
            <a:extLst>
              <a:ext uri="{FF2B5EF4-FFF2-40B4-BE49-F238E27FC236}">
                <a16:creationId xmlns:a16="http://schemas.microsoft.com/office/drawing/2014/main" id="{ABF08D94-3259-4D00-B0C4-21654CDDD267}"/>
              </a:ext>
            </a:extLst>
          </p:cNvPr>
          <p:cNvSpPr/>
          <p:nvPr/>
        </p:nvSpPr>
        <p:spPr>
          <a:xfrm>
            <a:off x="4572000" y="396906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en-US" sz="1400">
              <a:solidFill>
                <a:schemeClr val="tx1"/>
              </a:solidFill>
            </a:endParaRPr>
          </a:p>
        </p:txBody>
      </p:sp>
      <p:sp>
        <p:nvSpPr>
          <p:cNvPr id="78" name="Rechteck 77">
            <a:extLst>
              <a:ext uri="{FF2B5EF4-FFF2-40B4-BE49-F238E27FC236}">
                <a16:creationId xmlns:a16="http://schemas.microsoft.com/office/drawing/2014/main" id="{BF1344BF-B551-4F47-9C67-DD2E84C033FB}"/>
              </a:ext>
            </a:extLst>
          </p:cNvPr>
          <p:cNvSpPr/>
          <p:nvPr/>
        </p:nvSpPr>
        <p:spPr>
          <a:xfrm>
            <a:off x="4788024" y="3933056"/>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en-US" sz="1200" b="1">
                <a:solidFill>
                  <a:srgbClr val="0000FF"/>
                </a:solidFill>
              </a:rPr>
              <a:t>D'</a:t>
            </a:r>
            <a:endParaRPr lang="en-US" sz="1000" b="1">
              <a:solidFill>
                <a:srgbClr val="0000FF"/>
              </a:solidFill>
            </a:endParaRPr>
          </a:p>
        </p:txBody>
      </p:sp>
      <p:cxnSp>
        <p:nvCxnSpPr>
          <p:cNvPr id="79" name="Gerader Verbinder 78">
            <a:extLst>
              <a:ext uri="{FF2B5EF4-FFF2-40B4-BE49-F238E27FC236}">
                <a16:creationId xmlns:a16="http://schemas.microsoft.com/office/drawing/2014/main" id="{41E5A45B-46F1-4009-95EE-5EF510875025}"/>
              </a:ext>
            </a:extLst>
          </p:cNvPr>
          <p:cNvCxnSpPr>
            <a:cxnSpLocks/>
          </p:cNvCxnSpPr>
          <p:nvPr/>
        </p:nvCxnSpPr>
        <p:spPr>
          <a:xfrm>
            <a:off x="1043608" y="3681028"/>
            <a:ext cx="1080120" cy="540060"/>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21" name="Rechteck 20">
            <a:extLst>
              <a:ext uri="{FF2B5EF4-FFF2-40B4-BE49-F238E27FC236}">
                <a16:creationId xmlns:a16="http://schemas.microsoft.com/office/drawing/2014/main" id="{71404904-029B-4765-8969-C0EDF78F87E7}"/>
              </a:ext>
            </a:extLst>
          </p:cNvPr>
          <p:cNvSpPr/>
          <p:nvPr/>
        </p:nvSpPr>
        <p:spPr>
          <a:xfrm>
            <a:off x="3851920" y="1448780"/>
            <a:ext cx="2088232" cy="79208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188000" tIns="36000" rIns="36000" bIns="36000" rtlCol="0" anchor="ctr" anchorCtr="0"/>
          <a:lstStyle/>
          <a:p>
            <a:r>
              <a:rPr lang="en-US" sz="1400" dirty="0">
                <a:solidFill>
                  <a:schemeClr val="tx1"/>
                </a:solidFill>
              </a:rPr>
              <a:t>flat</a:t>
            </a:r>
          </a:p>
          <a:p>
            <a:r>
              <a:rPr lang="en-US" sz="1400" dirty="0">
                <a:solidFill>
                  <a:schemeClr val="tx1"/>
                </a:solidFill>
              </a:rPr>
              <a:t>continue</a:t>
            </a:r>
          </a:p>
          <a:p>
            <a:r>
              <a:rPr lang="en-US" sz="1400" dirty="0">
                <a:solidFill>
                  <a:schemeClr val="tx1"/>
                </a:solidFill>
              </a:rPr>
              <a:t>slope -0.5</a:t>
            </a:r>
          </a:p>
        </p:txBody>
      </p:sp>
      <p:cxnSp>
        <p:nvCxnSpPr>
          <p:cNvPr id="80" name="Gerader Verbinder 79">
            <a:extLst>
              <a:ext uri="{FF2B5EF4-FFF2-40B4-BE49-F238E27FC236}">
                <a16:creationId xmlns:a16="http://schemas.microsoft.com/office/drawing/2014/main" id="{14A8E130-6266-4C2A-B00F-F10EAE62DB9E}"/>
              </a:ext>
            </a:extLst>
          </p:cNvPr>
          <p:cNvCxnSpPr>
            <a:cxnSpLocks/>
          </p:cNvCxnSpPr>
          <p:nvPr/>
        </p:nvCxnSpPr>
        <p:spPr>
          <a:xfrm>
            <a:off x="3959932" y="1664804"/>
            <a:ext cx="756084" cy="0"/>
          </a:xfrm>
          <a:prstGeom prst="line">
            <a:avLst/>
          </a:prstGeom>
          <a:ln w="19050">
            <a:solidFill>
              <a:srgbClr val="CC00CC"/>
            </a:solidFill>
            <a:prstDash val="dash"/>
          </a:ln>
        </p:spPr>
        <p:style>
          <a:lnRef idx="1">
            <a:schemeClr val="accent1"/>
          </a:lnRef>
          <a:fillRef idx="0">
            <a:schemeClr val="accent1"/>
          </a:fillRef>
          <a:effectRef idx="0">
            <a:schemeClr val="accent1"/>
          </a:effectRef>
          <a:fontRef idx="minor">
            <a:schemeClr val="tx1"/>
          </a:fontRef>
        </p:style>
      </p:cxnSp>
      <p:cxnSp>
        <p:nvCxnSpPr>
          <p:cNvPr id="81" name="Gerader Verbinder 80">
            <a:extLst>
              <a:ext uri="{FF2B5EF4-FFF2-40B4-BE49-F238E27FC236}">
                <a16:creationId xmlns:a16="http://schemas.microsoft.com/office/drawing/2014/main" id="{EDE8D7F8-55EF-4CD0-A004-85D0BDA0C617}"/>
              </a:ext>
            </a:extLst>
          </p:cNvPr>
          <p:cNvCxnSpPr>
            <a:cxnSpLocks/>
          </p:cNvCxnSpPr>
          <p:nvPr/>
        </p:nvCxnSpPr>
        <p:spPr>
          <a:xfrm>
            <a:off x="3959932" y="1880828"/>
            <a:ext cx="756084"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2" name="Gerader Verbinder 81">
            <a:extLst>
              <a:ext uri="{FF2B5EF4-FFF2-40B4-BE49-F238E27FC236}">
                <a16:creationId xmlns:a16="http://schemas.microsoft.com/office/drawing/2014/main" id="{375564E5-B234-4D09-B525-73A16F5DBE46}"/>
              </a:ext>
            </a:extLst>
          </p:cNvPr>
          <p:cNvCxnSpPr>
            <a:cxnSpLocks/>
          </p:cNvCxnSpPr>
          <p:nvPr/>
        </p:nvCxnSpPr>
        <p:spPr>
          <a:xfrm>
            <a:off x="3959932" y="2096852"/>
            <a:ext cx="756084" cy="0"/>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4802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uppieren 45">
            <a:extLst>
              <a:ext uri="{FF2B5EF4-FFF2-40B4-BE49-F238E27FC236}">
                <a16:creationId xmlns:a16="http://schemas.microsoft.com/office/drawing/2014/main" id="{561A41B8-4C3D-484C-A3BB-CDC199309561}"/>
              </a:ext>
            </a:extLst>
          </p:cNvPr>
          <p:cNvGrpSpPr/>
          <p:nvPr/>
        </p:nvGrpSpPr>
        <p:grpSpPr>
          <a:xfrm>
            <a:off x="1044000" y="1340768"/>
            <a:ext cx="5040168" cy="3960232"/>
            <a:chOff x="1044000" y="1340768"/>
            <a:chExt cx="5040168" cy="3960232"/>
          </a:xfrm>
        </p:grpSpPr>
        <p:cxnSp>
          <p:nvCxnSpPr>
            <p:cNvPr id="5" name="Gerader Verbinder 4">
              <a:extLst>
                <a:ext uri="{FF2B5EF4-FFF2-40B4-BE49-F238E27FC236}">
                  <a16:creationId xmlns:a16="http://schemas.microsoft.com/office/drawing/2014/main" id="{54CB7624-2F58-4981-B5A7-3EC232787C2E}"/>
                </a:ext>
              </a:extLst>
            </p:cNvPr>
            <p:cNvCxnSpPr/>
            <p:nvPr/>
          </p:nvCxnSpPr>
          <p:spPr>
            <a:xfrm>
              <a:off x="104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C6CDA198-73AC-480F-9BAD-B834CF81C1DC}"/>
                </a:ext>
              </a:extLst>
            </p:cNvPr>
            <p:cNvCxnSpPr/>
            <p:nvPr/>
          </p:nvCxnSpPr>
          <p:spPr>
            <a:xfrm>
              <a:off x="140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AC809CBE-B87E-44CB-9EDC-A6369E6413DE}"/>
                </a:ext>
              </a:extLst>
            </p:cNvPr>
            <p:cNvCxnSpPr/>
            <p:nvPr/>
          </p:nvCxnSpPr>
          <p:spPr>
            <a:xfrm>
              <a:off x="1764000" y="1341000"/>
              <a:ext cx="0" cy="39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6ED5463B-7EC7-456A-A38D-914C40EB152F}"/>
                </a:ext>
              </a:extLst>
            </p:cNvPr>
            <p:cNvCxnSpPr/>
            <p:nvPr/>
          </p:nvCxnSpPr>
          <p:spPr>
            <a:xfrm>
              <a:off x="212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3E0BB2CC-CED8-4A30-A0A8-31B9B34370D7}"/>
                </a:ext>
              </a:extLst>
            </p:cNvPr>
            <p:cNvCxnSpPr/>
            <p:nvPr/>
          </p:nvCxnSpPr>
          <p:spPr>
            <a:xfrm>
              <a:off x="248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E50B7075-1FAE-4235-B4B5-86249E6A7109}"/>
                </a:ext>
              </a:extLst>
            </p:cNvPr>
            <p:cNvCxnSpPr/>
            <p:nvPr/>
          </p:nvCxnSpPr>
          <p:spPr>
            <a:xfrm>
              <a:off x="284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D34984D6-F955-412A-BF25-9664866E1156}"/>
                </a:ext>
              </a:extLst>
            </p:cNvPr>
            <p:cNvCxnSpPr/>
            <p:nvPr/>
          </p:nvCxnSpPr>
          <p:spPr>
            <a:xfrm>
              <a:off x="320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D324226C-3FEB-404C-B3BA-C8BA28B34722}"/>
                </a:ext>
              </a:extLst>
            </p:cNvPr>
            <p:cNvCxnSpPr/>
            <p:nvPr/>
          </p:nvCxnSpPr>
          <p:spPr>
            <a:xfrm>
              <a:off x="356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F230A98A-6590-48EA-8538-D92F4C2DAC9A}"/>
                </a:ext>
              </a:extLst>
            </p:cNvPr>
            <p:cNvCxnSpPr/>
            <p:nvPr/>
          </p:nvCxnSpPr>
          <p:spPr>
            <a:xfrm>
              <a:off x="392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175B8E21-E2CA-41A8-923C-4130ABF14E63}"/>
                </a:ext>
              </a:extLst>
            </p:cNvPr>
            <p:cNvCxnSpPr/>
            <p:nvPr/>
          </p:nvCxnSpPr>
          <p:spPr>
            <a:xfrm>
              <a:off x="428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90D98F26-E043-44DB-8220-484C04F8DA67}"/>
                </a:ext>
              </a:extLst>
            </p:cNvPr>
            <p:cNvCxnSpPr/>
            <p:nvPr/>
          </p:nvCxnSpPr>
          <p:spPr>
            <a:xfrm>
              <a:off x="4644000" y="1341000"/>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2C0198F0-91CC-413E-B017-8C0B076CDF93}"/>
                </a:ext>
              </a:extLst>
            </p:cNvPr>
            <p:cNvCxnSpPr>
              <a:cxnSpLocks/>
            </p:cNvCxnSpPr>
            <p:nvPr/>
          </p:nvCxnSpPr>
          <p:spPr>
            <a:xfrm flipH="1">
              <a:off x="1044000" y="1341000"/>
              <a:ext cx="504016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0862E6CA-B0A2-4A54-978E-B5A8D7273369}"/>
                </a:ext>
              </a:extLst>
            </p:cNvPr>
            <p:cNvCxnSpPr>
              <a:cxnSpLocks/>
            </p:cNvCxnSpPr>
            <p:nvPr/>
          </p:nvCxnSpPr>
          <p:spPr>
            <a:xfrm rot="5400000">
              <a:off x="3564084" y="-819084"/>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A67BF3DE-0377-45D0-82FC-E940AD9AC456}"/>
                </a:ext>
              </a:extLst>
            </p:cNvPr>
            <p:cNvCxnSpPr>
              <a:cxnSpLocks/>
            </p:cNvCxnSpPr>
            <p:nvPr/>
          </p:nvCxnSpPr>
          <p:spPr>
            <a:xfrm rot="5400000">
              <a:off x="3564084" y="-459084"/>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15D9C01C-9001-4CE7-A450-D7B4B6427A69}"/>
                </a:ext>
              </a:extLst>
            </p:cNvPr>
            <p:cNvCxnSpPr>
              <a:cxnSpLocks/>
            </p:cNvCxnSpPr>
            <p:nvPr/>
          </p:nvCxnSpPr>
          <p:spPr>
            <a:xfrm rot="5400000">
              <a:off x="3564084" y="-99084"/>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FB9F17B-441A-4B46-9C0D-7AD5B7AE1BC4}"/>
                </a:ext>
              </a:extLst>
            </p:cNvPr>
            <p:cNvCxnSpPr>
              <a:cxnSpLocks/>
            </p:cNvCxnSpPr>
            <p:nvPr/>
          </p:nvCxnSpPr>
          <p:spPr>
            <a:xfrm rot="5400000">
              <a:off x="3564084" y="26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48B656B2-9B04-4E93-8C21-82E77CC94B4D}"/>
                </a:ext>
              </a:extLst>
            </p:cNvPr>
            <p:cNvCxnSpPr>
              <a:cxnSpLocks/>
            </p:cNvCxnSpPr>
            <p:nvPr/>
          </p:nvCxnSpPr>
          <p:spPr>
            <a:xfrm rot="5400000">
              <a:off x="3564084" y="62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D5FEBCF8-9DF6-47B5-948D-BBFD36B43896}"/>
                </a:ext>
              </a:extLst>
            </p:cNvPr>
            <p:cNvCxnSpPr>
              <a:cxnSpLocks/>
            </p:cNvCxnSpPr>
            <p:nvPr/>
          </p:nvCxnSpPr>
          <p:spPr>
            <a:xfrm rot="5400000">
              <a:off x="3564084" y="98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EA47BDE4-5BF6-4650-84E1-1C25FD1CE7D3}"/>
                </a:ext>
              </a:extLst>
            </p:cNvPr>
            <p:cNvCxnSpPr>
              <a:cxnSpLocks/>
            </p:cNvCxnSpPr>
            <p:nvPr/>
          </p:nvCxnSpPr>
          <p:spPr>
            <a:xfrm rot="5400000">
              <a:off x="3564084" y="134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0F2822EA-EBFB-40A4-AEED-90BF99719476}"/>
                </a:ext>
              </a:extLst>
            </p:cNvPr>
            <p:cNvCxnSpPr>
              <a:cxnSpLocks/>
            </p:cNvCxnSpPr>
            <p:nvPr/>
          </p:nvCxnSpPr>
          <p:spPr>
            <a:xfrm rot="5400000">
              <a:off x="3564084" y="170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5E26A64D-AD42-4BD1-883F-CBDFEB3281F7}"/>
                </a:ext>
              </a:extLst>
            </p:cNvPr>
            <p:cNvCxnSpPr>
              <a:cxnSpLocks/>
            </p:cNvCxnSpPr>
            <p:nvPr/>
          </p:nvCxnSpPr>
          <p:spPr>
            <a:xfrm rot="5400000">
              <a:off x="3564084" y="2060916"/>
              <a:ext cx="0" cy="50401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31642318-684D-4D14-8560-2A61993E5DA9}"/>
                </a:ext>
              </a:extLst>
            </p:cNvPr>
            <p:cNvCxnSpPr>
              <a:cxnSpLocks/>
            </p:cNvCxnSpPr>
            <p:nvPr/>
          </p:nvCxnSpPr>
          <p:spPr>
            <a:xfrm rot="5400000">
              <a:off x="3564084" y="242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9718D7F0-B667-4798-B4D4-8D764B6C33DC}"/>
                </a:ext>
              </a:extLst>
            </p:cNvPr>
            <p:cNvCxnSpPr>
              <a:cxnSpLocks/>
            </p:cNvCxnSpPr>
            <p:nvPr/>
          </p:nvCxnSpPr>
          <p:spPr>
            <a:xfrm rot="5400000">
              <a:off x="3564084" y="2780916"/>
              <a:ext cx="0" cy="504016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B338C98D-BF14-494A-94CB-E6CE95C1DEBA}"/>
                </a:ext>
              </a:extLst>
            </p:cNvPr>
            <p:cNvCxnSpPr/>
            <p:nvPr/>
          </p:nvCxnSpPr>
          <p:spPr>
            <a:xfrm>
              <a:off x="500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E8CBFC61-39D6-4967-A1A1-7D01AEE5BC94}"/>
                </a:ext>
              </a:extLst>
            </p:cNvPr>
            <p:cNvCxnSpPr/>
            <p:nvPr/>
          </p:nvCxnSpPr>
          <p:spPr>
            <a:xfrm>
              <a:off x="536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CE575859-34A6-49FA-A782-217BEDDCFF69}"/>
                </a:ext>
              </a:extLst>
            </p:cNvPr>
            <p:cNvCxnSpPr/>
            <p:nvPr/>
          </p:nvCxnSpPr>
          <p:spPr>
            <a:xfrm>
              <a:off x="572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29D9F375-A178-435A-8CDD-4CDD2A927411}"/>
                </a:ext>
              </a:extLst>
            </p:cNvPr>
            <p:cNvCxnSpPr/>
            <p:nvPr/>
          </p:nvCxnSpPr>
          <p:spPr>
            <a:xfrm>
              <a:off x="6084168" y="1340768"/>
              <a:ext cx="0" cy="3960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44" name="Gruppieren 43">
            <a:extLst>
              <a:ext uri="{FF2B5EF4-FFF2-40B4-BE49-F238E27FC236}">
                <a16:creationId xmlns:a16="http://schemas.microsoft.com/office/drawing/2014/main" id="{CFEC626E-8831-4011-BC64-4FB74E6A834B}"/>
              </a:ext>
            </a:extLst>
          </p:cNvPr>
          <p:cNvGrpSpPr/>
          <p:nvPr/>
        </p:nvGrpSpPr>
        <p:grpSpPr>
          <a:xfrm>
            <a:off x="1547968" y="1701000"/>
            <a:ext cx="4536032" cy="3168000"/>
            <a:chOff x="1547968" y="1701000"/>
            <a:chExt cx="4536032" cy="3168000"/>
          </a:xfrm>
        </p:grpSpPr>
        <p:sp>
          <p:nvSpPr>
            <p:cNvPr id="45" name="Rechteck 44">
              <a:extLst>
                <a:ext uri="{FF2B5EF4-FFF2-40B4-BE49-F238E27FC236}">
                  <a16:creationId xmlns:a16="http://schemas.microsoft.com/office/drawing/2014/main" id="{037E65A3-7899-4FED-979A-600728EB0FA0}"/>
                </a:ext>
              </a:extLst>
            </p:cNvPr>
            <p:cNvSpPr/>
            <p:nvPr/>
          </p:nvSpPr>
          <p:spPr>
            <a:xfrm>
              <a:off x="226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2</a:t>
              </a:r>
            </a:p>
          </p:txBody>
        </p:sp>
        <p:sp>
          <p:nvSpPr>
            <p:cNvPr id="50" name="Rechteck 49">
              <a:extLst>
                <a:ext uri="{FF2B5EF4-FFF2-40B4-BE49-F238E27FC236}">
                  <a16:creationId xmlns:a16="http://schemas.microsoft.com/office/drawing/2014/main" id="{847F0095-7300-4027-9D65-CCED8FC0F118}"/>
                </a:ext>
              </a:extLst>
            </p:cNvPr>
            <p:cNvSpPr/>
            <p:nvPr/>
          </p:nvSpPr>
          <p:spPr>
            <a:xfrm>
              <a:off x="298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4</a:t>
              </a:r>
            </a:p>
          </p:txBody>
        </p:sp>
        <p:sp>
          <p:nvSpPr>
            <p:cNvPr id="51" name="Rechteck 50">
              <a:extLst>
                <a:ext uri="{FF2B5EF4-FFF2-40B4-BE49-F238E27FC236}">
                  <a16:creationId xmlns:a16="http://schemas.microsoft.com/office/drawing/2014/main" id="{0C35FA19-9AEA-4E97-A857-0F9F333B62F4}"/>
                </a:ext>
              </a:extLst>
            </p:cNvPr>
            <p:cNvSpPr/>
            <p:nvPr/>
          </p:nvSpPr>
          <p:spPr>
            <a:xfrm>
              <a:off x="370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6</a:t>
              </a:r>
            </a:p>
          </p:txBody>
        </p:sp>
        <p:sp>
          <p:nvSpPr>
            <p:cNvPr id="52" name="Rechteck 51">
              <a:extLst>
                <a:ext uri="{FF2B5EF4-FFF2-40B4-BE49-F238E27FC236}">
                  <a16:creationId xmlns:a16="http://schemas.microsoft.com/office/drawing/2014/main" id="{430A973F-1929-4235-99C4-0C9D618647BD}"/>
                </a:ext>
              </a:extLst>
            </p:cNvPr>
            <p:cNvSpPr/>
            <p:nvPr/>
          </p:nvSpPr>
          <p:spPr>
            <a:xfrm>
              <a:off x="442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8</a:t>
              </a:r>
            </a:p>
          </p:txBody>
        </p:sp>
        <p:sp>
          <p:nvSpPr>
            <p:cNvPr id="53" name="Rechteck 52">
              <a:extLst>
                <a:ext uri="{FF2B5EF4-FFF2-40B4-BE49-F238E27FC236}">
                  <a16:creationId xmlns:a16="http://schemas.microsoft.com/office/drawing/2014/main" id="{964B57F5-3F54-4FBC-9FED-A8FE21F3C116}"/>
                </a:ext>
              </a:extLst>
            </p:cNvPr>
            <p:cNvSpPr/>
            <p:nvPr/>
          </p:nvSpPr>
          <p:spPr>
            <a:xfrm>
              <a:off x="514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10</a:t>
              </a:r>
            </a:p>
          </p:txBody>
        </p:sp>
        <p:sp>
          <p:nvSpPr>
            <p:cNvPr id="54" name="Rechteck 53">
              <a:extLst>
                <a:ext uri="{FF2B5EF4-FFF2-40B4-BE49-F238E27FC236}">
                  <a16:creationId xmlns:a16="http://schemas.microsoft.com/office/drawing/2014/main" id="{23B869E1-8968-493B-A8C6-5224957C6101}"/>
                </a:ext>
              </a:extLst>
            </p:cNvPr>
            <p:cNvSpPr/>
            <p:nvPr/>
          </p:nvSpPr>
          <p:spPr>
            <a:xfrm>
              <a:off x="5867968"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12</a:t>
              </a:r>
            </a:p>
          </p:txBody>
        </p:sp>
        <p:sp>
          <p:nvSpPr>
            <p:cNvPr id="55" name="Rechteck 54">
              <a:extLst>
                <a:ext uri="{FF2B5EF4-FFF2-40B4-BE49-F238E27FC236}">
                  <a16:creationId xmlns:a16="http://schemas.microsoft.com/office/drawing/2014/main" id="{68B5A2D8-A8F7-45DB-A918-E334379F4BFD}"/>
                </a:ext>
              </a:extLst>
            </p:cNvPr>
            <p:cNvSpPr/>
            <p:nvPr/>
          </p:nvSpPr>
          <p:spPr>
            <a:xfrm>
              <a:off x="1548000" y="458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a:solidFill>
                    <a:schemeClr val="tx1"/>
                  </a:solidFill>
                </a:rPr>
                <a:t>0</a:t>
              </a:r>
              <a:endParaRPr lang="de-CH" sz="1000" dirty="0">
                <a:solidFill>
                  <a:schemeClr val="tx1"/>
                </a:solidFill>
              </a:endParaRPr>
            </a:p>
          </p:txBody>
        </p:sp>
        <p:sp>
          <p:nvSpPr>
            <p:cNvPr id="56" name="Rechteck 55">
              <a:extLst>
                <a:ext uri="{FF2B5EF4-FFF2-40B4-BE49-F238E27FC236}">
                  <a16:creationId xmlns:a16="http://schemas.microsoft.com/office/drawing/2014/main" id="{68AFDFFE-3692-412B-8BF2-2E99C36A74C3}"/>
                </a:ext>
              </a:extLst>
            </p:cNvPr>
            <p:cNvSpPr/>
            <p:nvPr/>
          </p:nvSpPr>
          <p:spPr>
            <a:xfrm>
              <a:off x="1547968" y="386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2</a:t>
              </a:r>
            </a:p>
          </p:txBody>
        </p:sp>
        <p:sp>
          <p:nvSpPr>
            <p:cNvPr id="57" name="Rechteck 56">
              <a:extLst>
                <a:ext uri="{FF2B5EF4-FFF2-40B4-BE49-F238E27FC236}">
                  <a16:creationId xmlns:a16="http://schemas.microsoft.com/office/drawing/2014/main" id="{4D12232F-4BA0-4ACF-BEE8-8F0680FFA1DA}"/>
                </a:ext>
              </a:extLst>
            </p:cNvPr>
            <p:cNvSpPr/>
            <p:nvPr/>
          </p:nvSpPr>
          <p:spPr>
            <a:xfrm>
              <a:off x="1547968" y="314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4</a:t>
              </a:r>
            </a:p>
          </p:txBody>
        </p:sp>
        <p:sp>
          <p:nvSpPr>
            <p:cNvPr id="58" name="Rechteck 57">
              <a:extLst>
                <a:ext uri="{FF2B5EF4-FFF2-40B4-BE49-F238E27FC236}">
                  <a16:creationId xmlns:a16="http://schemas.microsoft.com/office/drawing/2014/main" id="{2C954200-E1BE-4AA9-9A27-5F6354190659}"/>
                </a:ext>
              </a:extLst>
            </p:cNvPr>
            <p:cNvSpPr/>
            <p:nvPr/>
          </p:nvSpPr>
          <p:spPr>
            <a:xfrm>
              <a:off x="1547968" y="242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6</a:t>
              </a:r>
            </a:p>
          </p:txBody>
        </p:sp>
        <p:sp>
          <p:nvSpPr>
            <p:cNvPr id="59" name="Rechteck 58">
              <a:extLst>
                <a:ext uri="{FF2B5EF4-FFF2-40B4-BE49-F238E27FC236}">
                  <a16:creationId xmlns:a16="http://schemas.microsoft.com/office/drawing/2014/main" id="{DE7EAEFC-BE59-48BB-87F3-A077E5E91CA0}"/>
                </a:ext>
              </a:extLst>
            </p:cNvPr>
            <p:cNvSpPr/>
            <p:nvPr/>
          </p:nvSpPr>
          <p:spPr>
            <a:xfrm>
              <a:off x="1547968" y="170100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000" dirty="0">
                  <a:solidFill>
                    <a:schemeClr val="tx1"/>
                  </a:solidFill>
                </a:rPr>
                <a:t>8</a:t>
              </a:r>
            </a:p>
          </p:txBody>
        </p:sp>
      </p:grpSp>
      <p:sp>
        <p:nvSpPr>
          <p:cNvPr id="2" name="Titel 1"/>
          <p:cNvSpPr>
            <a:spLocks noGrp="1"/>
          </p:cNvSpPr>
          <p:nvPr>
            <p:ph type="title"/>
          </p:nvPr>
        </p:nvSpPr>
        <p:spPr/>
        <p:txBody>
          <a:bodyPr/>
          <a:lstStyle/>
          <a:p>
            <a:r>
              <a:rPr lang="en-US" dirty="0"/>
              <a:t>Interpolation Function – Cubic Spline</a:t>
            </a:r>
          </a:p>
        </p:txBody>
      </p:sp>
      <p:sp>
        <p:nvSpPr>
          <p:cNvPr id="3" name="Textplatzhalter 2"/>
          <p:cNvSpPr>
            <a:spLocks noGrp="1"/>
          </p:cNvSpPr>
          <p:nvPr>
            <p:ph type="body" sz="quarter" idx="16"/>
          </p:nvPr>
        </p:nvSpPr>
        <p:spPr/>
        <p:txBody>
          <a:bodyPr/>
          <a:lstStyle/>
          <a:p>
            <a:endParaRPr lang="en-US"/>
          </a:p>
        </p:txBody>
      </p:sp>
      <p:sp>
        <p:nvSpPr>
          <p:cNvPr id="39" name="Ellipse 38">
            <a:extLst>
              <a:ext uri="{FF2B5EF4-FFF2-40B4-BE49-F238E27FC236}">
                <a16:creationId xmlns:a16="http://schemas.microsoft.com/office/drawing/2014/main" id="{BD88BD26-9141-42E7-AAC2-095938B64312}"/>
              </a:ext>
            </a:extLst>
          </p:cNvPr>
          <p:cNvSpPr/>
          <p:nvPr/>
        </p:nvSpPr>
        <p:spPr>
          <a:xfrm>
            <a:off x="2087724" y="418508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7" name="Ellipse 46">
            <a:extLst>
              <a:ext uri="{FF2B5EF4-FFF2-40B4-BE49-F238E27FC236}">
                <a16:creationId xmlns:a16="http://schemas.microsoft.com/office/drawing/2014/main" id="{58DF80AA-E89F-4670-9C02-ECEB5F34AD6A}"/>
              </a:ext>
            </a:extLst>
          </p:cNvPr>
          <p:cNvSpPr/>
          <p:nvPr/>
        </p:nvSpPr>
        <p:spPr>
          <a:xfrm>
            <a:off x="2807804" y="346500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8" name="Ellipse 47">
            <a:extLst>
              <a:ext uri="{FF2B5EF4-FFF2-40B4-BE49-F238E27FC236}">
                <a16:creationId xmlns:a16="http://schemas.microsoft.com/office/drawing/2014/main" id="{D4157829-1C51-498D-B7F4-7B0087465E37}"/>
              </a:ext>
            </a:extLst>
          </p:cNvPr>
          <p:cNvSpPr/>
          <p:nvPr/>
        </p:nvSpPr>
        <p:spPr>
          <a:xfrm>
            <a:off x="3167844" y="274492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49" name="Ellipse 48">
            <a:extLst>
              <a:ext uri="{FF2B5EF4-FFF2-40B4-BE49-F238E27FC236}">
                <a16:creationId xmlns:a16="http://schemas.microsoft.com/office/drawing/2014/main" id="{C11B6F65-BE75-438D-95B9-5D357132B223}"/>
              </a:ext>
            </a:extLst>
          </p:cNvPr>
          <p:cNvSpPr/>
          <p:nvPr/>
        </p:nvSpPr>
        <p:spPr>
          <a:xfrm>
            <a:off x="4247964" y="3825044"/>
            <a:ext cx="72000" cy="72000"/>
          </a:xfrm>
          <a:prstGeom prst="ellipse">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cxnSp>
        <p:nvCxnSpPr>
          <p:cNvPr id="60" name="Gerader Verbinder 59">
            <a:extLst>
              <a:ext uri="{FF2B5EF4-FFF2-40B4-BE49-F238E27FC236}">
                <a16:creationId xmlns:a16="http://schemas.microsoft.com/office/drawing/2014/main" id="{39948292-0D93-4359-A3CF-6CD10134CE10}"/>
              </a:ext>
            </a:extLst>
          </p:cNvPr>
          <p:cNvCxnSpPr>
            <a:cxnSpLocks/>
          </p:cNvCxnSpPr>
          <p:nvPr/>
        </p:nvCxnSpPr>
        <p:spPr>
          <a:xfrm>
            <a:off x="1043608" y="4221088"/>
            <a:ext cx="1080120" cy="0"/>
          </a:xfrm>
          <a:prstGeom prst="line">
            <a:avLst/>
          </a:prstGeom>
          <a:ln w="19050">
            <a:solidFill>
              <a:srgbClr val="CC00CC"/>
            </a:solidFill>
            <a:prstDash val="dash"/>
          </a:ln>
        </p:spPr>
        <p:style>
          <a:lnRef idx="1">
            <a:schemeClr val="accent1"/>
          </a:lnRef>
          <a:fillRef idx="0">
            <a:schemeClr val="accent1"/>
          </a:fillRef>
          <a:effectRef idx="0">
            <a:schemeClr val="accent1"/>
          </a:effectRef>
          <a:fontRef idx="minor">
            <a:schemeClr val="tx1"/>
          </a:fontRef>
        </p:style>
      </p:cxnSp>
      <p:cxnSp>
        <p:nvCxnSpPr>
          <p:cNvPr id="62" name="Gerader Verbinder 61">
            <a:extLst>
              <a:ext uri="{FF2B5EF4-FFF2-40B4-BE49-F238E27FC236}">
                <a16:creationId xmlns:a16="http://schemas.microsoft.com/office/drawing/2014/main" id="{989DBEF1-3319-48DA-B60C-6CB32EFA89DF}"/>
              </a:ext>
            </a:extLst>
          </p:cNvPr>
          <p:cNvCxnSpPr>
            <a:cxnSpLocks/>
          </p:cNvCxnSpPr>
          <p:nvPr/>
        </p:nvCxnSpPr>
        <p:spPr>
          <a:xfrm flipV="1">
            <a:off x="1043608" y="4221088"/>
            <a:ext cx="1080120" cy="108012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F2888D6E-BB1A-492D-84B0-644B3B458ECE}"/>
              </a:ext>
            </a:extLst>
          </p:cNvPr>
          <p:cNvCxnSpPr>
            <a:cxnSpLocks/>
          </p:cNvCxnSpPr>
          <p:nvPr/>
        </p:nvCxnSpPr>
        <p:spPr>
          <a:xfrm flipH="1" flipV="1">
            <a:off x="4283968" y="3861048"/>
            <a:ext cx="1224136" cy="144016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4" name="Gerader Verbinder 93">
            <a:extLst>
              <a:ext uri="{FF2B5EF4-FFF2-40B4-BE49-F238E27FC236}">
                <a16:creationId xmlns:a16="http://schemas.microsoft.com/office/drawing/2014/main" id="{B956D65D-E988-4516-A2C0-05D24FDBB706}"/>
              </a:ext>
            </a:extLst>
          </p:cNvPr>
          <p:cNvCxnSpPr>
            <a:cxnSpLocks/>
          </p:cNvCxnSpPr>
          <p:nvPr/>
        </p:nvCxnSpPr>
        <p:spPr>
          <a:xfrm>
            <a:off x="4283968" y="3861048"/>
            <a:ext cx="1800200" cy="0"/>
          </a:xfrm>
          <a:prstGeom prst="line">
            <a:avLst/>
          </a:prstGeom>
          <a:ln w="19050">
            <a:solidFill>
              <a:srgbClr val="CC00CC"/>
            </a:solidFill>
            <a:prstDash val="dash"/>
          </a:ln>
        </p:spPr>
        <p:style>
          <a:lnRef idx="1">
            <a:schemeClr val="accent1"/>
          </a:lnRef>
          <a:fillRef idx="0">
            <a:schemeClr val="accent1"/>
          </a:fillRef>
          <a:effectRef idx="0">
            <a:schemeClr val="accent1"/>
          </a:effectRef>
          <a:fontRef idx="minor">
            <a:schemeClr val="tx1"/>
          </a:fontRef>
        </p:style>
      </p:cxnSp>
      <p:sp>
        <p:nvSpPr>
          <p:cNvPr id="4" name="Freihandform: Form 3">
            <a:extLst>
              <a:ext uri="{FF2B5EF4-FFF2-40B4-BE49-F238E27FC236}">
                <a16:creationId xmlns:a16="http://schemas.microsoft.com/office/drawing/2014/main" id="{38308A58-A596-4FAC-82FF-B90EDC0B396A}"/>
              </a:ext>
            </a:extLst>
          </p:cNvPr>
          <p:cNvSpPr/>
          <p:nvPr/>
        </p:nvSpPr>
        <p:spPr>
          <a:xfrm>
            <a:off x="2119313" y="2776530"/>
            <a:ext cx="2166937" cy="1438283"/>
          </a:xfrm>
          <a:custGeom>
            <a:avLst/>
            <a:gdLst>
              <a:gd name="connsiteX0" fmla="*/ 0 w 2166937"/>
              <a:gd name="connsiteY0" fmla="*/ 1443057 h 1443057"/>
              <a:gd name="connsiteX1" fmla="*/ 728662 w 2166937"/>
              <a:gd name="connsiteY1" fmla="*/ 723919 h 1443057"/>
              <a:gd name="connsiteX2" fmla="*/ 1081087 w 2166937"/>
              <a:gd name="connsiteY2" fmla="*/ 4782 h 1443057"/>
              <a:gd name="connsiteX3" fmla="*/ 2166937 w 2166937"/>
              <a:gd name="connsiteY3" fmla="*/ 1090632 h 1443057"/>
              <a:gd name="connsiteX0" fmla="*/ 0 w 2166937"/>
              <a:gd name="connsiteY0" fmla="*/ 1438283 h 1438283"/>
              <a:gd name="connsiteX1" fmla="*/ 728662 w 2166937"/>
              <a:gd name="connsiteY1" fmla="*/ 719145 h 1438283"/>
              <a:gd name="connsiteX2" fmla="*/ 1081087 w 2166937"/>
              <a:gd name="connsiteY2" fmla="*/ 8 h 1438283"/>
              <a:gd name="connsiteX3" fmla="*/ 2166937 w 2166937"/>
              <a:gd name="connsiteY3" fmla="*/ 1085858 h 1438283"/>
              <a:gd name="connsiteX0" fmla="*/ 0 w 2166937"/>
              <a:gd name="connsiteY0" fmla="*/ 1438283 h 1438283"/>
              <a:gd name="connsiteX1" fmla="*/ 728662 w 2166937"/>
              <a:gd name="connsiteY1" fmla="*/ 719145 h 1438283"/>
              <a:gd name="connsiteX2" fmla="*/ 1081087 w 2166937"/>
              <a:gd name="connsiteY2" fmla="*/ 8 h 1438283"/>
              <a:gd name="connsiteX3" fmla="*/ 2166937 w 2166937"/>
              <a:gd name="connsiteY3" fmla="*/ 1085858 h 1438283"/>
            </a:gdLst>
            <a:ahLst/>
            <a:cxnLst>
              <a:cxn ang="0">
                <a:pos x="connsiteX0" y="connsiteY0"/>
              </a:cxn>
              <a:cxn ang="0">
                <a:pos x="connsiteX1" y="connsiteY1"/>
              </a:cxn>
              <a:cxn ang="0">
                <a:pos x="connsiteX2" y="connsiteY2"/>
              </a:cxn>
              <a:cxn ang="0">
                <a:pos x="connsiteX3" y="connsiteY3"/>
              </a:cxn>
            </a:cxnLst>
            <a:rect l="l" t="t" r="r" b="b"/>
            <a:pathLst>
              <a:path w="2166937" h="1438283">
                <a:moveTo>
                  <a:pt x="0" y="1438283"/>
                </a:moveTo>
                <a:cubicBezTo>
                  <a:pt x="274240" y="1198570"/>
                  <a:pt x="548481" y="958857"/>
                  <a:pt x="728662" y="719145"/>
                </a:cubicBezTo>
                <a:cubicBezTo>
                  <a:pt x="908843" y="479432"/>
                  <a:pt x="866774" y="2389"/>
                  <a:pt x="1081087" y="8"/>
                </a:cubicBezTo>
                <a:cubicBezTo>
                  <a:pt x="1295400" y="-2373"/>
                  <a:pt x="1743868" y="573492"/>
                  <a:pt x="2166937" y="1085858"/>
                </a:cubicBez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dirty="0"/>
          </a:p>
        </p:txBody>
      </p:sp>
      <p:sp>
        <p:nvSpPr>
          <p:cNvPr id="61" name="Ellipse 60">
            <a:extLst>
              <a:ext uri="{FF2B5EF4-FFF2-40B4-BE49-F238E27FC236}">
                <a16:creationId xmlns:a16="http://schemas.microsoft.com/office/drawing/2014/main" id="{196742C7-BFCB-488F-A50D-228D8E4BE2A1}"/>
              </a:ext>
            </a:extLst>
          </p:cNvPr>
          <p:cNvSpPr/>
          <p:nvPr/>
        </p:nvSpPr>
        <p:spPr>
          <a:xfrm>
            <a:off x="2411760" y="380809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3" name="Ellipse 62">
            <a:extLst>
              <a:ext uri="{FF2B5EF4-FFF2-40B4-BE49-F238E27FC236}">
                <a16:creationId xmlns:a16="http://schemas.microsoft.com/office/drawing/2014/main" id="{D13407BC-853B-4FBA-BB91-18880AF862EF}"/>
              </a:ext>
            </a:extLst>
          </p:cNvPr>
          <p:cNvSpPr/>
          <p:nvPr/>
        </p:nvSpPr>
        <p:spPr>
          <a:xfrm>
            <a:off x="3671900" y="3148397"/>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5" name="Ellipse 64">
            <a:extLst>
              <a:ext uri="{FF2B5EF4-FFF2-40B4-BE49-F238E27FC236}">
                <a16:creationId xmlns:a16="http://schemas.microsoft.com/office/drawing/2014/main" id="{A1418939-C2DF-4E5D-BB31-C5DA61AA74CE}"/>
              </a:ext>
            </a:extLst>
          </p:cNvPr>
          <p:cNvSpPr/>
          <p:nvPr/>
        </p:nvSpPr>
        <p:spPr>
          <a:xfrm>
            <a:off x="3851920" y="337185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6" name="Ellipse 65">
            <a:extLst>
              <a:ext uri="{FF2B5EF4-FFF2-40B4-BE49-F238E27FC236}">
                <a16:creationId xmlns:a16="http://schemas.microsoft.com/office/drawing/2014/main" id="{BEC160DE-9239-459C-8260-4E65FB7DAA23}"/>
              </a:ext>
            </a:extLst>
          </p:cNvPr>
          <p:cNvSpPr/>
          <p:nvPr/>
        </p:nvSpPr>
        <p:spPr>
          <a:xfrm>
            <a:off x="4572000" y="378904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7" name="Ellipse 66">
            <a:extLst>
              <a:ext uri="{FF2B5EF4-FFF2-40B4-BE49-F238E27FC236}">
                <a16:creationId xmlns:a16="http://schemas.microsoft.com/office/drawing/2014/main" id="{07D6E0E7-C8B1-41C1-8F65-049460689DB0}"/>
              </a:ext>
            </a:extLst>
          </p:cNvPr>
          <p:cNvSpPr/>
          <p:nvPr/>
        </p:nvSpPr>
        <p:spPr>
          <a:xfrm>
            <a:off x="4572000" y="4212580"/>
            <a:ext cx="144000" cy="144000"/>
          </a:xfrm>
          <a:prstGeom prst="ellipse">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endParaRPr>
          </a:p>
        </p:txBody>
      </p:sp>
      <p:sp>
        <p:nvSpPr>
          <p:cNvPr id="68" name="Rechteck 67">
            <a:extLst>
              <a:ext uri="{FF2B5EF4-FFF2-40B4-BE49-F238E27FC236}">
                <a16:creationId xmlns:a16="http://schemas.microsoft.com/office/drawing/2014/main" id="{7FD7F77E-1852-4262-A99F-D75925ADF177}"/>
              </a:ext>
            </a:extLst>
          </p:cNvPr>
          <p:cNvSpPr/>
          <p:nvPr/>
        </p:nvSpPr>
        <p:spPr>
          <a:xfrm>
            <a:off x="2267744" y="3573016"/>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A</a:t>
            </a:r>
            <a:endParaRPr lang="de-CH" sz="1000" b="1" dirty="0">
              <a:solidFill>
                <a:srgbClr val="0000FF"/>
              </a:solidFill>
            </a:endParaRPr>
          </a:p>
        </p:txBody>
      </p:sp>
      <p:sp>
        <p:nvSpPr>
          <p:cNvPr id="69" name="Rechteck 68">
            <a:extLst>
              <a:ext uri="{FF2B5EF4-FFF2-40B4-BE49-F238E27FC236}">
                <a16:creationId xmlns:a16="http://schemas.microsoft.com/office/drawing/2014/main" id="{C8EFC265-60CD-4C4C-BD75-506EFB0AEAA8}"/>
              </a:ext>
            </a:extLst>
          </p:cNvPr>
          <p:cNvSpPr/>
          <p:nvPr/>
        </p:nvSpPr>
        <p:spPr>
          <a:xfrm>
            <a:off x="3635896" y="2852936"/>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B</a:t>
            </a:r>
            <a:endParaRPr lang="de-CH" sz="1000" b="1" dirty="0">
              <a:solidFill>
                <a:srgbClr val="0000FF"/>
              </a:solidFill>
            </a:endParaRPr>
          </a:p>
        </p:txBody>
      </p:sp>
      <p:sp>
        <p:nvSpPr>
          <p:cNvPr id="70" name="Rechteck 69">
            <a:extLst>
              <a:ext uri="{FF2B5EF4-FFF2-40B4-BE49-F238E27FC236}">
                <a16:creationId xmlns:a16="http://schemas.microsoft.com/office/drawing/2014/main" id="{64B71A32-232E-4184-ADA7-1B3467041B1A}"/>
              </a:ext>
            </a:extLst>
          </p:cNvPr>
          <p:cNvSpPr/>
          <p:nvPr/>
        </p:nvSpPr>
        <p:spPr>
          <a:xfrm>
            <a:off x="3959932" y="3140968"/>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C</a:t>
            </a:r>
            <a:endParaRPr lang="de-CH" sz="1000" b="1" dirty="0">
              <a:solidFill>
                <a:srgbClr val="0000FF"/>
              </a:solidFill>
            </a:endParaRPr>
          </a:p>
        </p:txBody>
      </p:sp>
      <p:sp>
        <p:nvSpPr>
          <p:cNvPr id="73" name="Rechteck 72">
            <a:extLst>
              <a:ext uri="{FF2B5EF4-FFF2-40B4-BE49-F238E27FC236}">
                <a16:creationId xmlns:a16="http://schemas.microsoft.com/office/drawing/2014/main" id="{7C4F5678-98A8-4884-8D35-224BD58ADDF8}"/>
              </a:ext>
            </a:extLst>
          </p:cNvPr>
          <p:cNvSpPr/>
          <p:nvPr/>
        </p:nvSpPr>
        <p:spPr>
          <a:xfrm>
            <a:off x="4644000" y="3537012"/>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D</a:t>
            </a:r>
            <a:endParaRPr lang="de-CH" sz="1000" b="1" dirty="0">
              <a:solidFill>
                <a:srgbClr val="0000FF"/>
              </a:solidFill>
            </a:endParaRPr>
          </a:p>
        </p:txBody>
      </p:sp>
      <p:sp>
        <p:nvSpPr>
          <p:cNvPr id="74" name="Rechteck 73">
            <a:extLst>
              <a:ext uri="{FF2B5EF4-FFF2-40B4-BE49-F238E27FC236}">
                <a16:creationId xmlns:a16="http://schemas.microsoft.com/office/drawing/2014/main" id="{7A03834A-843B-44D4-AEA8-89C214B56CC5}"/>
              </a:ext>
            </a:extLst>
          </p:cNvPr>
          <p:cNvSpPr/>
          <p:nvPr/>
        </p:nvSpPr>
        <p:spPr>
          <a:xfrm>
            <a:off x="4680012" y="3969060"/>
            <a:ext cx="216032"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t" anchorCtr="0"/>
          <a:lstStyle/>
          <a:p>
            <a:pPr algn="r"/>
            <a:r>
              <a:rPr lang="de-CH" sz="1200" b="1" dirty="0">
                <a:solidFill>
                  <a:srgbClr val="0000FF"/>
                </a:solidFill>
              </a:rPr>
              <a:t>D'</a:t>
            </a:r>
            <a:endParaRPr lang="de-CH" sz="1000" b="1" dirty="0">
              <a:solidFill>
                <a:srgbClr val="0000FF"/>
              </a:solidFill>
            </a:endParaRPr>
          </a:p>
        </p:txBody>
      </p:sp>
      <p:sp>
        <p:nvSpPr>
          <p:cNvPr id="75" name="Rechteck 74">
            <a:extLst>
              <a:ext uri="{FF2B5EF4-FFF2-40B4-BE49-F238E27FC236}">
                <a16:creationId xmlns:a16="http://schemas.microsoft.com/office/drawing/2014/main" id="{1E780BA0-9FE6-499C-951A-F0D20F66CC4F}"/>
              </a:ext>
            </a:extLst>
          </p:cNvPr>
          <p:cNvSpPr/>
          <p:nvPr/>
        </p:nvSpPr>
        <p:spPr>
          <a:xfrm>
            <a:off x="3851920" y="1448780"/>
            <a:ext cx="2088232" cy="79208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188000" tIns="36000" rIns="36000" bIns="36000" rtlCol="0" anchor="ctr" anchorCtr="0"/>
          <a:lstStyle/>
          <a:p>
            <a:r>
              <a:rPr lang="en-US" sz="1400" dirty="0">
                <a:solidFill>
                  <a:schemeClr val="tx1"/>
                </a:solidFill>
              </a:rPr>
              <a:t>flat</a:t>
            </a:r>
          </a:p>
          <a:p>
            <a:r>
              <a:rPr lang="en-US" sz="1400" dirty="0">
                <a:solidFill>
                  <a:schemeClr val="tx1"/>
                </a:solidFill>
              </a:rPr>
              <a:t>continue</a:t>
            </a:r>
          </a:p>
          <a:p>
            <a:r>
              <a:rPr lang="en-US" sz="1400" dirty="0">
                <a:solidFill>
                  <a:schemeClr val="tx1"/>
                </a:solidFill>
              </a:rPr>
              <a:t> </a:t>
            </a:r>
          </a:p>
        </p:txBody>
      </p:sp>
      <p:cxnSp>
        <p:nvCxnSpPr>
          <p:cNvPr id="76" name="Gerader Verbinder 75">
            <a:extLst>
              <a:ext uri="{FF2B5EF4-FFF2-40B4-BE49-F238E27FC236}">
                <a16:creationId xmlns:a16="http://schemas.microsoft.com/office/drawing/2014/main" id="{9744FF7E-BC17-48B7-A6E6-AEA44F5FAC1C}"/>
              </a:ext>
            </a:extLst>
          </p:cNvPr>
          <p:cNvCxnSpPr>
            <a:cxnSpLocks/>
          </p:cNvCxnSpPr>
          <p:nvPr/>
        </p:nvCxnSpPr>
        <p:spPr>
          <a:xfrm>
            <a:off x="3959932" y="1664804"/>
            <a:ext cx="756084" cy="0"/>
          </a:xfrm>
          <a:prstGeom prst="line">
            <a:avLst/>
          </a:prstGeom>
          <a:ln w="19050">
            <a:solidFill>
              <a:srgbClr val="CC00CC"/>
            </a:solidFill>
            <a:prstDash val="dash"/>
          </a:ln>
        </p:spPr>
        <p:style>
          <a:lnRef idx="1">
            <a:schemeClr val="accent1"/>
          </a:lnRef>
          <a:fillRef idx="0">
            <a:schemeClr val="accent1"/>
          </a:fillRef>
          <a:effectRef idx="0">
            <a:schemeClr val="accent1"/>
          </a:effectRef>
          <a:fontRef idx="minor">
            <a:schemeClr val="tx1"/>
          </a:fontRef>
        </p:style>
      </p:cxnSp>
      <p:cxnSp>
        <p:nvCxnSpPr>
          <p:cNvPr id="77" name="Gerader Verbinder 76">
            <a:extLst>
              <a:ext uri="{FF2B5EF4-FFF2-40B4-BE49-F238E27FC236}">
                <a16:creationId xmlns:a16="http://schemas.microsoft.com/office/drawing/2014/main" id="{03BF1F9B-2C55-4B19-AD51-4A400534776E}"/>
              </a:ext>
            </a:extLst>
          </p:cNvPr>
          <p:cNvCxnSpPr>
            <a:cxnSpLocks/>
          </p:cNvCxnSpPr>
          <p:nvPr/>
        </p:nvCxnSpPr>
        <p:spPr>
          <a:xfrm>
            <a:off x="3959932" y="1880828"/>
            <a:ext cx="756084"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7637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hteck 23">
            <a:extLst>
              <a:ext uri="{FF2B5EF4-FFF2-40B4-BE49-F238E27FC236}">
                <a16:creationId xmlns:a16="http://schemas.microsoft.com/office/drawing/2014/main" id="{3B5C5B38-243A-4138-A963-FFBFFEE7AB21}"/>
              </a:ext>
            </a:extLst>
          </p:cNvPr>
          <p:cNvSpPr/>
          <p:nvPr/>
        </p:nvSpPr>
        <p:spPr>
          <a:xfrm>
            <a:off x="2196488" y="693000"/>
            <a:ext cx="216000" cy="1224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pPr algn="ctr"/>
            <a:endParaRPr lang="de-CH" sz="1400" dirty="0">
              <a:solidFill>
                <a:schemeClr val="tx1"/>
              </a:solidFill>
              <a:latin typeface="Calibri" panose="020F0502020204030204" pitchFamily="34" charset="0"/>
              <a:cs typeface="Calibri" panose="020F0502020204030204" pitchFamily="34" charset="0"/>
            </a:endParaRPr>
          </a:p>
        </p:txBody>
      </p:sp>
      <p:sp>
        <p:nvSpPr>
          <p:cNvPr id="2" name="Titel 1"/>
          <p:cNvSpPr>
            <a:spLocks noGrp="1"/>
          </p:cNvSpPr>
          <p:nvPr>
            <p:ph type="title"/>
          </p:nvPr>
        </p:nvSpPr>
        <p:spPr/>
        <p:txBody>
          <a:bodyPr/>
          <a:lstStyle/>
          <a:p>
            <a:r>
              <a:rPr lang="en-US" dirty="0"/>
              <a:t>Quantiles</a:t>
            </a:r>
          </a:p>
        </p:txBody>
      </p:sp>
      <p:sp>
        <p:nvSpPr>
          <p:cNvPr id="3" name="Textplatzhalter 2"/>
          <p:cNvSpPr>
            <a:spLocks noGrp="1"/>
          </p:cNvSpPr>
          <p:nvPr>
            <p:ph type="body" sz="quarter" idx="16"/>
          </p:nvPr>
        </p:nvSpPr>
        <p:spPr/>
        <p:txBody>
          <a:bodyPr/>
          <a:lstStyle/>
          <a:p>
            <a:endParaRPr lang="en-US"/>
          </a:p>
        </p:txBody>
      </p:sp>
      <p:sp>
        <p:nvSpPr>
          <p:cNvPr id="71" name="Rechteck 70">
            <a:extLst>
              <a:ext uri="{FF2B5EF4-FFF2-40B4-BE49-F238E27FC236}">
                <a16:creationId xmlns:a16="http://schemas.microsoft.com/office/drawing/2014/main" id="{DD8B0F09-952F-4876-ABEB-73FBAE86C6D2}"/>
              </a:ext>
            </a:extLst>
          </p:cNvPr>
          <p:cNvSpPr/>
          <p:nvPr/>
        </p:nvSpPr>
        <p:spPr>
          <a:xfrm>
            <a:off x="1620000" y="1052720"/>
            <a:ext cx="504488" cy="50428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latin typeface="Calibri" panose="020F0502020204030204" pitchFamily="34" charset="0"/>
                <a:cs typeface="Calibri" panose="020F0502020204030204" pitchFamily="34" charset="0"/>
              </a:rPr>
              <a:t>x </a:t>
            </a:r>
            <a:r>
              <a:rPr lang="en-US" sz="1200" baseline="-25000" dirty="0">
                <a:solidFill>
                  <a:schemeClr val="tx1"/>
                </a:solidFill>
                <a:latin typeface="Calibri" panose="020F0502020204030204" pitchFamily="34" charset="0"/>
                <a:cs typeface="Calibri" panose="020F0502020204030204" pitchFamily="34" charset="0"/>
              </a:rPr>
              <a:t>p</a:t>
            </a:r>
            <a:r>
              <a:rPr lang="en-US" sz="1200" dirty="0">
                <a:solidFill>
                  <a:schemeClr val="tx1"/>
                </a:solidFill>
                <a:latin typeface="Calibri" panose="020F0502020204030204" pitchFamily="34" charset="0"/>
                <a:cs typeface="Calibri" panose="020F0502020204030204" pitchFamily="34" charset="0"/>
              </a:rPr>
              <a:t> = </a:t>
            </a:r>
            <a:endParaRPr lang="en-US" sz="1200" b="1" dirty="0">
              <a:solidFill>
                <a:schemeClr val="tx1"/>
              </a:solidFill>
              <a:latin typeface="Calibri" panose="020F0502020204030204" pitchFamily="34" charset="0"/>
              <a:cs typeface="Calibri" panose="020F0502020204030204" pitchFamily="34" charset="0"/>
            </a:endParaRPr>
          </a:p>
        </p:txBody>
      </p:sp>
      <p:sp>
        <p:nvSpPr>
          <p:cNvPr id="72" name="Rechteck 71">
            <a:extLst>
              <a:ext uri="{FF2B5EF4-FFF2-40B4-BE49-F238E27FC236}">
                <a16:creationId xmlns:a16="http://schemas.microsoft.com/office/drawing/2014/main" id="{C652E1D3-6256-4E30-AD7C-6BD744C4185F}"/>
              </a:ext>
            </a:extLst>
          </p:cNvPr>
          <p:cNvSpPr/>
          <p:nvPr/>
        </p:nvSpPr>
        <p:spPr>
          <a:xfrm>
            <a:off x="2484488" y="1413000"/>
            <a:ext cx="864488"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latin typeface="Calibri" panose="020F0502020204030204" pitchFamily="34" charset="0"/>
                <a:cs typeface="Calibri" panose="020F0502020204030204" pitchFamily="34" charset="0"/>
              </a:rPr>
              <a:t>x </a:t>
            </a:r>
            <a:r>
              <a:rPr lang="en-US" sz="1200" baseline="-25000" dirty="0">
                <a:solidFill>
                  <a:schemeClr val="tx1"/>
                </a:solidFill>
                <a:latin typeface="Calibri" panose="020F0502020204030204" pitchFamily="34" charset="0"/>
                <a:cs typeface="Calibri" panose="020F0502020204030204" pitchFamily="34" charset="0"/>
                <a:sym typeface="Symbol" panose="05050102010706020507" pitchFamily="18" charset="2"/>
              </a:rPr>
              <a:t></a:t>
            </a:r>
            <a:r>
              <a:rPr lang="en-US" sz="1200" baseline="-25000" dirty="0" err="1">
                <a:solidFill>
                  <a:schemeClr val="tx1"/>
                </a:solidFill>
                <a:latin typeface="Calibri" panose="020F0502020204030204" pitchFamily="34" charset="0"/>
                <a:cs typeface="Calibri" panose="020F0502020204030204" pitchFamily="34" charset="0"/>
              </a:rPr>
              <a:t>n·p</a:t>
            </a:r>
            <a:r>
              <a:rPr lang="en-US" sz="1200" baseline="-25000" dirty="0">
                <a:solidFill>
                  <a:schemeClr val="tx1"/>
                </a:solidFill>
                <a:latin typeface="Calibri" panose="020F0502020204030204" pitchFamily="34" charset="0"/>
                <a:cs typeface="Calibri" panose="020F0502020204030204" pitchFamily="34" charset="0"/>
              </a:rPr>
              <a:t> </a:t>
            </a:r>
            <a:r>
              <a:rPr lang="en-US" sz="1200" baseline="-25000" dirty="0">
                <a:solidFill>
                  <a:schemeClr val="tx1"/>
                </a:solidFill>
                <a:latin typeface="Calibri" panose="020F0502020204030204" pitchFamily="34" charset="0"/>
                <a:cs typeface="Calibri" panose="020F0502020204030204" pitchFamily="34" charset="0"/>
                <a:sym typeface="Symbol" panose="05050102010706020507" pitchFamily="18" charset="2"/>
              </a:rPr>
              <a:t></a:t>
            </a:r>
            <a:endParaRPr lang="en-US" sz="1200" b="1" dirty="0">
              <a:solidFill>
                <a:schemeClr val="tx1"/>
              </a:solidFill>
              <a:latin typeface="Calibri" panose="020F0502020204030204" pitchFamily="34" charset="0"/>
              <a:cs typeface="Calibri" panose="020F0502020204030204" pitchFamily="34" charset="0"/>
            </a:endParaRPr>
          </a:p>
        </p:txBody>
      </p:sp>
      <p:sp>
        <p:nvSpPr>
          <p:cNvPr id="78" name="Rechteck 77">
            <a:extLst>
              <a:ext uri="{FF2B5EF4-FFF2-40B4-BE49-F238E27FC236}">
                <a16:creationId xmlns:a16="http://schemas.microsoft.com/office/drawing/2014/main" id="{9A7CB54A-9EE4-4ACC-9703-2F842D05AF42}"/>
              </a:ext>
            </a:extLst>
          </p:cNvPr>
          <p:cNvSpPr/>
          <p:nvPr/>
        </p:nvSpPr>
        <p:spPr>
          <a:xfrm>
            <a:off x="2484488" y="837000"/>
            <a:ext cx="864488"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latin typeface="Calibri" panose="020F0502020204030204" pitchFamily="34" charset="0"/>
                <a:cs typeface="Calibri" panose="020F0502020204030204" pitchFamily="34" charset="0"/>
              </a:rPr>
              <a:t>x </a:t>
            </a:r>
            <a:r>
              <a:rPr lang="en-US" sz="1200" baseline="-25000" dirty="0" err="1">
                <a:solidFill>
                  <a:schemeClr val="tx1"/>
                </a:solidFill>
                <a:latin typeface="Calibri" panose="020F0502020204030204" pitchFamily="34" charset="0"/>
                <a:cs typeface="Calibri" panose="020F0502020204030204" pitchFamily="34" charset="0"/>
              </a:rPr>
              <a:t>n·p</a:t>
            </a:r>
            <a:r>
              <a:rPr lang="en-US" sz="1200" dirty="0">
                <a:solidFill>
                  <a:schemeClr val="tx1"/>
                </a:solidFill>
                <a:latin typeface="Calibri" panose="020F0502020204030204" pitchFamily="34" charset="0"/>
                <a:cs typeface="Calibri" panose="020F0502020204030204" pitchFamily="34" charset="0"/>
              </a:rPr>
              <a:t> + x </a:t>
            </a:r>
            <a:r>
              <a:rPr lang="en-US" sz="1200" baseline="-25000" dirty="0" err="1">
                <a:solidFill>
                  <a:schemeClr val="tx1"/>
                </a:solidFill>
                <a:latin typeface="Calibri" panose="020F0502020204030204" pitchFamily="34" charset="0"/>
                <a:cs typeface="Calibri" panose="020F0502020204030204" pitchFamily="34" charset="0"/>
              </a:rPr>
              <a:t>n·p+1</a:t>
            </a:r>
            <a:r>
              <a:rPr lang="en-US" sz="1200" dirty="0">
                <a:solidFill>
                  <a:schemeClr val="tx1"/>
                </a:solidFill>
                <a:latin typeface="Calibri" panose="020F0502020204030204" pitchFamily="34" charset="0"/>
                <a:cs typeface="Calibri" panose="020F0502020204030204" pitchFamily="34" charset="0"/>
              </a:rPr>
              <a:t> </a:t>
            </a:r>
            <a:endParaRPr lang="en-US" sz="1200" b="1" dirty="0">
              <a:solidFill>
                <a:schemeClr val="tx1"/>
              </a:solidFill>
              <a:latin typeface="Calibri" panose="020F0502020204030204" pitchFamily="34" charset="0"/>
              <a:cs typeface="Calibri" panose="020F0502020204030204" pitchFamily="34" charset="0"/>
            </a:endParaRPr>
          </a:p>
        </p:txBody>
      </p:sp>
      <p:cxnSp>
        <p:nvCxnSpPr>
          <p:cNvPr id="20" name="Gerader Verbinder 19">
            <a:extLst>
              <a:ext uri="{FF2B5EF4-FFF2-40B4-BE49-F238E27FC236}">
                <a16:creationId xmlns:a16="http://schemas.microsoft.com/office/drawing/2014/main" id="{314B06D4-E9AD-496E-934A-C6D3F81394AF}"/>
              </a:ext>
            </a:extLst>
          </p:cNvPr>
          <p:cNvCxnSpPr>
            <a:cxnSpLocks/>
          </p:cNvCxnSpPr>
          <p:nvPr/>
        </p:nvCxnSpPr>
        <p:spPr>
          <a:xfrm>
            <a:off x="2532673" y="1125000"/>
            <a:ext cx="7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Rechteck 78">
            <a:extLst>
              <a:ext uri="{FF2B5EF4-FFF2-40B4-BE49-F238E27FC236}">
                <a16:creationId xmlns:a16="http://schemas.microsoft.com/office/drawing/2014/main" id="{7CAE0772-23EC-414A-9229-0F7583324F3D}"/>
              </a:ext>
            </a:extLst>
          </p:cNvPr>
          <p:cNvSpPr/>
          <p:nvPr/>
        </p:nvSpPr>
        <p:spPr>
          <a:xfrm>
            <a:off x="2844488" y="1125000"/>
            <a:ext cx="216000" cy="216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latin typeface="Calibri" panose="020F0502020204030204" pitchFamily="34" charset="0"/>
                <a:cs typeface="Calibri" panose="020F0502020204030204" pitchFamily="34" charset="0"/>
              </a:rPr>
              <a:t>2</a:t>
            </a:r>
            <a:endParaRPr lang="en-US" sz="1200" b="1" dirty="0">
              <a:solidFill>
                <a:schemeClr val="tx1"/>
              </a:solidFill>
              <a:latin typeface="Calibri" panose="020F0502020204030204" pitchFamily="34" charset="0"/>
              <a:cs typeface="Calibri" panose="020F0502020204030204" pitchFamily="34" charset="0"/>
            </a:endParaRPr>
          </a:p>
        </p:txBody>
      </p:sp>
      <p:sp>
        <p:nvSpPr>
          <p:cNvPr id="80" name="Rechteck 79">
            <a:extLst>
              <a:ext uri="{FF2B5EF4-FFF2-40B4-BE49-F238E27FC236}">
                <a16:creationId xmlns:a16="http://schemas.microsoft.com/office/drawing/2014/main" id="{ADE2C554-F8FC-42C7-9E76-25468897BACB}"/>
              </a:ext>
            </a:extLst>
          </p:cNvPr>
          <p:cNvSpPr/>
          <p:nvPr/>
        </p:nvSpPr>
        <p:spPr>
          <a:xfrm>
            <a:off x="3636488" y="837000"/>
            <a:ext cx="1800000" cy="50428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latin typeface="Calibri" panose="020F0502020204030204" pitchFamily="34" charset="0"/>
                <a:cs typeface="Calibri" panose="020F0502020204030204" pitchFamily="34" charset="0"/>
              </a:rPr>
              <a:t>if </a:t>
            </a:r>
            <a:r>
              <a:rPr lang="en-US" sz="1200" dirty="0" err="1">
                <a:solidFill>
                  <a:schemeClr val="tx1"/>
                </a:solidFill>
                <a:latin typeface="Calibri" panose="020F0502020204030204" pitchFamily="34" charset="0"/>
                <a:cs typeface="Calibri" panose="020F0502020204030204" pitchFamily="34" charset="0"/>
              </a:rPr>
              <a:t>n·p</a:t>
            </a:r>
            <a:r>
              <a:rPr lang="en-US" sz="1200" dirty="0">
                <a:solidFill>
                  <a:schemeClr val="tx1"/>
                </a:solidFill>
                <a:latin typeface="Calibri" panose="020F0502020204030204" pitchFamily="34" charset="0"/>
                <a:cs typeface="Calibri" panose="020F0502020204030204" pitchFamily="34" charset="0"/>
              </a:rPr>
              <a:t> is a whole number</a:t>
            </a:r>
            <a:endParaRPr lang="en-US" sz="1200" b="1" dirty="0">
              <a:solidFill>
                <a:schemeClr val="tx1"/>
              </a:solidFill>
              <a:latin typeface="Calibri" panose="020F0502020204030204" pitchFamily="34" charset="0"/>
              <a:cs typeface="Calibri" panose="020F0502020204030204" pitchFamily="34" charset="0"/>
            </a:endParaRPr>
          </a:p>
        </p:txBody>
      </p:sp>
      <p:sp>
        <p:nvSpPr>
          <p:cNvPr id="81" name="Rechteck 80">
            <a:extLst>
              <a:ext uri="{FF2B5EF4-FFF2-40B4-BE49-F238E27FC236}">
                <a16:creationId xmlns:a16="http://schemas.microsoft.com/office/drawing/2014/main" id="{24BEB614-6231-45B2-AA4C-7E861FE64E0F}"/>
              </a:ext>
            </a:extLst>
          </p:cNvPr>
          <p:cNvSpPr/>
          <p:nvPr/>
        </p:nvSpPr>
        <p:spPr>
          <a:xfrm>
            <a:off x="3636488" y="1341000"/>
            <a:ext cx="1800000" cy="50428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dirty="0">
                <a:solidFill>
                  <a:schemeClr val="tx1"/>
                </a:solidFill>
                <a:latin typeface="Calibri" panose="020F0502020204030204" pitchFamily="34" charset="0"/>
                <a:cs typeface="Calibri" panose="020F0502020204030204" pitchFamily="34" charset="0"/>
              </a:rPr>
              <a:t>otherwise</a:t>
            </a:r>
            <a:endParaRPr lang="en-US" sz="1200" b="1" dirty="0">
              <a:solidFill>
                <a:schemeClr val="tx1"/>
              </a:solidFill>
              <a:latin typeface="Calibri" panose="020F0502020204030204" pitchFamily="34" charset="0"/>
              <a:cs typeface="Calibri" panose="020F0502020204030204" pitchFamily="34" charset="0"/>
            </a:endParaRPr>
          </a:p>
        </p:txBody>
      </p:sp>
      <p:sp>
        <p:nvSpPr>
          <p:cNvPr id="23" name="Geschweifte Klammer links 22">
            <a:extLst>
              <a:ext uri="{FF2B5EF4-FFF2-40B4-BE49-F238E27FC236}">
                <a16:creationId xmlns:a16="http://schemas.microsoft.com/office/drawing/2014/main" id="{2DFA5E42-07F2-46A4-B8A9-FFA49CBC3572}"/>
              </a:ext>
            </a:extLst>
          </p:cNvPr>
          <p:cNvSpPr/>
          <p:nvPr/>
        </p:nvSpPr>
        <p:spPr>
          <a:xfrm>
            <a:off x="2124488" y="765000"/>
            <a:ext cx="216000" cy="108000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CH">
              <a:latin typeface="Calibri" panose="020F0502020204030204" pitchFamily="34" charset="0"/>
              <a:cs typeface="Calibri" panose="020F0502020204030204" pitchFamily="34" charset="0"/>
            </a:endParaRPr>
          </a:p>
        </p:txBody>
      </p:sp>
      <p:sp>
        <p:nvSpPr>
          <p:cNvPr id="82" name="Rechteck 81">
            <a:extLst>
              <a:ext uri="{FF2B5EF4-FFF2-40B4-BE49-F238E27FC236}">
                <a16:creationId xmlns:a16="http://schemas.microsoft.com/office/drawing/2014/main" id="{25F30551-B4BC-4339-8665-C47561B1E2C7}"/>
              </a:ext>
            </a:extLst>
          </p:cNvPr>
          <p:cNvSpPr/>
          <p:nvPr/>
        </p:nvSpPr>
        <p:spPr>
          <a:xfrm>
            <a:off x="1620000" y="980720"/>
            <a:ext cx="504488" cy="50428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rtlCol="0" anchor="ctr" anchorCtr="0"/>
          <a:lstStyle/>
          <a:p>
            <a:r>
              <a:rPr lang="en-US" sz="1200" b="1" dirty="0">
                <a:solidFill>
                  <a:schemeClr val="tx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8702812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17839&quot;&gt;&lt;version val=&quot;21182&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mruColor&gt;&lt;m_vecMRU length=&quot;0&quot;/&gt;&lt;/m_mruColor&gt;&lt;m_mapectfillschemeMRU&gt;&lt;key val=&quot;0&quot;/&gt;&lt;elem&gt;&lt;m_nPartnerID val=&quot;530&quot;/&gt;&lt;m_nIndex val=&quot;3&quot;/&gt;&lt;/elem&gt;&lt;/m_mapectfillschemeMRU&gt;&lt;m_eweekdayFirstOfWeek val=&quot;2&quot;/&gt;&lt;m_eweekdayFirstOfWorkweek val=&quot;2&quot;/&gt;&lt;m_eweekdayFirstOfWeekend val=&quot;7&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CDefaultPrec&gt;&lt;/root&gt;"/>
  <p:tag name="THINKCELLUNDODONOTDELETE" val="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jfdFwOrEykelwQvTDuI02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2PIsl48Nr0unJ9tNrLl4s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qmnJ.u6_7UWDtaYNqA0Tb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wrOwVmk75kSKyV1I0Mc9q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LLFFYfRM0GOf52PFEvns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wrOwVmk75kSKyV1I0Mc9qA"/>
</p:tagLst>
</file>

<file path=ppt/theme/theme1.xml><?xml version="1.0" encoding="utf-8"?>
<a:theme xmlns:a="http://schemas.openxmlformats.org/drawingml/2006/main" name="Neutrale Formatvorlage">
  <a:themeElements>
    <a:clrScheme name="Bombardier">
      <a:dk1>
        <a:sysClr val="windowText" lastClr="000000"/>
      </a:dk1>
      <a:lt1>
        <a:sysClr val="window" lastClr="FFFFFF"/>
      </a:lt1>
      <a:dk2>
        <a:srgbClr val="131E29"/>
      </a:dk2>
      <a:lt2>
        <a:srgbClr val="DCE5E4"/>
      </a:lt2>
      <a:accent1>
        <a:srgbClr val="8996A0"/>
      </a:accent1>
      <a:accent2>
        <a:srgbClr val="7A9A01"/>
      </a:accent2>
      <a:accent3>
        <a:srgbClr val="19365D"/>
      </a:accent3>
      <a:accent4>
        <a:srgbClr val="CA7700"/>
      </a:accent4>
      <a:accent5>
        <a:srgbClr val="D50032"/>
      </a:accent5>
      <a:accent6>
        <a:srgbClr val="A69F88"/>
      </a:accent6>
      <a:hlink>
        <a:srgbClr val="0000FF"/>
      </a:hlink>
      <a:folHlink>
        <a:srgbClr val="800080"/>
      </a:folHlink>
    </a:clrScheme>
    <a:fontScheme name="Office Classique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tx1"/>
          </a:solidFill>
        </a:ln>
      </a:spPr>
      <a:bodyPr wrap="none" lIns="36000" tIns="36000" rIns="36000" bIns="36000" rtlCol="0" anchor="ctr" anchorCtr="0"/>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Neutrale Formatvorlage</Template>
  <TotalTime>0</TotalTime>
  <Words>15633</Words>
  <Application>Microsoft Office PowerPoint</Application>
  <PresentationFormat>Bildschirmpräsentation (4:3)</PresentationFormat>
  <Paragraphs>3834</Paragraphs>
  <Slides>89</Slides>
  <Notes>53</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89</vt:i4>
      </vt:variant>
    </vt:vector>
  </HeadingPairs>
  <TitlesOfParts>
    <vt:vector size="97" baseType="lpstr">
      <vt:lpstr>Arial</vt:lpstr>
      <vt:lpstr>Arial Black</vt:lpstr>
      <vt:lpstr>Calibri</vt:lpstr>
      <vt:lpstr>Courier New</vt:lpstr>
      <vt:lpstr>Symbol</vt:lpstr>
      <vt:lpstr>Wingdings</vt:lpstr>
      <vt:lpstr>Neutrale Formatvorlage</vt:lpstr>
      <vt:lpstr>think-cell Slide</vt:lpstr>
      <vt:lpstr>Introduction Overview</vt:lpstr>
      <vt:lpstr>Introduction Problem Statement</vt:lpstr>
      <vt:lpstr>Introduction Problem Statement</vt:lpstr>
      <vt:lpstr>Introduction Problem Statement</vt:lpstr>
      <vt:lpstr>Introduction Running a B4P Program</vt:lpstr>
      <vt:lpstr>Introduction Running B4P interactively</vt:lpstr>
      <vt:lpstr>Start-up Behavior Introduction</vt:lpstr>
      <vt:lpstr>Eight Steps Introduction</vt:lpstr>
      <vt:lpstr>Tables Introduction</vt:lpstr>
      <vt:lpstr>Tables Introduction</vt:lpstr>
      <vt:lpstr>Functions Overview LAN_Pyramid.png </vt:lpstr>
      <vt:lpstr>Functions Overview LAN_Pyramid_Fundament.png, LAN_Pyramid_Data_Types.png, LAN_Pyramid_Data_Storage.png </vt:lpstr>
      <vt:lpstr>Functions Overview LAN_Top_Level.png </vt:lpstr>
      <vt:lpstr>Functions Overview LAN_Statements.png  </vt:lpstr>
      <vt:lpstr>Functions Overview LAN_Assignments.png </vt:lpstr>
      <vt:lpstr>Tables LAN_Tables.png </vt:lpstr>
      <vt:lpstr>Tables LAN_Variables.png </vt:lpstr>
      <vt:lpstr>Functions Overview </vt:lpstr>
      <vt:lpstr>Variable Model Introduction</vt:lpstr>
      <vt:lpstr>Transactions Without Assignment Operator</vt:lpstr>
      <vt:lpstr>Transactions AND Assignment Operator</vt:lpstr>
      <vt:lpstr>Transactions OR Assignment Operator</vt:lpstr>
      <vt:lpstr>Transactions ADD Assignment Operator</vt:lpstr>
      <vt:lpstr>References to Variables Example 1 and 2</vt:lpstr>
      <vt:lpstr>References to Variables Redirecting and Releasing References</vt:lpstr>
      <vt:lpstr>References to Variables</vt:lpstr>
      <vt:lpstr>References to Variables Members in Structures</vt:lpstr>
      <vt:lpstr>References to Variables Members in Arrays</vt:lpstr>
      <vt:lpstr>Transaction - Basics</vt:lpstr>
      <vt:lpstr>Transaction - &amp; Operator</vt:lpstr>
      <vt:lpstr>Transaction Model</vt:lpstr>
      <vt:lpstr>Transaction Model</vt:lpstr>
      <vt:lpstr>Transaction Model</vt:lpstr>
      <vt:lpstr>Exception Model</vt:lpstr>
      <vt:lpstr>Accessing Tables Access Modes</vt:lpstr>
      <vt:lpstr>Accessing Tables Simple Access – Full Table Specification</vt:lpstr>
      <vt:lpstr>Accessing Tables Simple Access – Partial Table Specification</vt:lpstr>
      <vt:lpstr>Accessing Tables Horizontal Access – Full Table Specification – Sets</vt:lpstr>
      <vt:lpstr>Accessing Tables Horizontal Access – Full Table Specification – Wildcards</vt:lpstr>
      <vt:lpstr>Accessing Tables Horizontal Access – Full Table Specification – Ranges</vt:lpstr>
      <vt:lpstr>Accessing Tables Vertical Access – Full Table Specification – Parameter Sets</vt:lpstr>
      <vt:lpstr>Accessing Tables Vertical Access – Full Table Specification – Wildcards</vt:lpstr>
      <vt:lpstr>Accessing Tables Vertical Access – Full Table Specification – Ranges</vt:lpstr>
      <vt:lpstr>Accessing Tables Matrix Access – Full Table Specification – Parameter Sets</vt:lpstr>
      <vt:lpstr>Accessing Tables Nested Partial Table Specifications</vt:lpstr>
      <vt:lpstr>Storage Model</vt:lpstr>
      <vt:lpstr>Deep Operators for Matrix Operations</vt:lpstr>
      <vt:lpstr>Functions Overview </vt:lpstr>
      <vt:lpstr>Functions Overview </vt:lpstr>
      <vt:lpstr>Table Comparison – Output Models</vt:lpstr>
      <vt:lpstr>Table Validation – Output Models</vt:lpstr>
      <vt:lpstr>Table Validation – Output Models</vt:lpstr>
      <vt:lpstr>Table Validation – Output Models</vt:lpstr>
      <vt:lpstr>Table Validation – Output Models</vt:lpstr>
      <vt:lpstr>Table Validation – Output Models</vt:lpstr>
      <vt:lpstr>Table Consolidate</vt:lpstr>
      <vt:lpstr>Table Summarize</vt:lpstr>
      <vt:lpstr>25 ways to combine two tables into one</vt:lpstr>
      <vt:lpstr>Table Merge – Output Models</vt:lpstr>
      <vt:lpstr>Table Overlay – Output Models</vt:lpstr>
      <vt:lpstr>Table Intersect – Output Models</vt:lpstr>
      <vt:lpstr>Table Exclude – Output Models</vt:lpstr>
      <vt:lpstr>Table Subtract – Output Models</vt:lpstr>
      <vt:lpstr>table multiply</vt:lpstr>
      <vt:lpstr>table divide</vt:lpstr>
      <vt:lpstr>Table Copy Columns</vt:lpstr>
      <vt:lpstr>Table Lookup</vt:lpstr>
      <vt:lpstr>Table Lookup Fast</vt:lpstr>
      <vt:lpstr>Table Integrate</vt:lpstr>
      <vt:lpstr>Table Integrate Fast</vt:lpstr>
      <vt:lpstr>Table Digest</vt:lpstr>
      <vt:lpstr>Table Expand</vt:lpstr>
      <vt:lpstr>Table Expand Fast</vt:lpstr>
      <vt:lpstr>Table Serialize</vt:lpstr>
      <vt:lpstr>Table Fit</vt:lpstr>
      <vt:lpstr>Table Arrange – Output Models</vt:lpstr>
      <vt:lpstr>table explore, table filter, table extract</vt:lpstr>
      <vt:lpstr>table filter</vt:lpstr>
      <vt:lpstr>table extract</vt:lpstr>
      <vt:lpstr>table spread</vt:lpstr>
      <vt:lpstr>table spread given headers</vt:lpstr>
      <vt:lpstr>File Copy Multiple / Directorie</vt:lpstr>
      <vt:lpstr>Function Calling Hierarchy to access variables (Internal)</vt:lpstr>
      <vt:lpstr>Vertical Operations</vt:lpstr>
      <vt:lpstr>Table Process – Output Models</vt:lpstr>
      <vt:lpstr>Interpolation Function – Nearest Neighbor</vt:lpstr>
      <vt:lpstr>Interpolation Function - Linear</vt:lpstr>
      <vt:lpstr>Interpolation Function – Cubic Spline</vt:lpstr>
      <vt:lpstr>Quantiles</vt:lpstr>
    </vt:vector>
  </TitlesOfParts>
  <Company>Bombardier Transportation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Überschrift</dc:title>
  <dc:creator>Georg zur Bonsen</dc:creator>
  <cp:lastModifiedBy>Autor*in</cp:lastModifiedBy>
  <cp:revision>632</cp:revision>
  <cp:lastPrinted>2014-03-14T08:12:43Z</cp:lastPrinted>
  <dcterms:created xsi:type="dcterms:W3CDTF">2013-11-22T07:35:27Z</dcterms:created>
  <dcterms:modified xsi:type="dcterms:W3CDTF">2025-09-20T13:01:20Z</dcterms:modified>
</cp:coreProperties>
</file>